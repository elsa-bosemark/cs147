
<file path=[Content_Types].xml><?xml version="1.0" encoding="utf-8"?>
<Types xmlns="http://schemas.openxmlformats.org/package/2006/content-types">
  <Default Extension="jpg" ContentType="image/jpe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92.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23" r:id="rId4"/>
    <p:sldMasterId id="2147483724" r:id="rId5"/>
    <p:sldMasterId id="2147483725"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Lst>
  <p:sldSz cy="5143500" cx="9144000"/>
  <p:notesSz cx="6858000" cy="9144000"/>
  <p:embeddedFontLst>
    <p:embeddedFont>
      <p:font typeface="Caveat"/>
      <p:regular r:id="rId100"/>
      <p:bold r:id="rId101"/>
    </p:embeddedFont>
    <p:embeddedFont>
      <p:font typeface="Lexend Mega"/>
      <p:regular r:id="rId102"/>
      <p:bold r:id="rId103"/>
    </p:embeddedFont>
    <p:embeddedFont>
      <p:font typeface="Bebas Neue"/>
      <p:regular r:id="rId104"/>
    </p:embeddedFont>
    <p:embeddedFont>
      <p:font typeface="Russo One"/>
      <p:regular r:id="rId105"/>
    </p:embeddedFont>
    <p:embeddedFont>
      <p:font typeface="Lexend Mega Light"/>
      <p:regular r:id="rId106"/>
      <p:bold r:id="rId107"/>
    </p:embeddedFont>
    <p:embeddedFont>
      <p:font typeface="Epilogue"/>
      <p:regular r:id="rId108"/>
      <p:bold r:id="rId109"/>
      <p:italic r:id="rId110"/>
      <p:boldItalic r:id="rId111"/>
    </p:embeddedFont>
    <p:embeddedFont>
      <p:font typeface="Lexend"/>
      <p:regular r:id="rId112"/>
      <p:bold r:id="rId113"/>
    </p:embeddedFont>
    <p:embeddedFont>
      <p:font typeface="PT Sans"/>
      <p:regular r:id="rId114"/>
      <p:bold r:id="rId115"/>
      <p:italic r:id="rId116"/>
      <p:boldItalic r:id="rId117"/>
    </p:embeddedFont>
    <p:embeddedFont>
      <p:font typeface="Lexend Mega Black"/>
      <p:bold r:id="rId118"/>
    </p:embeddedFont>
    <p:embeddedFont>
      <p:font typeface="Open Sans"/>
      <p:regular r:id="rId119"/>
      <p:bold r:id="rId120"/>
      <p:italic r:id="rId121"/>
      <p:boldItalic r:id="rId1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28037B2-2399-48E3-B112-2EBAFD4FB11B}">
  <a:tblStyle styleId="{428037B2-2399-48E3-B112-2EBAFD4FB11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07" Type="http://schemas.openxmlformats.org/officeDocument/2006/relationships/font" Target="fonts/LexendMegaLight-bold.fntdata"/><Relationship Id="rId106" Type="http://schemas.openxmlformats.org/officeDocument/2006/relationships/font" Target="fonts/LexendMegaLight-regular.fntdata"/><Relationship Id="rId105" Type="http://schemas.openxmlformats.org/officeDocument/2006/relationships/font" Target="fonts/RussoOne-regular.fntdata"/><Relationship Id="rId104" Type="http://schemas.openxmlformats.org/officeDocument/2006/relationships/font" Target="fonts/BebasNeue-regular.fntdata"/><Relationship Id="rId109" Type="http://schemas.openxmlformats.org/officeDocument/2006/relationships/font" Target="fonts/Epilogue-bold.fntdata"/><Relationship Id="rId108" Type="http://schemas.openxmlformats.org/officeDocument/2006/relationships/font" Target="fonts/Epilogue-regular.fntdata"/><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103" Type="http://schemas.openxmlformats.org/officeDocument/2006/relationships/font" Target="fonts/LexendMega-bold.fntdata"/><Relationship Id="rId102" Type="http://schemas.openxmlformats.org/officeDocument/2006/relationships/font" Target="fonts/LexendMega-regular.fntdata"/><Relationship Id="rId101" Type="http://schemas.openxmlformats.org/officeDocument/2006/relationships/font" Target="fonts/Caveat-bold.fntdata"/><Relationship Id="rId100" Type="http://schemas.openxmlformats.org/officeDocument/2006/relationships/font" Target="fonts/Caveat-regular.fntdata"/><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121" Type="http://schemas.openxmlformats.org/officeDocument/2006/relationships/font" Target="fonts/OpenSans-italic.fntdata"/><Relationship Id="rId25" Type="http://schemas.openxmlformats.org/officeDocument/2006/relationships/slide" Target="slides/slide18.xml"/><Relationship Id="rId120" Type="http://schemas.openxmlformats.org/officeDocument/2006/relationships/font" Target="fonts/OpenSans-bold.fntdata"/><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122" Type="http://schemas.openxmlformats.org/officeDocument/2006/relationships/font" Target="fonts/OpenSans-boldItalic.fntdata"/><Relationship Id="rId95" Type="http://schemas.openxmlformats.org/officeDocument/2006/relationships/slide" Target="slides/slide88.xml"/><Relationship Id="rId94" Type="http://schemas.openxmlformats.org/officeDocument/2006/relationships/slide" Target="slides/slide87.xml"/><Relationship Id="rId97" Type="http://schemas.openxmlformats.org/officeDocument/2006/relationships/slide" Target="slides/slide90.xml"/><Relationship Id="rId96" Type="http://schemas.openxmlformats.org/officeDocument/2006/relationships/slide" Target="slides/slide89.xml"/><Relationship Id="rId11" Type="http://schemas.openxmlformats.org/officeDocument/2006/relationships/slide" Target="slides/slide4.xml"/><Relationship Id="rId99" Type="http://schemas.openxmlformats.org/officeDocument/2006/relationships/slide" Target="slides/slide92.xml"/><Relationship Id="rId10" Type="http://schemas.openxmlformats.org/officeDocument/2006/relationships/slide" Target="slides/slide3.xml"/><Relationship Id="rId98" Type="http://schemas.openxmlformats.org/officeDocument/2006/relationships/slide" Target="slides/slide91.xml"/><Relationship Id="rId13" Type="http://schemas.openxmlformats.org/officeDocument/2006/relationships/slide" Target="slides/slide6.xml"/><Relationship Id="rId12" Type="http://schemas.openxmlformats.org/officeDocument/2006/relationships/slide" Target="slides/slide5.xml"/><Relationship Id="rId91" Type="http://schemas.openxmlformats.org/officeDocument/2006/relationships/slide" Target="slides/slide84.xml"/><Relationship Id="rId90" Type="http://schemas.openxmlformats.org/officeDocument/2006/relationships/slide" Target="slides/slide83.xml"/><Relationship Id="rId93" Type="http://schemas.openxmlformats.org/officeDocument/2006/relationships/slide" Target="slides/slide86.xml"/><Relationship Id="rId92" Type="http://schemas.openxmlformats.org/officeDocument/2006/relationships/slide" Target="slides/slide85.xml"/><Relationship Id="rId118" Type="http://schemas.openxmlformats.org/officeDocument/2006/relationships/font" Target="fonts/LexendMegaBlack-bold.fntdata"/><Relationship Id="rId117" Type="http://schemas.openxmlformats.org/officeDocument/2006/relationships/font" Target="fonts/PTSans-boldItalic.fntdata"/><Relationship Id="rId116" Type="http://schemas.openxmlformats.org/officeDocument/2006/relationships/font" Target="fonts/PTSans-italic.fntdata"/><Relationship Id="rId115" Type="http://schemas.openxmlformats.org/officeDocument/2006/relationships/font" Target="fonts/PTSans-bold.fntdata"/><Relationship Id="rId119" Type="http://schemas.openxmlformats.org/officeDocument/2006/relationships/font" Target="fonts/OpenSans-regular.fntdata"/><Relationship Id="rId15" Type="http://schemas.openxmlformats.org/officeDocument/2006/relationships/slide" Target="slides/slide8.xml"/><Relationship Id="rId110" Type="http://schemas.openxmlformats.org/officeDocument/2006/relationships/font" Target="fonts/Epilogue-italic.fntdata"/><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14" Type="http://schemas.openxmlformats.org/officeDocument/2006/relationships/font" Target="fonts/PTSans-regular.fntdata"/><Relationship Id="rId18" Type="http://schemas.openxmlformats.org/officeDocument/2006/relationships/slide" Target="slides/slide11.xml"/><Relationship Id="rId113" Type="http://schemas.openxmlformats.org/officeDocument/2006/relationships/font" Target="fonts/Lexend-bold.fntdata"/><Relationship Id="rId112" Type="http://schemas.openxmlformats.org/officeDocument/2006/relationships/font" Target="fonts/Lexend-regular.fntdata"/><Relationship Id="rId111" Type="http://schemas.openxmlformats.org/officeDocument/2006/relationships/font" Target="fonts/Epilogue-boldItalic.fntdata"/><Relationship Id="rId84" Type="http://schemas.openxmlformats.org/officeDocument/2006/relationships/slide" Target="slides/slide77.xml"/><Relationship Id="rId83" Type="http://schemas.openxmlformats.org/officeDocument/2006/relationships/slide" Target="slides/slide76.xml"/><Relationship Id="rId86" Type="http://schemas.openxmlformats.org/officeDocument/2006/relationships/slide" Target="slides/slide79.xml"/><Relationship Id="rId85" Type="http://schemas.openxmlformats.org/officeDocument/2006/relationships/slide" Target="slides/slide78.xml"/><Relationship Id="rId88" Type="http://schemas.openxmlformats.org/officeDocument/2006/relationships/slide" Target="slides/slide81.xml"/><Relationship Id="rId87" Type="http://schemas.openxmlformats.org/officeDocument/2006/relationships/slide" Target="slides/slide80.xml"/><Relationship Id="rId89" Type="http://schemas.openxmlformats.org/officeDocument/2006/relationships/slide" Target="slides/slide82.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65" Type="http://schemas.openxmlformats.org/officeDocument/2006/relationships/slide" Target="slides/slide58.xml"/><Relationship Id="rId68" Type="http://schemas.openxmlformats.org/officeDocument/2006/relationships/slide" Target="slides/slide61.xml"/><Relationship Id="rId67" Type="http://schemas.openxmlformats.org/officeDocument/2006/relationships/slide" Target="slides/slide60.xml"/><Relationship Id="rId60" Type="http://schemas.openxmlformats.org/officeDocument/2006/relationships/slide" Target="slides/slide53.xml"/><Relationship Id="rId69" Type="http://schemas.openxmlformats.org/officeDocument/2006/relationships/slide" Target="slides/slide6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54" Type="http://schemas.openxmlformats.org/officeDocument/2006/relationships/slide" Target="slides/slide47.xml"/><Relationship Id="rId57" Type="http://schemas.openxmlformats.org/officeDocument/2006/relationships/slide" Target="slides/slide50.xml"/><Relationship Id="rId56" Type="http://schemas.openxmlformats.org/officeDocument/2006/relationships/slide" Target="slides/slide49.xml"/><Relationship Id="rId59" Type="http://schemas.openxmlformats.org/officeDocument/2006/relationships/slide" Target="slides/slide52.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h37fff090f10e53ef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9" name="Google Shape;949;h37fff090f10e53ef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h37fff090f10e53ef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4" name="Google Shape;954;h37fff090f10e53ef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965"/>
        <p:cNvGrpSpPr/>
        <p:nvPr/>
      </p:nvGrpSpPr>
      <p:grpSpPr>
        <a:xfrm>
          <a:off x="0" y="0"/>
          <a:ext cx="0" cy="0"/>
          <a:chOff x="0" y="0"/>
          <a:chExt cx="0" cy="0"/>
        </a:xfrm>
      </p:grpSpPr>
      <p:sp>
        <p:nvSpPr>
          <p:cNvPr id="966" name="Google Shape;966;h7325de3e0235e297_56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7" name="Google Shape;967;h7325de3e0235e297_56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h3b3275650fc95ed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3" name="Google Shape;973;h3b3275650fc95ed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h7325de3e0235e297_58_8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9" name="Google Shape;979;h7325de3e0235e297_58_8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h7325de3e0235e297_58_8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5" name="Google Shape;985;h7325de3e0235e297_58_8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h3b3275650fc95ed2_0_3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1" name="Google Shape;991;h3b3275650fc95ed2_0_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h3b3275650fc95ed2_0_6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7" name="Google Shape;997;h3b3275650fc95ed2_0_6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h3b3275650fc95ed2_0_6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2" name="Google Shape;1002;h3b3275650fc95ed2_0_6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h7325de3e0235e297_58_8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5" name="Google Shape;1015;h7325de3e0235e297_58_8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h7325de3e0235e297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8" name="Google Shape;1038;h7325de3e0235e297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h7325de3e0235e297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7" name="Google Shape;1047;h7325de3e0235e297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h7325de3e0235e297_42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6" name="Google Shape;1056;h7325de3e0235e297_42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h7325de3e0235e297_4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3" name="Google Shape;1063;h7325de3e0235e297_4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0" name="Shape 1070"/>
        <p:cNvGrpSpPr/>
        <p:nvPr/>
      </p:nvGrpSpPr>
      <p:grpSpPr>
        <a:xfrm>
          <a:off x="0" y="0"/>
          <a:ext cx="0" cy="0"/>
          <a:chOff x="0" y="0"/>
          <a:chExt cx="0" cy="0"/>
        </a:xfrm>
      </p:grpSpPr>
      <p:sp>
        <p:nvSpPr>
          <p:cNvPr id="1071" name="Google Shape;1071;h7325de3e0235e297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2" name="Google Shape;1072;h7325de3e0235e297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h7325de3e0235e297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9" name="Google Shape;1079;h7325de3e0235e297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0" name="Shape 1090"/>
        <p:cNvGrpSpPr/>
        <p:nvPr/>
      </p:nvGrpSpPr>
      <p:grpSpPr>
        <a:xfrm>
          <a:off x="0" y="0"/>
          <a:ext cx="0" cy="0"/>
          <a:chOff x="0" y="0"/>
          <a:chExt cx="0" cy="0"/>
        </a:xfrm>
      </p:grpSpPr>
      <p:sp>
        <p:nvSpPr>
          <p:cNvPr id="1091" name="Google Shape;1091;h7325de3e0235e297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2" name="Google Shape;1092;h7325de3e0235e297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0" name="Shape 1100"/>
        <p:cNvGrpSpPr/>
        <p:nvPr/>
      </p:nvGrpSpPr>
      <p:grpSpPr>
        <a:xfrm>
          <a:off x="0" y="0"/>
          <a:ext cx="0" cy="0"/>
          <a:chOff x="0" y="0"/>
          <a:chExt cx="0" cy="0"/>
        </a:xfrm>
      </p:grpSpPr>
      <p:sp>
        <p:nvSpPr>
          <p:cNvPr id="1101" name="Google Shape;1101;h7325de3e0235e297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2" name="Google Shape;1102;h7325de3e0235e297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h7325de3e0235e297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0" name="Google Shape;1110;h7325de3e0235e297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h7325de3e0235e297_42_2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0" name="Google Shape;1120;h7325de3e0235e297_42_2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1" name="Shape 1141"/>
        <p:cNvGrpSpPr/>
        <p:nvPr/>
      </p:nvGrpSpPr>
      <p:grpSpPr>
        <a:xfrm>
          <a:off x="0" y="0"/>
          <a:ext cx="0" cy="0"/>
          <a:chOff x="0" y="0"/>
          <a:chExt cx="0" cy="0"/>
        </a:xfrm>
      </p:grpSpPr>
      <p:sp>
        <p:nvSpPr>
          <p:cNvPr id="1142" name="Google Shape;1142;h7325de3e0235e297_42_2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3" name="Google Shape;1143;h7325de3e0235e297_42_2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8" name="Shape 1158"/>
        <p:cNvGrpSpPr/>
        <p:nvPr/>
      </p:nvGrpSpPr>
      <p:grpSpPr>
        <a:xfrm>
          <a:off x="0" y="0"/>
          <a:ext cx="0" cy="0"/>
          <a:chOff x="0" y="0"/>
          <a:chExt cx="0" cy="0"/>
        </a:xfrm>
      </p:grpSpPr>
      <p:sp>
        <p:nvSpPr>
          <p:cNvPr id="1159" name="Google Shape;1159;h7325de3e0235e297_42_2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0" name="Google Shape;1160;h7325de3e0235e297_42_2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h3b3275650fc95ed2_0_7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6" name="Google Shape;1166;h3b3275650fc95ed2_0_7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h7325de3e0235e297_1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1" name="Google Shape;1171;h7325de3e0235e297_1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h7325de3e0235e297_37_18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1" name="Google Shape;1181;h7325de3e0235e297_37_18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50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h7325de3e0235e297_37_18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4" name="Google Shape;1194;h7325de3e0235e297_37_18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8" name="Shape 1208"/>
        <p:cNvGrpSpPr/>
        <p:nvPr/>
      </p:nvGrpSpPr>
      <p:grpSpPr>
        <a:xfrm>
          <a:off x="0" y="0"/>
          <a:ext cx="0" cy="0"/>
          <a:chOff x="0" y="0"/>
          <a:chExt cx="0" cy="0"/>
        </a:xfrm>
      </p:grpSpPr>
      <p:sp>
        <p:nvSpPr>
          <p:cNvPr id="1209" name="Google Shape;1209;h7325de3e0235e297_37_18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0" name="Google Shape;1210;h7325de3e0235e297_37_18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0" name="Shape 1220"/>
        <p:cNvGrpSpPr/>
        <p:nvPr/>
      </p:nvGrpSpPr>
      <p:grpSpPr>
        <a:xfrm>
          <a:off x="0" y="0"/>
          <a:ext cx="0" cy="0"/>
          <a:chOff x="0" y="0"/>
          <a:chExt cx="0" cy="0"/>
        </a:xfrm>
      </p:grpSpPr>
      <p:sp>
        <p:nvSpPr>
          <p:cNvPr id="1221" name="Google Shape;1221;h3b3275650fc95ed2_0_7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2" name="Google Shape;1222;h3b3275650fc95ed2_0_7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5" name="Shape 1225"/>
        <p:cNvGrpSpPr/>
        <p:nvPr/>
      </p:nvGrpSpPr>
      <p:grpSpPr>
        <a:xfrm>
          <a:off x="0" y="0"/>
          <a:ext cx="0" cy="0"/>
          <a:chOff x="0" y="0"/>
          <a:chExt cx="0" cy="0"/>
        </a:xfrm>
      </p:grpSpPr>
      <p:sp>
        <p:nvSpPr>
          <p:cNvPr id="1226" name="Google Shape;1226;h7325de3e0235e297_42_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7" name="Google Shape;1227;h7325de3e0235e297_42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1" name="Shape 1231"/>
        <p:cNvGrpSpPr/>
        <p:nvPr/>
      </p:nvGrpSpPr>
      <p:grpSpPr>
        <a:xfrm>
          <a:off x="0" y="0"/>
          <a:ext cx="0" cy="0"/>
          <a:chOff x="0" y="0"/>
          <a:chExt cx="0" cy="0"/>
        </a:xfrm>
      </p:grpSpPr>
      <p:sp>
        <p:nvSpPr>
          <p:cNvPr id="1232" name="Google Shape;1232;h7325de3e0235e297_42_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3" name="Google Shape;1233;h7325de3e0235e297_42_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7" name="Shape 1237"/>
        <p:cNvGrpSpPr/>
        <p:nvPr/>
      </p:nvGrpSpPr>
      <p:grpSpPr>
        <a:xfrm>
          <a:off x="0" y="0"/>
          <a:ext cx="0" cy="0"/>
          <a:chOff x="0" y="0"/>
          <a:chExt cx="0" cy="0"/>
        </a:xfrm>
      </p:grpSpPr>
      <p:sp>
        <p:nvSpPr>
          <p:cNvPr id="1238" name="Google Shape;1238;h7325de3e0235e297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9" name="Google Shape;1239;h7325de3e0235e29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1" name="Shape 1251"/>
        <p:cNvGrpSpPr/>
        <p:nvPr/>
      </p:nvGrpSpPr>
      <p:grpSpPr>
        <a:xfrm>
          <a:off x="0" y="0"/>
          <a:ext cx="0" cy="0"/>
          <a:chOff x="0" y="0"/>
          <a:chExt cx="0" cy="0"/>
        </a:xfrm>
      </p:grpSpPr>
      <p:sp>
        <p:nvSpPr>
          <p:cNvPr id="1252" name="Google Shape;1252;h7325de3e0235e297_42_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3" name="Google Shape;1253;h7325de3e0235e297_42_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h7325de3e0235e297_42_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9" name="Google Shape;1259;h7325de3e0235e297_42_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5" name="Shape 1275"/>
        <p:cNvGrpSpPr/>
        <p:nvPr/>
      </p:nvGrpSpPr>
      <p:grpSpPr>
        <a:xfrm>
          <a:off x="0" y="0"/>
          <a:ext cx="0" cy="0"/>
          <a:chOff x="0" y="0"/>
          <a:chExt cx="0" cy="0"/>
        </a:xfrm>
      </p:grpSpPr>
      <p:sp>
        <p:nvSpPr>
          <p:cNvPr id="1276" name="Google Shape;1276;h7325de3e0235e297_42_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7" name="Google Shape;1277;h7325de3e0235e297_42_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1" name="Shape 1281"/>
        <p:cNvGrpSpPr/>
        <p:nvPr/>
      </p:nvGrpSpPr>
      <p:grpSpPr>
        <a:xfrm>
          <a:off x="0" y="0"/>
          <a:ext cx="0" cy="0"/>
          <a:chOff x="0" y="0"/>
          <a:chExt cx="0" cy="0"/>
        </a:xfrm>
      </p:grpSpPr>
      <p:sp>
        <p:nvSpPr>
          <p:cNvPr id="1282" name="Google Shape;1282;h7325de3e0235e297_42_4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3" name="Google Shape;1283;h7325de3e0235e297_42_4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7" name="Shape 1287"/>
        <p:cNvGrpSpPr/>
        <p:nvPr/>
      </p:nvGrpSpPr>
      <p:grpSpPr>
        <a:xfrm>
          <a:off x="0" y="0"/>
          <a:ext cx="0" cy="0"/>
          <a:chOff x="0" y="0"/>
          <a:chExt cx="0" cy="0"/>
        </a:xfrm>
      </p:grpSpPr>
      <p:sp>
        <p:nvSpPr>
          <p:cNvPr id="1288" name="Google Shape;1288;h7325de3e0235e297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9" name="Google Shape;1289;h7325de3e0235e297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6" name="Shape 1296"/>
        <p:cNvGrpSpPr/>
        <p:nvPr/>
      </p:nvGrpSpPr>
      <p:grpSpPr>
        <a:xfrm>
          <a:off x="0" y="0"/>
          <a:ext cx="0" cy="0"/>
          <a:chOff x="0" y="0"/>
          <a:chExt cx="0" cy="0"/>
        </a:xfrm>
      </p:grpSpPr>
      <p:sp>
        <p:nvSpPr>
          <p:cNvPr id="1297" name="Google Shape;1297;h7325de3e0235e297_42_4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8" name="Google Shape;1298;h7325de3e0235e297_42_4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4" name="Shape 1304"/>
        <p:cNvGrpSpPr/>
        <p:nvPr/>
      </p:nvGrpSpPr>
      <p:grpSpPr>
        <a:xfrm>
          <a:off x="0" y="0"/>
          <a:ext cx="0" cy="0"/>
          <a:chOff x="0" y="0"/>
          <a:chExt cx="0" cy="0"/>
        </a:xfrm>
      </p:grpSpPr>
      <p:sp>
        <p:nvSpPr>
          <p:cNvPr id="1305" name="Google Shape;1305;h7325de3e0235e297_42_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6" name="Google Shape;1306;h7325de3e0235e297_42_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7" name="Shape 1317"/>
        <p:cNvGrpSpPr/>
        <p:nvPr/>
      </p:nvGrpSpPr>
      <p:grpSpPr>
        <a:xfrm>
          <a:off x="0" y="0"/>
          <a:ext cx="0" cy="0"/>
          <a:chOff x="0" y="0"/>
          <a:chExt cx="0" cy="0"/>
        </a:xfrm>
      </p:grpSpPr>
      <p:sp>
        <p:nvSpPr>
          <p:cNvPr id="1318" name="Google Shape;1318;h7325de3e0235e297_42_14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9" name="Google Shape;1319;h7325de3e0235e297_42_14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6" name="Shape 1326"/>
        <p:cNvGrpSpPr/>
        <p:nvPr/>
      </p:nvGrpSpPr>
      <p:grpSpPr>
        <a:xfrm>
          <a:off x="0" y="0"/>
          <a:ext cx="0" cy="0"/>
          <a:chOff x="0" y="0"/>
          <a:chExt cx="0" cy="0"/>
        </a:xfrm>
      </p:grpSpPr>
      <p:sp>
        <p:nvSpPr>
          <p:cNvPr id="1327" name="Google Shape;1327;h7325de3e0235e297_42_7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8" name="Google Shape;1328;h7325de3e0235e297_42_7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5" name="Shape 1335"/>
        <p:cNvGrpSpPr/>
        <p:nvPr/>
      </p:nvGrpSpPr>
      <p:grpSpPr>
        <a:xfrm>
          <a:off x="0" y="0"/>
          <a:ext cx="0" cy="0"/>
          <a:chOff x="0" y="0"/>
          <a:chExt cx="0" cy="0"/>
        </a:xfrm>
      </p:grpSpPr>
      <p:sp>
        <p:nvSpPr>
          <p:cNvPr id="1336" name="Google Shape;1336;h7325de3e0235e297_42_7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7" name="Google Shape;1337;h7325de3e0235e297_42_7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4" name="Shape 1344"/>
        <p:cNvGrpSpPr/>
        <p:nvPr/>
      </p:nvGrpSpPr>
      <p:grpSpPr>
        <a:xfrm>
          <a:off x="0" y="0"/>
          <a:ext cx="0" cy="0"/>
          <a:chOff x="0" y="0"/>
          <a:chExt cx="0" cy="0"/>
        </a:xfrm>
      </p:grpSpPr>
      <p:sp>
        <p:nvSpPr>
          <p:cNvPr id="1345" name="Google Shape;1345;h3b3275650fc95ed2_0_7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6" name="Google Shape;1346;h3b3275650fc95ed2_0_7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9" name="Shape 1349"/>
        <p:cNvGrpSpPr/>
        <p:nvPr/>
      </p:nvGrpSpPr>
      <p:grpSpPr>
        <a:xfrm>
          <a:off x="0" y="0"/>
          <a:ext cx="0" cy="0"/>
          <a:chOff x="0" y="0"/>
          <a:chExt cx="0" cy="0"/>
        </a:xfrm>
      </p:grpSpPr>
      <p:sp>
        <p:nvSpPr>
          <p:cNvPr id="1350" name="Google Shape;1350;h7325de3e0235e297_58_5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1" name="Google Shape;1351;h7325de3e0235e297_58_5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5" name="Shape 1355"/>
        <p:cNvGrpSpPr/>
        <p:nvPr/>
      </p:nvGrpSpPr>
      <p:grpSpPr>
        <a:xfrm>
          <a:off x="0" y="0"/>
          <a:ext cx="0" cy="0"/>
          <a:chOff x="0" y="0"/>
          <a:chExt cx="0" cy="0"/>
        </a:xfrm>
      </p:grpSpPr>
      <p:sp>
        <p:nvSpPr>
          <p:cNvPr id="1356" name="Google Shape;1356;h3b3275650fc95ed2_0_8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7" name="Google Shape;1357;h3b3275650fc95ed2_0_8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2" name="Shape 1362"/>
        <p:cNvGrpSpPr/>
        <p:nvPr/>
      </p:nvGrpSpPr>
      <p:grpSpPr>
        <a:xfrm>
          <a:off x="0" y="0"/>
          <a:ext cx="0" cy="0"/>
          <a:chOff x="0" y="0"/>
          <a:chExt cx="0" cy="0"/>
        </a:xfrm>
      </p:grpSpPr>
      <p:sp>
        <p:nvSpPr>
          <p:cNvPr id="1363" name="Google Shape;1363;h3b3275650fc95ed2_0_8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4" name="Google Shape;1364;h3b3275650fc95ed2_0_8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9" name="Shape 1369"/>
        <p:cNvGrpSpPr/>
        <p:nvPr/>
      </p:nvGrpSpPr>
      <p:grpSpPr>
        <a:xfrm>
          <a:off x="0" y="0"/>
          <a:ext cx="0" cy="0"/>
          <a:chOff x="0" y="0"/>
          <a:chExt cx="0" cy="0"/>
        </a:xfrm>
      </p:grpSpPr>
      <p:sp>
        <p:nvSpPr>
          <p:cNvPr id="1370" name="Google Shape;1370;h3b3275650fc95ed2_0_8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1" name="Google Shape;1371;h3b3275650fc95ed2_0_8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6" name="Shape 1376"/>
        <p:cNvGrpSpPr/>
        <p:nvPr/>
      </p:nvGrpSpPr>
      <p:grpSpPr>
        <a:xfrm>
          <a:off x="0" y="0"/>
          <a:ext cx="0" cy="0"/>
          <a:chOff x="0" y="0"/>
          <a:chExt cx="0" cy="0"/>
        </a:xfrm>
      </p:grpSpPr>
      <p:sp>
        <p:nvSpPr>
          <p:cNvPr id="1377" name="Google Shape;1377;h3b3275650fc95ed2_0_8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8" name="Google Shape;1378;h3b3275650fc95ed2_0_8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3" name="Shape 1383"/>
        <p:cNvGrpSpPr/>
        <p:nvPr/>
      </p:nvGrpSpPr>
      <p:grpSpPr>
        <a:xfrm>
          <a:off x="0" y="0"/>
          <a:ext cx="0" cy="0"/>
          <a:chOff x="0" y="0"/>
          <a:chExt cx="0" cy="0"/>
        </a:xfrm>
      </p:grpSpPr>
      <p:sp>
        <p:nvSpPr>
          <p:cNvPr id="1384" name="Google Shape;1384;h3b3275650fc95ed2_0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5" name="Google Shape;1385;h3b3275650fc95ed2_0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0" name="Shape 1390"/>
        <p:cNvGrpSpPr/>
        <p:nvPr/>
      </p:nvGrpSpPr>
      <p:grpSpPr>
        <a:xfrm>
          <a:off x="0" y="0"/>
          <a:ext cx="0" cy="0"/>
          <a:chOff x="0" y="0"/>
          <a:chExt cx="0" cy="0"/>
        </a:xfrm>
      </p:grpSpPr>
      <p:sp>
        <p:nvSpPr>
          <p:cNvPr id="1391" name="Google Shape;1391;h3b3275650fc95ed2_0_8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2" name="Google Shape;1392;h3b3275650fc95ed2_0_8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7" name="Shape 1397"/>
        <p:cNvGrpSpPr/>
        <p:nvPr/>
      </p:nvGrpSpPr>
      <p:grpSpPr>
        <a:xfrm>
          <a:off x="0" y="0"/>
          <a:ext cx="0" cy="0"/>
          <a:chOff x="0" y="0"/>
          <a:chExt cx="0" cy="0"/>
        </a:xfrm>
      </p:grpSpPr>
      <p:sp>
        <p:nvSpPr>
          <p:cNvPr id="1398" name="Google Shape;1398;h3b3275650fc95ed2_0_8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9" name="Google Shape;1399;h3b3275650fc95ed2_0_8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4" name="Shape 1404"/>
        <p:cNvGrpSpPr/>
        <p:nvPr/>
      </p:nvGrpSpPr>
      <p:grpSpPr>
        <a:xfrm>
          <a:off x="0" y="0"/>
          <a:ext cx="0" cy="0"/>
          <a:chOff x="0" y="0"/>
          <a:chExt cx="0" cy="0"/>
        </a:xfrm>
      </p:grpSpPr>
      <p:sp>
        <p:nvSpPr>
          <p:cNvPr id="1405" name="Google Shape;1405;h3b3275650fc95ed2_0_8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6" name="Google Shape;1406;h3b3275650fc95ed2_0_8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1" name="Shape 1411"/>
        <p:cNvGrpSpPr/>
        <p:nvPr/>
      </p:nvGrpSpPr>
      <p:grpSpPr>
        <a:xfrm>
          <a:off x="0" y="0"/>
          <a:ext cx="0" cy="0"/>
          <a:chOff x="0" y="0"/>
          <a:chExt cx="0" cy="0"/>
        </a:xfrm>
      </p:grpSpPr>
      <p:sp>
        <p:nvSpPr>
          <p:cNvPr id="1412" name="Google Shape;1412;h3b3275650fc95ed2_0_8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3" name="Google Shape;1413;h3b3275650fc95ed2_0_8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8" name="Shape 1418"/>
        <p:cNvGrpSpPr/>
        <p:nvPr/>
      </p:nvGrpSpPr>
      <p:grpSpPr>
        <a:xfrm>
          <a:off x="0" y="0"/>
          <a:ext cx="0" cy="0"/>
          <a:chOff x="0" y="0"/>
          <a:chExt cx="0" cy="0"/>
        </a:xfrm>
      </p:grpSpPr>
      <p:sp>
        <p:nvSpPr>
          <p:cNvPr id="1419" name="Google Shape;1419;h7325de3e0235e297_42_17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0" name="Google Shape;1420;h7325de3e0235e297_42_17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1" name="Shape 1451"/>
        <p:cNvGrpSpPr/>
        <p:nvPr/>
      </p:nvGrpSpPr>
      <p:grpSpPr>
        <a:xfrm>
          <a:off x="0" y="0"/>
          <a:ext cx="0" cy="0"/>
          <a:chOff x="0" y="0"/>
          <a:chExt cx="0" cy="0"/>
        </a:xfrm>
      </p:grpSpPr>
      <p:sp>
        <p:nvSpPr>
          <p:cNvPr id="1452" name="Google Shape;1452;h7325de3e0235e297_42_4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3" name="Google Shape;1453;h7325de3e0235e297_42_4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4" name="Shape 1464"/>
        <p:cNvGrpSpPr/>
        <p:nvPr/>
      </p:nvGrpSpPr>
      <p:grpSpPr>
        <a:xfrm>
          <a:off x="0" y="0"/>
          <a:ext cx="0" cy="0"/>
          <a:chOff x="0" y="0"/>
          <a:chExt cx="0" cy="0"/>
        </a:xfrm>
      </p:grpSpPr>
      <p:sp>
        <p:nvSpPr>
          <p:cNvPr id="1465" name="Google Shape;1465;h7325de3e0235e297_42_45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6" name="Google Shape;1466;h7325de3e0235e297_42_45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0" name="Shape 1470"/>
        <p:cNvGrpSpPr/>
        <p:nvPr/>
      </p:nvGrpSpPr>
      <p:grpSpPr>
        <a:xfrm>
          <a:off x="0" y="0"/>
          <a:ext cx="0" cy="0"/>
          <a:chOff x="0" y="0"/>
          <a:chExt cx="0" cy="0"/>
        </a:xfrm>
      </p:grpSpPr>
      <p:sp>
        <p:nvSpPr>
          <p:cNvPr id="1471" name="Google Shape;1471;h3b3275650fc95ed2_0_7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2" name="Google Shape;1472;h3b3275650fc95ed2_0_7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5" name="Shape 1475"/>
        <p:cNvGrpSpPr/>
        <p:nvPr/>
      </p:nvGrpSpPr>
      <p:grpSpPr>
        <a:xfrm>
          <a:off x="0" y="0"/>
          <a:ext cx="0" cy="0"/>
          <a:chOff x="0" y="0"/>
          <a:chExt cx="0" cy="0"/>
        </a:xfrm>
      </p:grpSpPr>
      <p:sp>
        <p:nvSpPr>
          <p:cNvPr id="1476" name="Google Shape;1476;h7325de3e0235e297_42_38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7" name="Google Shape;1477;h7325de3e0235e297_42_38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6" name="Shape 1486"/>
        <p:cNvGrpSpPr/>
        <p:nvPr/>
      </p:nvGrpSpPr>
      <p:grpSpPr>
        <a:xfrm>
          <a:off x="0" y="0"/>
          <a:ext cx="0" cy="0"/>
          <a:chOff x="0" y="0"/>
          <a:chExt cx="0" cy="0"/>
        </a:xfrm>
      </p:grpSpPr>
      <p:sp>
        <p:nvSpPr>
          <p:cNvPr id="1487" name="Google Shape;1487;h7325de3e0235e297_42_38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8" name="Google Shape;1488;h7325de3e0235e297_42_38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9" name="Shape 1499"/>
        <p:cNvGrpSpPr/>
        <p:nvPr/>
      </p:nvGrpSpPr>
      <p:grpSpPr>
        <a:xfrm>
          <a:off x="0" y="0"/>
          <a:ext cx="0" cy="0"/>
          <a:chOff x="0" y="0"/>
          <a:chExt cx="0" cy="0"/>
        </a:xfrm>
      </p:grpSpPr>
      <p:sp>
        <p:nvSpPr>
          <p:cNvPr id="1500" name="Google Shape;1500;h7325de3e0235e297_42_38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1" name="Google Shape;1501;h7325de3e0235e297_42_38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3" name="Shape 1513"/>
        <p:cNvGrpSpPr/>
        <p:nvPr/>
      </p:nvGrpSpPr>
      <p:grpSpPr>
        <a:xfrm>
          <a:off x="0" y="0"/>
          <a:ext cx="0" cy="0"/>
          <a:chOff x="0" y="0"/>
          <a:chExt cx="0" cy="0"/>
        </a:xfrm>
      </p:grpSpPr>
      <p:sp>
        <p:nvSpPr>
          <p:cNvPr id="1514" name="Google Shape;1514;h7325de3e0235e297_42_7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5" name="Google Shape;1515;h7325de3e0235e297_42_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1" name="Shape 1521"/>
        <p:cNvGrpSpPr/>
        <p:nvPr/>
      </p:nvGrpSpPr>
      <p:grpSpPr>
        <a:xfrm>
          <a:off x="0" y="0"/>
          <a:ext cx="0" cy="0"/>
          <a:chOff x="0" y="0"/>
          <a:chExt cx="0" cy="0"/>
        </a:xfrm>
      </p:grpSpPr>
      <p:sp>
        <p:nvSpPr>
          <p:cNvPr id="1522" name="Google Shape;1522;h7325de3e0235e297_56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3" name="Google Shape;1523;h7325de3e0235e297_56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8" name="Shape 1528"/>
        <p:cNvGrpSpPr/>
        <p:nvPr/>
      </p:nvGrpSpPr>
      <p:grpSpPr>
        <a:xfrm>
          <a:off x="0" y="0"/>
          <a:ext cx="0" cy="0"/>
          <a:chOff x="0" y="0"/>
          <a:chExt cx="0" cy="0"/>
        </a:xfrm>
      </p:grpSpPr>
      <p:sp>
        <p:nvSpPr>
          <p:cNvPr id="1529" name="Google Shape;1529;h7325de3e0235e297_56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0" name="Google Shape;1530;h7325de3e0235e297_56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5" name="Shape 1535"/>
        <p:cNvGrpSpPr/>
        <p:nvPr/>
      </p:nvGrpSpPr>
      <p:grpSpPr>
        <a:xfrm>
          <a:off x="0" y="0"/>
          <a:ext cx="0" cy="0"/>
          <a:chOff x="0" y="0"/>
          <a:chExt cx="0" cy="0"/>
        </a:xfrm>
      </p:grpSpPr>
      <p:sp>
        <p:nvSpPr>
          <p:cNvPr id="1536" name="Google Shape;1536;h7325de3e0235e297_58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7" name="Google Shape;1537;h7325de3e0235e297_58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1" name="Shape 1541"/>
        <p:cNvGrpSpPr/>
        <p:nvPr/>
      </p:nvGrpSpPr>
      <p:grpSpPr>
        <a:xfrm>
          <a:off x="0" y="0"/>
          <a:ext cx="0" cy="0"/>
          <a:chOff x="0" y="0"/>
          <a:chExt cx="0" cy="0"/>
        </a:xfrm>
      </p:grpSpPr>
      <p:sp>
        <p:nvSpPr>
          <p:cNvPr id="1542" name="Google Shape;1542;h7325de3e0235e297_56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3" name="Google Shape;1543;h7325de3e0235e297_56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7" name="Shape 1547"/>
        <p:cNvGrpSpPr/>
        <p:nvPr/>
      </p:nvGrpSpPr>
      <p:grpSpPr>
        <a:xfrm>
          <a:off x="0" y="0"/>
          <a:ext cx="0" cy="0"/>
          <a:chOff x="0" y="0"/>
          <a:chExt cx="0" cy="0"/>
        </a:xfrm>
      </p:grpSpPr>
      <p:sp>
        <p:nvSpPr>
          <p:cNvPr id="1548" name="Google Shape;1548;h7325de3e0235e297_56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9" name="Google Shape;1549;h7325de3e0235e297_56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3" name="Shape 1553"/>
        <p:cNvGrpSpPr/>
        <p:nvPr/>
      </p:nvGrpSpPr>
      <p:grpSpPr>
        <a:xfrm>
          <a:off x="0" y="0"/>
          <a:ext cx="0" cy="0"/>
          <a:chOff x="0" y="0"/>
          <a:chExt cx="0" cy="0"/>
        </a:xfrm>
      </p:grpSpPr>
      <p:sp>
        <p:nvSpPr>
          <p:cNvPr id="1554" name="Google Shape;1554;h1c98d8bc915167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5" name="Google Shape;1555;h1c98d8bc915167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8" name="Shape 1558"/>
        <p:cNvGrpSpPr/>
        <p:nvPr/>
      </p:nvGrpSpPr>
      <p:grpSpPr>
        <a:xfrm>
          <a:off x="0" y="0"/>
          <a:ext cx="0" cy="0"/>
          <a:chOff x="0" y="0"/>
          <a:chExt cx="0" cy="0"/>
        </a:xfrm>
      </p:grpSpPr>
      <p:sp>
        <p:nvSpPr>
          <p:cNvPr id="1559" name="Google Shape;1559;h7325de3e0235e297_42_2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0" name="Google Shape;1560;h7325de3e0235e297_42_2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5" name="Shape 1565"/>
        <p:cNvGrpSpPr/>
        <p:nvPr/>
      </p:nvGrpSpPr>
      <p:grpSpPr>
        <a:xfrm>
          <a:off x="0" y="0"/>
          <a:ext cx="0" cy="0"/>
          <a:chOff x="0" y="0"/>
          <a:chExt cx="0" cy="0"/>
        </a:xfrm>
      </p:grpSpPr>
      <p:sp>
        <p:nvSpPr>
          <p:cNvPr id="1566" name="Google Shape;1566;h7325de3e0235e297_42_24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7" name="Google Shape;1567;h7325de3e0235e297_42_24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2" name="Shape 1572"/>
        <p:cNvGrpSpPr/>
        <p:nvPr/>
      </p:nvGrpSpPr>
      <p:grpSpPr>
        <a:xfrm>
          <a:off x="0" y="0"/>
          <a:ext cx="0" cy="0"/>
          <a:chOff x="0" y="0"/>
          <a:chExt cx="0" cy="0"/>
        </a:xfrm>
      </p:grpSpPr>
      <p:sp>
        <p:nvSpPr>
          <p:cNvPr id="1573" name="Google Shape;1573;h7325de3e0235e297_42_7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4" name="Google Shape;1574;h7325de3e0235e297_42_7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8" name="Shape 1578"/>
        <p:cNvGrpSpPr/>
        <p:nvPr/>
      </p:nvGrpSpPr>
      <p:grpSpPr>
        <a:xfrm>
          <a:off x="0" y="0"/>
          <a:ext cx="0" cy="0"/>
          <a:chOff x="0" y="0"/>
          <a:chExt cx="0" cy="0"/>
        </a:xfrm>
      </p:grpSpPr>
      <p:sp>
        <p:nvSpPr>
          <p:cNvPr id="1579" name="Google Shape;1579;h7325de3e0235e297_42_7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0" name="Google Shape;1580;h7325de3e0235e297_42_7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4" name="Shape 1584"/>
        <p:cNvGrpSpPr/>
        <p:nvPr/>
      </p:nvGrpSpPr>
      <p:grpSpPr>
        <a:xfrm>
          <a:off x="0" y="0"/>
          <a:ext cx="0" cy="0"/>
          <a:chOff x="0" y="0"/>
          <a:chExt cx="0" cy="0"/>
        </a:xfrm>
      </p:grpSpPr>
      <p:sp>
        <p:nvSpPr>
          <p:cNvPr id="1585" name="Google Shape;1585;h7325de3e0235e297_42_7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6" name="Google Shape;1586;h7325de3e0235e297_42_7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0" name="Shape 1590"/>
        <p:cNvGrpSpPr/>
        <p:nvPr/>
      </p:nvGrpSpPr>
      <p:grpSpPr>
        <a:xfrm>
          <a:off x="0" y="0"/>
          <a:ext cx="0" cy="0"/>
          <a:chOff x="0" y="0"/>
          <a:chExt cx="0" cy="0"/>
        </a:xfrm>
      </p:grpSpPr>
      <p:sp>
        <p:nvSpPr>
          <p:cNvPr id="1591" name="Google Shape;1591;h7325de3e0235e297_42_7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2" name="Google Shape;1592;h7325de3e0235e297_42_7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6" name="Shape 1596"/>
        <p:cNvGrpSpPr/>
        <p:nvPr/>
      </p:nvGrpSpPr>
      <p:grpSpPr>
        <a:xfrm>
          <a:off x="0" y="0"/>
          <a:ext cx="0" cy="0"/>
          <a:chOff x="0" y="0"/>
          <a:chExt cx="0" cy="0"/>
        </a:xfrm>
      </p:grpSpPr>
      <p:sp>
        <p:nvSpPr>
          <p:cNvPr id="1597" name="Google Shape;1597;h7325de3e0235e297_42_7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8" name="Google Shape;1598;h7325de3e0235e297_42_7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2" name="Shape 1602"/>
        <p:cNvGrpSpPr/>
        <p:nvPr/>
      </p:nvGrpSpPr>
      <p:grpSpPr>
        <a:xfrm>
          <a:off x="0" y="0"/>
          <a:ext cx="0" cy="0"/>
          <a:chOff x="0" y="0"/>
          <a:chExt cx="0" cy="0"/>
        </a:xfrm>
      </p:grpSpPr>
      <p:sp>
        <p:nvSpPr>
          <p:cNvPr id="1603" name="Google Shape;1603;h7325de3e0235e297_58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4" name="Google Shape;1604;h7325de3e0235e297_58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7" name="Shape 1607"/>
        <p:cNvGrpSpPr/>
        <p:nvPr/>
      </p:nvGrpSpPr>
      <p:grpSpPr>
        <a:xfrm>
          <a:off x="0" y="0"/>
          <a:ext cx="0" cy="0"/>
          <a:chOff x="0" y="0"/>
          <a:chExt cx="0" cy="0"/>
        </a:xfrm>
      </p:grpSpPr>
      <p:sp>
        <p:nvSpPr>
          <p:cNvPr id="1608" name="Google Shape;1608;h7325de3e0235e297_58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9" name="Google Shape;1609;h7325de3e0235e297_58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3" name="Shape 1613"/>
        <p:cNvGrpSpPr/>
        <p:nvPr/>
      </p:nvGrpSpPr>
      <p:grpSpPr>
        <a:xfrm>
          <a:off x="0" y="0"/>
          <a:ext cx="0" cy="0"/>
          <a:chOff x="0" y="0"/>
          <a:chExt cx="0" cy="0"/>
        </a:xfrm>
      </p:grpSpPr>
      <p:sp>
        <p:nvSpPr>
          <p:cNvPr id="1614" name="Google Shape;1614;h7325de3e0235e297_58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5" name="Google Shape;1615;h7325de3e0235e297_58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9" name="Shape 1619"/>
        <p:cNvGrpSpPr/>
        <p:nvPr/>
      </p:nvGrpSpPr>
      <p:grpSpPr>
        <a:xfrm>
          <a:off x="0" y="0"/>
          <a:ext cx="0" cy="0"/>
          <a:chOff x="0" y="0"/>
          <a:chExt cx="0" cy="0"/>
        </a:xfrm>
      </p:grpSpPr>
      <p:sp>
        <p:nvSpPr>
          <p:cNvPr id="1620" name="Google Shape;1620;h7325de3e0235e297_58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1" name="Google Shape;1621;h7325de3e0235e297_58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7" name="Shape 1627"/>
        <p:cNvGrpSpPr/>
        <p:nvPr/>
      </p:nvGrpSpPr>
      <p:grpSpPr>
        <a:xfrm>
          <a:off x="0" y="0"/>
          <a:ext cx="0" cy="0"/>
          <a:chOff x="0" y="0"/>
          <a:chExt cx="0" cy="0"/>
        </a:xfrm>
      </p:grpSpPr>
      <p:sp>
        <p:nvSpPr>
          <p:cNvPr id="1628" name="Google Shape;1628;h7325de3e0235e297_58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9" name="Google Shape;1629;h7325de3e0235e297_58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5" name="Shape 1635"/>
        <p:cNvGrpSpPr/>
        <p:nvPr/>
      </p:nvGrpSpPr>
      <p:grpSpPr>
        <a:xfrm>
          <a:off x="0" y="0"/>
          <a:ext cx="0" cy="0"/>
          <a:chOff x="0" y="0"/>
          <a:chExt cx="0" cy="0"/>
        </a:xfrm>
      </p:grpSpPr>
      <p:sp>
        <p:nvSpPr>
          <p:cNvPr id="1636" name="Google Shape;1636;h7325de3e0235e297_58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7" name="Google Shape;1637;h7325de3e0235e297_58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3" name="Shape 1643"/>
        <p:cNvGrpSpPr/>
        <p:nvPr/>
      </p:nvGrpSpPr>
      <p:grpSpPr>
        <a:xfrm>
          <a:off x="0" y="0"/>
          <a:ext cx="0" cy="0"/>
          <a:chOff x="0" y="0"/>
          <a:chExt cx="0" cy="0"/>
        </a:xfrm>
      </p:grpSpPr>
      <p:sp>
        <p:nvSpPr>
          <p:cNvPr id="1644" name="Google Shape;1644;h7325de3e0235e297_58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5" name="Google Shape;1645;h7325de3e0235e297_58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1" name="Shape 1651"/>
        <p:cNvGrpSpPr/>
        <p:nvPr/>
      </p:nvGrpSpPr>
      <p:grpSpPr>
        <a:xfrm>
          <a:off x="0" y="0"/>
          <a:ext cx="0" cy="0"/>
          <a:chOff x="0" y="0"/>
          <a:chExt cx="0" cy="0"/>
        </a:xfrm>
      </p:grpSpPr>
      <p:sp>
        <p:nvSpPr>
          <p:cNvPr id="1652" name="Google Shape;1652;h7325de3e0235e297_58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3" name="Google Shape;1653;h7325de3e0235e297_58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6" name="Shape 1656"/>
        <p:cNvGrpSpPr/>
        <p:nvPr/>
      </p:nvGrpSpPr>
      <p:grpSpPr>
        <a:xfrm>
          <a:off x="0" y="0"/>
          <a:ext cx="0" cy="0"/>
          <a:chOff x="0" y="0"/>
          <a:chExt cx="0" cy="0"/>
        </a:xfrm>
      </p:grpSpPr>
      <p:sp>
        <p:nvSpPr>
          <p:cNvPr id="1657" name="Google Shape;1657;h7325de3e0235e297_58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8" name="Google Shape;1658;h7325de3e0235e297_58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2" name="Shape 1662"/>
        <p:cNvGrpSpPr/>
        <p:nvPr/>
      </p:nvGrpSpPr>
      <p:grpSpPr>
        <a:xfrm>
          <a:off x="0" y="0"/>
          <a:ext cx="0" cy="0"/>
          <a:chOff x="0" y="0"/>
          <a:chExt cx="0" cy="0"/>
        </a:xfrm>
      </p:grpSpPr>
      <p:sp>
        <p:nvSpPr>
          <p:cNvPr id="1663" name="Google Shape;1663;h7325de3e0235e297_58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4" name="Google Shape;1664;h7325de3e0235e297_58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0" name="Shape 1670"/>
        <p:cNvGrpSpPr/>
        <p:nvPr/>
      </p:nvGrpSpPr>
      <p:grpSpPr>
        <a:xfrm>
          <a:off x="0" y="0"/>
          <a:ext cx="0" cy="0"/>
          <a:chOff x="0" y="0"/>
          <a:chExt cx="0" cy="0"/>
        </a:xfrm>
      </p:grpSpPr>
      <p:sp>
        <p:nvSpPr>
          <p:cNvPr id="1671" name="Google Shape;1671;h7325de3e0235e297_58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2" name="Google Shape;1672;h7325de3e0235e297_58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8" name="Shape 1678"/>
        <p:cNvGrpSpPr/>
        <p:nvPr/>
      </p:nvGrpSpPr>
      <p:grpSpPr>
        <a:xfrm>
          <a:off x="0" y="0"/>
          <a:ext cx="0" cy="0"/>
          <a:chOff x="0" y="0"/>
          <a:chExt cx="0" cy="0"/>
        </a:xfrm>
      </p:grpSpPr>
      <p:sp>
        <p:nvSpPr>
          <p:cNvPr id="1679" name="Google Shape;1679;h7325de3e0235e297_58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0" name="Google Shape;1680;h7325de3e0235e297_58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6" name="Shape 1686"/>
        <p:cNvGrpSpPr/>
        <p:nvPr/>
      </p:nvGrpSpPr>
      <p:grpSpPr>
        <a:xfrm>
          <a:off x="0" y="0"/>
          <a:ext cx="0" cy="0"/>
          <a:chOff x="0" y="0"/>
          <a:chExt cx="0" cy="0"/>
        </a:xfrm>
      </p:grpSpPr>
      <p:sp>
        <p:nvSpPr>
          <p:cNvPr id="1687" name="Google Shape;1687;h7325de3e0235e297_58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8" name="Google Shape;1688;h7325de3e0235e297_58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4" name="Shape 1694"/>
        <p:cNvGrpSpPr/>
        <p:nvPr/>
      </p:nvGrpSpPr>
      <p:grpSpPr>
        <a:xfrm>
          <a:off x="0" y="0"/>
          <a:ext cx="0" cy="0"/>
          <a:chOff x="0" y="0"/>
          <a:chExt cx="0" cy="0"/>
        </a:xfrm>
      </p:grpSpPr>
      <p:sp>
        <p:nvSpPr>
          <p:cNvPr id="1695" name="Google Shape;1695;h7325de3e0235e297_58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6" name="Google Shape;1696;h7325de3e0235e297_58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9" name="Shape 1699"/>
        <p:cNvGrpSpPr/>
        <p:nvPr/>
      </p:nvGrpSpPr>
      <p:grpSpPr>
        <a:xfrm>
          <a:off x="0" y="0"/>
          <a:ext cx="0" cy="0"/>
          <a:chOff x="0" y="0"/>
          <a:chExt cx="0" cy="0"/>
        </a:xfrm>
      </p:grpSpPr>
      <p:sp>
        <p:nvSpPr>
          <p:cNvPr id="1700" name="Google Shape;1700;h7325de3e0235e297_58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1" name="Google Shape;1701;h7325de3e0235e297_58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5" name="Shape 1705"/>
        <p:cNvGrpSpPr/>
        <p:nvPr/>
      </p:nvGrpSpPr>
      <p:grpSpPr>
        <a:xfrm>
          <a:off x="0" y="0"/>
          <a:ext cx="0" cy="0"/>
          <a:chOff x="0" y="0"/>
          <a:chExt cx="0" cy="0"/>
        </a:xfrm>
      </p:grpSpPr>
      <p:sp>
        <p:nvSpPr>
          <p:cNvPr id="1706" name="Google Shape;1706;h7325de3e0235e297_58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7" name="Google Shape;1707;h7325de3e0235e297_58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3" name="Shape 1713"/>
        <p:cNvGrpSpPr/>
        <p:nvPr/>
      </p:nvGrpSpPr>
      <p:grpSpPr>
        <a:xfrm>
          <a:off x="0" y="0"/>
          <a:ext cx="0" cy="0"/>
          <a:chOff x="0" y="0"/>
          <a:chExt cx="0" cy="0"/>
        </a:xfrm>
      </p:grpSpPr>
      <p:sp>
        <p:nvSpPr>
          <p:cNvPr id="1714" name="Google Shape;1714;h7325de3e0235e297_58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5" name="Google Shape;1715;h7325de3e0235e297_58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1" name="Shape 1721"/>
        <p:cNvGrpSpPr/>
        <p:nvPr/>
      </p:nvGrpSpPr>
      <p:grpSpPr>
        <a:xfrm>
          <a:off x="0" y="0"/>
          <a:ext cx="0" cy="0"/>
          <a:chOff x="0" y="0"/>
          <a:chExt cx="0" cy="0"/>
        </a:xfrm>
      </p:grpSpPr>
      <p:sp>
        <p:nvSpPr>
          <p:cNvPr id="1722" name="Google Shape;1722;h7325de3e0235e297_58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3" name="Google Shape;1723;h7325de3e0235e297_58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9" name="Shape 1729"/>
        <p:cNvGrpSpPr/>
        <p:nvPr/>
      </p:nvGrpSpPr>
      <p:grpSpPr>
        <a:xfrm>
          <a:off x="0" y="0"/>
          <a:ext cx="0" cy="0"/>
          <a:chOff x="0" y="0"/>
          <a:chExt cx="0" cy="0"/>
        </a:xfrm>
      </p:grpSpPr>
      <p:sp>
        <p:nvSpPr>
          <p:cNvPr id="1730" name="Google Shape;1730;h7325de3e0235e297_58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1" name="Google Shape;1731;h7325de3e0235e297_58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713225" y="1042416"/>
            <a:ext cx="7086600" cy="17667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200"/>
              <a:buNone/>
              <a:defRPr sz="5200">
                <a:latin typeface="Russo One"/>
                <a:ea typeface="Russo One"/>
                <a:cs typeface="Russo One"/>
                <a:sym typeface="Russo One"/>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713225" y="3712464"/>
            <a:ext cx="2496300" cy="640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4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1" name="Google Shape;11;p2"/>
          <p:cNvGrpSpPr/>
          <p:nvPr/>
        </p:nvGrpSpPr>
        <p:grpSpPr>
          <a:xfrm>
            <a:off x="280375" y="186925"/>
            <a:ext cx="8583300" cy="4769475"/>
            <a:chOff x="280375" y="186925"/>
            <a:chExt cx="8583300" cy="4769475"/>
          </a:xfrm>
        </p:grpSpPr>
        <p:grpSp>
          <p:nvGrpSpPr>
            <p:cNvPr id="12" name="Google Shape;12;p2"/>
            <p:cNvGrpSpPr/>
            <p:nvPr/>
          </p:nvGrpSpPr>
          <p:grpSpPr>
            <a:xfrm>
              <a:off x="5376450" y="186925"/>
              <a:ext cx="3487225" cy="186900"/>
              <a:chOff x="5376450" y="186925"/>
              <a:chExt cx="3487225" cy="186900"/>
            </a:xfrm>
          </p:grpSpPr>
          <p:sp>
            <p:nvSpPr>
              <p:cNvPr id="13" name="Google Shape;13;p2"/>
              <p:cNvSpPr/>
              <p:nvPr/>
            </p:nvSpPr>
            <p:spPr>
              <a:xfrm>
                <a:off x="7209964" y="186925"/>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4" name="Google Shape;14;p2"/>
              <p:cNvSpPr/>
              <p:nvPr/>
            </p:nvSpPr>
            <p:spPr>
              <a:xfrm>
                <a:off x="7576667" y="186925"/>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5" name="Google Shape;15;p2"/>
              <p:cNvSpPr/>
              <p:nvPr/>
            </p:nvSpPr>
            <p:spPr>
              <a:xfrm>
                <a:off x="7943369" y="186925"/>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6" name="Google Shape;16;p2"/>
              <p:cNvSpPr/>
              <p:nvPr/>
            </p:nvSpPr>
            <p:spPr>
              <a:xfrm>
                <a:off x="8310072" y="186925"/>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7" name="Google Shape;17;p2"/>
              <p:cNvSpPr/>
              <p:nvPr/>
            </p:nvSpPr>
            <p:spPr>
              <a:xfrm>
                <a:off x="8676775" y="186925"/>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8" name="Google Shape;18;p2"/>
              <p:cNvSpPr/>
              <p:nvPr/>
            </p:nvSpPr>
            <p:spPr>
              <a:xfrm>
                <a:off x="5376450"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9" name="Google Shape;19;p2"/>
              <p:cNvSpPr/>
              <p:nvPr/>
            </p:nvSpPr>
            <p:spPr>
              <a:xfrm>
                <a:off x="5743153"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0" name="Google Shape;20;p2"/>
              <p:cNvSpPr/>
              <p:nvPr/>
            </p:nvSpPr>
            <p:spPr>
              <a:xfrm>
                <a:off x="6109856"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1" name="Google Shape;21;p2"/>
              <p:cNvSpPr/>
              <p:nvPr/>
            </p:nvSpPr>
            <p:spPr>
              <a:xfrm>
                <a:off x="6476558"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2" name="Google Shape;22;p2"/>
              <p:cNvSpPr/>
              <p:nvPr/>
            </p:nvSpPr>
            <p:spPr>
              <a:xfrm>
                <a:off x="6843261"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23" name="Google Shape;23;p2"/>
            <p:cNvGrpSpPr/>
            <p:nvPr/>
          </p:nvGrpSpPr>
          <p:grpSpPr>
            <a:xfrm>
              <a:off x="280375" y="4769500"/>
              <a:ext cx="3487225" cy="186900"/>
              <a:chOff x="280375" y="4769500"/>
              <a:chExt cx="3487225" cy="186900"/>
            </a:xfrm>
          </p:grpSpPr>
          <p:sp>
            <p:nvSpPr>
              <p:cNvPr id="24" name="Google Shape;24;p2"/>
              <p:cNvSpPr/>
              <p:nvPr/>
            </p:nvSpPr>
            <p:spPr>
              <a:xfrm flipH="1">
                <a:off x="1747186" y="4769500"/>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5" name="Google Shape;25;p2"/>
              <p:cNvSpPr/>
              <p:nvPr/>
            </p:nvSpPr>
            <p:spPr>
              <a:xfrm flipH="1">
                <a:off x="1380483" y="4769500"/>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6" name="Google Shape;26;p2"/>
              <p:cNvSpPr/>
              <p:nvPr/>
            </p:nvSpPr>
            <p:spPr>
              <a:xfrm flipH="1">
                <a:off x="1013781" y="4769500"/>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7" name="Google Shape;27;p2"/>
              <p:cNvSpPr/>
              <p:nvPr/>
            </p:nvSpPr>
            <p:spPr>
              <a:xfrm flipH="1">
                <a:off x="647078" y="4769500"/>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8" name="Google Shape;28;p2"/>
              <p:cNvSpPr/>
              <p:nvPr/>
            </p:nvSpPr>
            <p:spPr>
              <a:xfrm flipH="1">
                <a:off x="280375" y="4769500"/>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9" name="Google Shape;29;p2"/>
              <p:cNvSpPr/>
              <p:nvPr/>
            </p:nvSpPr>
            <p:spPr>
              <a:xfrm flipH="1">
                <a:off x="3580700"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0" name="Google Shape;30;p2"/>
              <p:cNvSpPr/>
              <p:nvPr/>
            </p:nvSpPr>
            <p:spPr>
              <a:xfrm flipH="1">
                <a:off x="3213997"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1" name="Google Shape;31;p2"/>
              <p:cNvSpPr/>
              <p:nvPr/>
            </p:nvSpPr>
            <p:spPr>
              <a:xfrm flipH="1">
                <a:off x="2847294"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2" name="Google Shape;32;p2"/>
              <p:cNvSpPr/>
              <p:nvPr/>
            </p:nvSpPr>
            <p:spPr>
              <a:xfrm flipH="1">
                <a:off x="2480592"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3" name="Google Shape;33;p2"/>
              <p:cNvSpPr/>
              <p:nvPr/>
            </p:nvSpPr>
            <p:spPr>
              <a:xfrm flipH="1">
                <a:off x="2113889"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3"/>
          <p:cNvSpPr txBox="1"/>
          <p:nvPr>
            <p:ph type="title"/>
          </p:nvPr>
        </p:nvSpPr>
        <p:spPr>
          <a:xfrm>
            <a:off x="4176338" y="2301363"/>
            <a:ext cx="3878100" cy="1516500"/>
          </a:xfrm>
          <a:prstGeom prst="rect">
            <a:avLst/>
          </a:prstGeom>
        </p:spPr>
        <p:txBody>
          <a:bodyPr anchorCtr="0" anchor="ctr" bIns="91425" lIns="91425" spcFirstLastPara="1" rIns="91425" wrap="square" tIns="91425">
            <a:noAutofit/>
          </a:bodyPr>
          <a:lstStyle>
            <a:lvl1pPr lvl="0" algn="r">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36" name="Google Shape;36;p3"/>
          <p:cNvSpPr txBox="1"/>
          <p:nvPr>
            <p:ph hasCustomPrompt="1" idx="2" type="title"/>
          </p:nvPr>
        </p:nvSpPr>
        <p:spPr>
          <a:xfrm>
            <a:off x="6524674" y="1325463"/>
            <a:ext cx="1529700" cy="8418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Clr>
                <a:schemeClr val="lt1"/>
              </a:buClr>
              <a:buSzPts val="6000"/>
              <a:buNone/>
              <a:defRPr sz="6000">
                <a:solidFill>
                  <a:schemeClr val="accent6"/>
                </a:solidFill>
                <a:latin typeface="Lexend Mega Light"/>
                <a:ea typeface="Lexend Mega Light"/>
                <a:cs typeface="Lexend Mega Light"/>
                <a:sym typeface="Lexend Mega Light"/>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37" name="Google Shape;37;p3"/>
          <p:cNvSpPr/>
          <p:nvPr>
            <p:ph idx="3" type="pic"/>
          </p:nvPr>
        </p:nvSpPr>
        <p:spPr>
          <a:xfrm>
            <a:off x="1089550" y="539913"/>
            <a:ext cx="2760600" cy="4063500"/>
          </a:xfrm>
          <a:prstGeom prst="rect">
            <a:avLst/>
          </a:prstGeom>
          <a:noFill/>
          <a:ln>
            <a:noFill/>
          </a:ln>
        </p:spPr>
      </p:sp>
      <p:grpSp>
        <p:nvGrpSpPr>
          <p:cNvPr id="38" name="Google Shape;38;p3"/>
          <p:cNvGrpSpPr/>
          <p:nvPr/>
        </p:nvGrpSpPr>
        <p:grpSpPr>
          <a:xfrm>
            <a:off x="280375" y="186925"/>
            <a:ext cx="8583300" cy="4769475"/>
            <a:chOff x="280375" y="186925"/>
            <a:chExt cx="8583300" cy="4769475"/>
          </a:xfrm>
        </p:grpSpPr>
        <p:grpSp>
          <p:nvGrpSpPr>
            <p:cNvPr id="39" name="Google Shape;39;p3"/>
            <p:cNvGrpSpPr/>
            <p:nvPr/>
          </p:nvGrpSpPr>
          <p:grpSpPr>
            <a:xfrm flipH="1" rot="10800000">
              <a:off x="5376450" y="4769500"/>
              <a:ext cx="3487225" cy="186900"/>
              <a:chOff x="5376450" y="186925"/>
              <a:chExt cx="3487225" cy="186900"/>
            </a:xfrm>
          </p:grpSpPr>
          <p:sp>
            <p:nvSpPr>
              <p:cNvPr id="40" name="Google Shape;40;p3"/>
              <p:cNvSpPr/>
              <p:nvPr/>
            </p:nvSpPr>
            <p:spPr>
              <a:xfrm>
                <a:off x="7209964" y="186925"/>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1" name="Google Shape;41;p3"/>
              <p:cNvSpPr/>
              <p:nvPr/>
            </p:nvSpPr>
            <p:spPr>
              <a:xfrm>
                <a:off x="7576667" y="186925"/>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2" name="Google Shape;42;p3"/>
              <p:cNvSpPr/>
              <p:nvPr/>
            </p:nvSpPr>
            <p:spPr>
              <a:xfrm>
                <a:off x="7943369" y="186925"/>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3" name="Google Shape;43;p3"/>
              <p:cNvSpPr/>
              <p:nvPr/>
            </p:nvSpPr>
            <p:spPr>
              <a:xfrm>
                <a:off x="8310072" y="186925"/>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4" name="Google Shape;44;p3"/>
              <p:cNvSpPr/>
              <p:nvPr/>
            </p:nvSpPr>
            <p:spPr>
              <a:xfrm>
                <a:off x="8676775" y="186925"/>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5" name="Google Shape;45;p3"/>
              <p:cNvSpPr/>
              <p:nvPr/>
            </p:nvSpPr>
            <p:spPr>
              <a:xfrm>
                <a:off x="5376450"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6" name="Google Shape;46;p3"/>
              <p:cNvSpPr/>
              <p:nvPr/>
            </p:nvSpPr>
            <p:spPr>
              <a:xfrm>
                <a:off x="5743153"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7" name="Google Shape;47;p3"/>
              <p:cNvSpPr/>
              <p:nvPr/>
            </p:nvSpPr>
            <p:spPr>
              <a:xfrm>
                <a:off x="6109856"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8" name="Google Shape;48;p3"/>
              <p:cNvSpPr/>
              <p:nvPr/>
            </p:nvSpPr>
            <p:spPr>
              <a:xfrm>
                <a:off x="6476558"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9" name="Google Shape;49;p3"/>
              <p:cNvSpPr/>
              <p:nvPr/>
            </p:nvSpPr>
            <p:spPr>
              <a:xfrm>
                <a:off x="6843261"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50" name="Google Shape;50;p3"/>
            <p:cNvGrpSpPr/>
            <p:nvPr/>
          </p:nvGrpSpPr>
          <p:grpSpPr>
            <a:xfrm flipH="1" rot="10800000">
              <a:off x="280375" y="186925"/>
              <a:ext cx="3487225" cy="186900"/>
              <a:chOff x="280375" y="4769500"/>
              <a:chExt cx="3487225" cy="186900"/>
            </a:xfrm>
          </p:grpSpPr>
          <p:sp>
            <p:nvSpPr>
              <p:cNvPr id="51" name="Google Shape;51;p3"/>
              <p:cNvSpPr/>
              <p:nvPr/>
            </p:nvSpPr>
            <p:spPr>
              <a:xfrm flipH="1">
                <a:off x="1747186" y="4769500"/>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2" name="Google Shape;52;p3"/>
              <p:cNvSpPr/>
              <p:nvPr/>
            </p:nvSpPr>
            <p:spPr>
              <a:xfrm flipH="1">
                <a:off x="1380483" y="4769500"/>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3" name="Google Shape;53;p3"/>
              <p:cNvSpPr/>
              <p:nvPr/>
            </p:nvSpPr>
            <p:spPr>
              <a:xfrm flipH="1">
                <a:off x="1013781" y="4769500"/>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4" name="Google Shape;54;p3"/>
              <p:cNvSpPr/>
              <p:nvPr/>
            </p:nvSpPr>
            <p:spPr>
              <a:xfrm flipH="1">
                <a:off x="647078" y="4769500"/>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5" name="Google Shape;55;p3"/>
              <p:cNvSpPr/>
              <p:nvPr/>
            </p:nvSpPr>
            <p:spPr>
              <a:xfrm flipH="1">
                <a:off x="280375" y="4769500"/>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6" name="Google Shape;56;p3"/>
              <p:cNvSpPr/>
              <p:nvPr/>
            </p:nvSpPr>
            <p:spPr>
              <a:xfrm flipH="1">
                <a:off x="3580700"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7" name="Google Shape;57;p3"/>
              <p:cNvSpPr/>
              <p:nvPr/>
            </p:nvSpPr>
            <p:spPr>
              <a:xfrm flipH="1">
                <a:off x="3213997"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8" name="Google Shape;58;p3"/>
              <p:cNvSpPr/>
              <p:nvPr/>
            </p:nvSpPr>
            <p:spPr>
              <a:xfrm flipH="1">
                <a:off x="2847294"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9" name="Google Shape;59;p3"/>
              <p:cNvSpPr/>
              <p:nvPr/>
            </p:nvSpPr>
            <p:spPr>
              <a:xfrm flipH="1">
                <a:off x="2480592"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0" name="Google Shape;60;p3"/>
              <p:cNvSpPr/>
              <p:nvPr/>
            </p:nvSpPr>
            <p:spPr>
              <a:xfrm flipH="1">
                <a:off x="2113889"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300"/>
              <a:buNone/>
              <a:defRPr/>
            </a:lvl1pPr>
            <a:lvl2pPr lvl="1" rtl="0">
              <a:spcBef>
                <a:spcPts val="0"/>
              </a:spcBef>
              <a:spcAft>
                <a:spcPts val="0"/>
              </a:spcAft>
              <a:buSzPts val="2300"/>
              <a:buNone/>
              <a:defRPr/>
            </a:lvl2pPr>
            <a:lvl3pPr lvl="2" rtl="0">
              <a:spcBef>
                <a:spcPts val="0"/>
              </a:spcBef>
              <a:spcAft>
                <a:spcPts val="0"/>
              </a:spcAft>
              <a:buSzPts val="2300"/>
              <a:buNone/>
              <a:defRPr/>
            </a:lvl3pPr>
            <a:lvl4pPr lvl="3" rtl="0">
              <a:spcBef>
                <a:spcPts val="0"/>
              </a:spcBef>
              <a:spcAft>
                <a:spcPts val="0"/>
              </a:spcAft>
              <a:buSzPts val="2300"/>
              <a:buNone/>
              <a:defRPr/>
            </a:lvl4pPr>
            <a:lvl5pPr lvl="4" rtl="0">
              <a:spcBef>
                <a:spcPts val="0"/>
              </a:spcBef>
              <a:spcAft>
                <a:spcPts val="0"/>
              </a:spcAft>
              <a:buSzPts val="2300"/>
              <a:buNone/>
              <a:defRPr/>
            </a:lvl5pPr>
            <a:lvl6pPr lvl="5" rtl="0">
              <a:spcBef>
                <a:spcPts val="0"/>
              </a:spcBef>
              <a:spcAft>
                <a:spcPts val="0"/>
              </a:spcAft>
              <a:buSzPts val="2300"/>
              <a:buNone/>
              <a:defRPr/>
            </a:lvl6pPr>
            <a:lvl7pPr lvl="6" rtl="0">
              <a:spcBef>
                <a:spcPts val="0"/>
              </a:spcBef>
              <a:spcAft>
                <a:spcPts val="0"/>
              </a:spcAft>
              <a:buSzPts val="2300"/>
              <a:buNone/>
              <a:defRPr/>
            </a:lvl7pPr>
            <a:lvl8pPr lvl="7" rtl="0">
              <a:spcBef>
                <a:spcPts val="0"/>
              </a:spcBef>
              <a:spcAft>
                <a:spcPts val="0"/>
              </a:spcAft>
              <a:buSzPts val="2300"/>
              <a:buNone/>
              <a:defRPr/>
            </a:lvl8pPr>
            <a:lvl9pPr lvl="8" rtl="0">
              <a:spcBef>
                <a:spcPts val="0"/>
              </a:spcBef>
              <a:spcAft>
                <a:spcPts val="0"/>
              </a:spcAft>
              <a:buSzPts val="2300"/>
              <a:buNone/>
              <a:defRPr/>
            </a:lvl9pPr>
          </a:lstStyle>
          <a:p/>
        </p:txBody>
      </p:sp>
      <p:sp>
        <p:nvSpPr>
          <p:cNvPr id="63" name="Google Shape;63;p4"/>
          <p:cNvSpPr txBox="1"/>
          <p:nvPr>
            <p:ph idx="1" type="body"/>
          </p:nvPr>
        </p:nvSpPr>
        <p:spPr>
          <a:xfrm>
            <a:off x="720000" y="1215752"/>
            <a:ext cx="7704000" cy="34164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Nunito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grpSp>
        <p:nvGrpSpPr>
          <p:cNvPr id="64" name="Google Shape;64;p4"/>
          <p:cNvGrpSpPr/>
          <p:nvPr/>
        </p:nvGrpSpPr>
        <p:grpSpPr>
          <a:xfrm rot="10800000">
            <a:off x="280375" y="186925"/>
            <a:ext cx="8583300" cy="4769475"/>
            <a:chOff x="280375" y="186925"/>
            <a:chExt cx="8583300" cy="4769475"/>
          </a:xfrm>
        </p:grpSpPr>
        <p:sp>
          <p:nvSpPr>
            <p:cNvPr id="65" name="Google Shape;65;p4"/>
            <p:cNvSpPr/>
            <p:nvPr/>
          </p:nvSpPr>
          <p:spPr>
            <a:xfrm flipH="1">
              <a:off x="280375" y="186925"/>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6" name="Google Shape;66;p4"/>
            <p:cNvSpPr/>
            <p:nvPr/>
          </p:nvSpPr>
          <p:spPr>
            <a:xfrm>
              <a:off x="8676775" y="4769500"/>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7" name="Google Shape;67;p4"/>
            <p:cNvSpPr/>
            <p:nvPr/>
          </p:nvSpPr>
          <p:spPr>
            <a:xfrm flipH="1">
              <a:off x="647400"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8" name="Google Shape;68;p4"/>
            <p:cNvSpPr/>
            <p:nvPr/>
          </p:nvSpPr>
          <p:spPr>
            <a:xfrm>
              <a:off x="8302975"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9" name="Shape 69"/>
        <p:cNvGrpSpPr/>
        <p:nvPr/>
      </p:nvGrpSpPr>
      <p:grpSpPr>
        <a:xfrm>
          <a:off x="0" y="0"/>
          <a:ext cx="0" cy="0"/>
          <a:chOff x="0" y="0"/>
          <a:chExt cx="0" cy="0"/>
        </a:xfrm>
      </p:grpSpPr>
      <p:sp>
        <p:nvSpPr>
          <p:cNvPr id="70" name="Google Shape;70;p5"/>
          <p:cNvSpPr txBox="1"/>
          <p:nvPr>
            <p:ph type="title"/>
          </p:nvPr>
        </p:nvSpPr>
        <p:spPr>
          <a:xfrm>
            <a:off x="722376" y="448056"/>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300"/>
              <a:buNone/>
              <a:defRPr/>
            </a:lvl1pPr>
            <a:lvl2pPr lvl="1" rtl="0">
              <a:spcBef>
                <a:spcPts val="0"/>
              </a:spcBef>
              <a:spcAft>
                <a:spcPts val="0"/>
              </a:spcAft>
              <a:buSzPts val="2300"/>
              <a:buNone/>
              <a:defRPr/>
            </a:lvl2pPr>
            <a:lvl3pPr lvl="2" rtl="0">
              <a:spcBef>
                <a:spcPts val="0"/>
              </a:spcBef>
              <a:spcAft>
                <a:spcPts val="0"/>
              </a:spcAft>
              <a:buSzPts val="2300"/>
              <a:buNone/>
              <a:defRPr/>
            </a:lvl3pPr>
            <a:lvl4pPr lvl="3" rtl="0">
              <a:spcBef>
                <a:spcPts val="0"/>
              </a:spcBef>
              <a:spcAft>
                <a:spcPts val="0"/>
              </a:spcAft>
              <a:buSzPts val="2300"/>
              <a:buNone/>
              <a:defRPr/>
            </a:lvl4pPr>
            <a:lvl5pPr lvl="4" rtl="0">
              <a:spcBef>
                <a:spcPts val="0"/>
              </a:spcBef>
              <a:spcAft>
                <a:spcPts val="0"/>
              </a:spcAft>
              <a:buSzPts val="2300"/>
              <a:buNone/>
              <a:defRPr/>
            </a:lvl5pPr>
            <a:lvl6pPr lvl="5" rtl="0">
              <a:spcBef>
                <a:spcPts val="0"/>
              </a:spcBef>
              <a:spcAft>
                <a:spcPts val="0"/>
              </a:spcAft>
              <a:buSzPts val="2300"/>
              <a:buNone/>
              <a:defRPr/>
            </a:lvl6pPr>
            <a:lvl7pPr lvl="6" rtl="0">
              <a:spcBef>
                <a:spcPts val="0"/>
              </a:spcBef>
              <a:spcAft>
                <a:spcPts val="0"/>
              </a:spcAft>
              <a:buSzPts val="2300"/>
              <a:buNone/>
              <a:defRPr/>
            </a:lvl7pPr>
            <a:lvl8pPr lvl="7" rtl="0">
              <a:spcBef>
                <a:spcPts val="0"/>
              </a:spcBef>
              <a:spcAft>
                <a:spcPts val="0"/>
              </a:spcAft>
              <a:buSzPts val="2300"/>
              <a:buNone/>
              <a:defRPr/>
            </a:lvl8pPr>
            <a:lvl9pPr lvl="8" rtl="0">
              <a:spcBef>
                <a:spcPts val="0"/>
              </a:spcBef>
              <a:spcAft>
                <a:spcPts val="0"/>
              </a:spcAft>
              <a:buSzPts val="2300"/>
              <a:buNone/>
              <a:defRPr/>
            </a:lvl9pPr>
          </a:lstStyle>
          <a:p/>
        </p:txBody>
      </p:sp>
      <p:sp>
        <p:nvSpPr>
          <p:cNvPr id="71" name="Google Shape;71;p5"/>
          <p:cNvSpPr txBox="1"/>
          <p:nvPr>
            <p:ph idx="1" type="subTitle"/>
          </p:nvPr>
        </p:nvSpPr>
        <p:spPr>
          <a:xfrm>
            <a:off x="5075649" y="2650349"/>
            <a:ext cx="2505600" cy="1755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2" name="Google Shape;72;p5"/>
          <p:cNvSpPr txBox="1"/>
          <p:nvPr>
            <p:ph idx="2" type="subTitle"/>
          </p:nvPr>
        </p:nvSpPr>
        <p:spPr>
          <a:xfrm>
            <a:off x="1334375" y="2650349"/>
            <a:ext cx="2505600" cy="1755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3" name="Google Shape;73;p5"/>
          <p:cNvSpPr txBox="1"/>
          <p:nvPr>
            <p:ph idx="3" type="subTitle"/>
          </p:nvPr>
        </p:nvSpPr>
        <p:spPr>
          <a:xfrm>
            <a:off x="1334375" y="2152890"/>
            <a:ext cx="2505600" cy="558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4" name="Google Shape;74;p5"/>
          <p:cNvSpPr txBox="1"/>
          <p:nvPr>
            <p:ph idx="4" type="subTitle"/>
          </p:nvPr>
        </p:nvSpPr>
        <p:spPr>
          <a:xfrm>
            <a:off x="5075650" y="2152890"/>
            <a:ext cx="2505600" cy="558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5" name="Shape 75"/>
        <p:cNvGrpSpPr/>
        <p:nvPr/>
      </p:nvGrpSpPr>
      <p:grpSpPr>
        <a:xfrm>
          <a:off x="0" y="0"/>
          <a:ext cx="0" cy="0"/>
          <a:chOff x="0" y="0"/>
          <a:chExt cx="0" cy="0"/>
        </a:xfrm>
      </p:grpSpPr>
      <p:sp>
        <p:nvSpPr>
          <p:cNvPr id="76" name="Google Shape;76;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300"/>
              <a:buNone/>
              <a:defRPr/>
            </a:lvl1pPr>
            <a:lvl2pPr lvl="1" rtl="0">
              <a:spcBef>
                <a:spcPts val="0"/>
              </a:spcBef>
              <a:spcAft>
                <a:spcPts val="0"/>
              </a:spcAft>
              <a:buSzPts val="2300"/>
              <a:buNone/>
              <a:defRPr/>
            </a:lvl2pPr>
            <a:lvl3pPr lvl="2" rtl="0">
              <a:spcBef>
                <a:spcPts val="0"/>
              </a:spcBef>
              <a:spcAft>
                <a:spcPts val="0"/>
              </a:spcAft>
              <a:buSzPts val="2300"/>
              <a:buNone/>
              <a:defRPr/>
            </a:lvl3pPr>
            <a:lvl4pPr lvl="3" rtl="0">
              <a:spcBef>
                <a:spcPts val="0"/>
              </a:spcBef>
              <a:spcAft>
                <a:spcPts val="0"/>
              </a:spcAft>
              <a:buSzPts val="2300"/>
              <a:buNone/>
              <a:defRPr/>
            </a:lvl4pPr>
            <a:lvl5pPr lvl="4" rtl="0">
              <a:spcBef>
                <a:spcPts val="0"/>
              </a:spcBef>
              <a:spcAft>
                <a:spcPts val="0"/>
              </a:spcAft>
              <a:buSzPts val="2300"/>
              <a:buNone/>
              <a:defRPr/>
            </a:lvl5pPr>
            <a:lvl6pPr lvl="5" rtl="0">
              <a:spcBef>
                <a:spcPts val="0"/>
              </a:spcBef>
              <a:spcAft>
                <a:spcPts val="0"/>
              </a:spcAft>
              <a:buSzPts val="2300"/>
              <a:buNone/>
              <a:defRPr/>
            </a:lvl6pPr>
            <a:lvl7pPr lvl="6" rtl="0">
              <a:spcBef>
                <a:spcPts val="0"/>
              </a:spcBef>
              <a:spcAft>
                <a:spcPts val="0"/>
              </a:spcAft>
              <a:buSzPts val="2300"/>
              <a:buNone/>
              <a:defRPr/>
            </a:lvl7pPr>
            <a:lvl8pPr lvl="7" rtl="0">
              <a:spcBef>
                <a:spcPts val="0"/>
              </a:spcBef>
              <a:spcAft>
                <a:spcPts val="0"/>
              </a:spcAft>
              <a:buSzPts val="2300"/>
              <a:buNone/>
              <a:defRPr/>
            </a:lvl8pPr>
            <a:lvl9pPr lvl="8" rtl="0">
              <a:spcBef>
                <a:spcPts val="0"/>
              </a:spcBef>
              <a:spcAft>
                <a:spcPts val="0"/>
              </a:spcAft>
              <a:buSzPts val="2300"/>
              <a:buNone/>
              <a:defRPr/>
            </a:lvl9pPr>
          </a:lstStyle>
          <a:p/>
        </p:txBody>
      </p:sp>
      <p:grpSp>
        <p:nvGrpSpPr>
          <p:cNvPr id="77" name="Google Shape;77;p6"/>
          <p:cNvGrpSpPr/>
          <p:nvPr/>
        </p:nvGrpSpPr>
        <p:grpSpPr>
          <a:xfrm>
            <a:off x="280375" y="186925"/>
            <a:ext cx="8583300" cy="4769475"/>
            <a:chOff x="280375" y="186925"/>
            <a:chExt cx="8583300" cy="4769475"/>
          </a:xfrm>
        </p:grpSpPr>
        <p:sp>
          <p:nvSpPr>
            <p:cNvPr id="78" name="Google Shape;78;p6"/>
            <p:cNvSpPr/>
            <p:nvPr/>
          </p:nvSpPr>
          <p:spPr>
            <a:xfrm flipH="1">
              <a:off x="280375"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9" name="Google Shape;79;p6"/>
            <p:cNvSpPr/>
            <p:nvPr/>
          </p:nvSpPr>
          <p:spPr>
            <a:xfrm>
              <a:off x="8676775"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0" name="Shape 80"/>
        <p:cNvGrpSpPr/>
        <p:nvPr/>
      </p:nvGrpSpPr>
      <p:grpSpPr>
        <a:xfrm>
          <a:off x="0" y="0"/>
          <a:ext cx="0" cy="0"/>
          <a:chOff x="0" y="0"/>
          <a:chExt cx="0" cy="0"/>
        </a:xfrm>
      </p:grpSpPr>
      <p:sp>
        <p:nvSpPr>
          <p:cNvPr id="81" name="Google Shape;81;p7"/>
          <p:cNvSpPr txBox="1"/>
          <p:nvPr>
            <p:ph type="title"/>
          </p:nvPr>
        </p:nvSpPr>
        <p:spPr>
          <a:xfrm>
            <a:off x="936638" y="1383750"/>
            <a:ext cx="37503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300"/>
              <a:buNone/>
              <a:defRPr/>
            </a:lvl1pPr>
            <a:lvl2pPr lvl="1" rtl="0">
              <a:spcBef>
                <a:spcPts val="0"/>
              </a:spcBef>
              <a:spcAft>
                <a:spcPts val="0"/>
              </a:spcAft>
              <a:buSzPts val="2300"/>
              <a:buNone/>
              <a:defRPr/>
            </a:lvl2pPr>
            <a:lvl3pPr lvl="2" rtl="0">
              <a:spcBef>
                <a:spcPts val="0"/>
              </a:spcBef>
              <a:spcAft>
                <a:spcPts val="0"/>
              </a:spcAft>
              <a:buSzPts val="2300"/>
              <a:buNone/>
              <a:defRPr/>
            </a:lvl3pPr>
            <a:lvl4pPr lvl="3" rtl="0">
              <a:spcBef>
                <a:spcPts val="0"/>
              </a:spcBef>
              <a:spcAft>
                <a:spcPts val="0"/>
              </a:spcAft>
              <a:buSzPts val="2300"/>
              <a:buNone/>
              <a:defRPr/>
            </a:lvl4pPr>
            <a:lvl5pPr lvl="4" rtl="0">
              <a:spcBef>
                <a:spcPts val="0"/>
              </a:spcBef>
              <a:spcAft>
                <a:spcPts val="0"/>
              </a:spcAft>
              <a:buSzPts val="2300"/>
              <a:buNone/>
              <a:defRPr/>
            </a:lvl5pPr>
            <a:lvl6pPr lvl="5" rtl="0">
              <a:spcBef>
                <a:spcPts val="0"/>
              </a:spcBef>
              <a:spcAft>
                <a:spcPts val="0"/>
              </a:spcAft>
              <a:buSzPts val="2300"/>
              <a:buNone/>
              <a:defRPr/>
            </a:lvl6pPr>
            <a:lvl7pPr lvl="6" rtl="0">
              <a:spcBef>
                <a:spcPts val="0"/>
              </a:spcBef>
              <a:spcAft>
                <a:spcPts val="0"/>
              </a:spcAft>
              <a:buSzPts val="2300"/>
              <a:buNone/>
              <a:defRPr/>
            </a:lvl7pPr>
            <a:lvl8pPr lvl="7" rtl="0">
              <a:spcBef>
                <a:spcPts val="0"/>
              </a:spcBef>
              <a:spcAft>
                <a:spcPts val="0"/>
              </a:spcAft>
              <a:buSzPts val="2300"/>
              <a:buNone/>
              <a:defRPr/>
            </a:lvl8pPr>
            <a:lvl9pPr lvl="8" rtl="0">
              <a:spcBef>
                <a:spcPts val="0"/>
              </a:spcBef>
              <a:spcAft>
                <a:spcPts val="0"/>
              </a:spcAft>
              <a:buSzPts val="2300"/>
              <a:buNone/>
              <a:defRPr/>
            </a:lvl9pPr>
          </a:lstStyle>
          <a:p/>
        </p:txBody>
      </p:sp>
      <p:sp>
        <p:nvSpPr>
          <p:cNvPr id="82" name="Google Shape;82;p7"/>
          <p:cNvSpPr txBox="1"/>
          <p:nvPr>
            <p:ph idx="1" type="subTitle"/>
          </p:nvPr>
        </p:nvSpPr>
        <p:spPr>
          <a:xfrm>
            <a:off x="936638" y="1956450"/>
            <a:ext cx="3750300" cy="1803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Font typeface="Epilogue Light"/>
              <a:buChar char="●"/>
              <a:defRPr/>
            </a:lvl1pPr>
            <a:lvl2pPr lvl="1" rtl="0" algn="ctr">
              <a:lnSpc>
                <a:spcPct val="100000"/>
              </a:lnSpc>
              <a:spcBef>
                <a:spcPts val="0"/>
              </a:spcBef>
              <a:spcAft>
                <a:spcPts val="0"/>
              </a:spcAft>
              <a:buClr>
                <a:srgbClr val="E76A28"/>
              </a:buClr>
              <a:buSzPts val="1200"/>
              <a:buFont typeface="Nunito Light"/>
              <a:buChar char="○"/>
              <a:defRPr/>
            </a:lvl2pPr>
            <a:lvl3pPr lvl="2" rtl="0" algn="ctr">
              <a:lnSpc>
                <a:spcPct val="100000"/>
              </a:lnSpc>
              <a:spcBef>
                <a:spcPts val="1600"/>
              </a:spcBef>
              <a:spcAft>
                <a:spcPts val="0"/>
              </a:spcAft>
              <a:buClr>
                <a:srgbClr val="E76A28"/>
              </a:buClr>
              <a:buSzPts val="1200"/>
              <a:buFont typeface="Nunito Light"/>
              <a:buChar char="■"/>
              <a:defRPr/>
            </a:lvl3pPr>
            <a:lvl4pPr lvl="3" rtl="0" algn="ctr">
              <a:lnSpc>
                <a:spcPct val="100000"/>
              </a:lnSpc>
              <a:spcBef>
                <a:spcPts val="1600"/>
              </a:spcBef>
              <a:spcAft>
                <a:spcPts val="0"/>
              </a:spcAft>
              <a:buClr>
                <a:srgbClr val="E76A28"/>
              </a:buClr>
              <a:buSzPts val="1200"/>
              <a:buFont typeface="Nunito Light"/>
              <a:buChar char="●"/>
              <a:defRPr/>
            </a:lvl4pPr>
            <a:lvl5pPr lvl="4" rtl="0" algn="ctr">
              <a:lnSpc>
                <a:spcPct val="100000"/>
              </a:lnSpc>
              <a:spcBef>
                <a:spcPts val="1600"/>
              </a:spcBef>
              <a:spcAft>
                <a:spcPts val="0"/>
              </a:spcAft>
              <a:buClr>
                <a:srgbClr val="E76A28"/>
              </a:buClr>
              <a:buSzPts val="1200"/>
              <a:buFont typeface="Nunito Light"/>
              <a:buChar char="○"/>
              <a:defRPr/>
            </a:lvl5pPr>
            <a:lvl6pPr lvl="5" rtl="0" algn="ctr">
              <a:lnSpc>
                <a:spcPct val="100000"/>
              </a:lnSpc>
              <a:spcBef>
                <a:spcPts val="1600"/>
              </a:spcBef>
              <a:spcAft>
                <a:spcPts val="0"/>
              </a:spcAft>
              <a:buClr>
                <a:srgbClr val="999999"/>
              </a:buClr>
              <a:buSzPts val="1200"/>
              <a:buFont typeface="Nunito Light"/>
              <a:buChar char="■"/>
              <a:defRPr/>
            </a:lvl6pPr>
            <a:lvl7pPr lvl="6" rtl="0" algn="ctr">
              <a:lnSpc>
                <a:spcPct val="100000"/>
              </a:lnSpc>
              <a:spcBef>
                <a:spcPts val="1600"/>
              </a:spcBef>
              <a:spcAft>
                <a:spcPts val="0"/>
              </a:spcAft>
              <a:buClr>
                <a:srgbClr val="999999"/>
              </a:buClr>
              <a:buSzPts val="1200"/>
              <a:buFont typeface="Nunito Light"/>
              <a:buChar char="●"/>
              <a:defRPr/>
            </a:lvl7pPr>
            <a:lvl8pPr lvl="7" rtl="0" algn="ctr">
              <a:lnSpc>
                <a:spcPct val="100000"/>
              </a:lnSpc>
              <a:spcBef>
                <a:spcPts val="1600"/>
              </a:spcBef>
              <a:spcAft>
                <a:spcPts val="0"/>
              </a:spcAft>
              <a:buClr>
                <a:srgbClr val="999999"/>
              </a:buClr>
              <a:buSzPts val="1200"/>
              <a:buFont typeface="Nunito Light"/>
              <a:buChar char="○"/>
              <a:defRPr/>
            </a:lvl8pPr>
            <a:lvl9pPr lvl="8" rtl="0" algn="ctr">
              <a:lnSpc>
                <a:spcPct val="100000"/>
              </a:lnSpc>
              <a:spcBef>
                <a:spcPts val="1600"/>
              </a:spcBef>
              <a:spcAft>
                <a:spcPts val="1600"/>
              </a:spcAft>
              <a:buClr>
                <a:srgbClr val="999999"/>
              </a:buClr>
              <a:buSzPts val="1200"/>
              <a:buFont typeface="Nunito Light"/>
              <a:buChar char="■"/>
              <a:defRPr/>
            </a:lvl9pPr>
          </a:lstStyle>
          <a:p/>
        </p:txBody>
      </p:sp>
      <p:sp>
        <p:nvSpPr>
          <p:cNvPr id="83" name="Google Shape;83;p7"/>
          <p:cNvSpPr/>
          <p:nvPr>
            <p:ph idx="2" type="pic"/>
          </p:nvPr>
        </p:nvSpPr>
        <p:spPr>
          <a:xfrm>
            <a:off x="5093776" y="540000"/>
            <a:ext cx="3113700" cy="4063500"/>
          </a:xfrm>
          <a:prstGeom prst="rect">
            <a:avLst/>
          </a:prstGeom>
          <a:noFill/>
          <a:ln>
            <a:noFill/>
          </a:ln>
        </p:spPr>
      </p:sp>
      <p:grpSp>
        <p:nvGrpSpPr>
          <p:cNvPr id="84" name="Google Shape;84;p7"/>
          <p:cNvGrpSpPr/>
          <p:nvPr/>
        </p:nvGrpSpPr>
        <p:grpSpPr>
          <a:xfrm>
            <a:off x="280375" y="186925"/>
            <a:ext cx="8583300" cy="4769475"/>
            <a:chOff x="280375" y="186925"/>
            <a:chExt cx="8583300" cy="4769475"/>
          </a:xfrm>
        </p:grpSpPr>
        <p:sp>
          <p:nvSpPr>
            <p:cNvPr id="85" name="Google Shape;85;p7"/>
            <p:cNvSpPr/>
            <p:nvPr/>
          </p:nvSpPr>
          <p:spPr>
            <a:xfrm flipH="1">
              <a:off x="280375"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6" name="Google Shape;86;p7"/>
            <p:cNvSpPr/>
            <p:nvPr/>
          </p:nvSpPr>
          <p:spPr>
            <a:xfrm>
              <a:off x="8676775" y="4769500"/>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7" name="Google Shape;87;p7"/>
            <p:cNvSpPr/>
            <p:nvPr/>
          </p:nvSpPr>
          <p:spPr>
            <a:xfrm flipH="1">
              <a:off x="647400" y="186925"/>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8" name="Google Shape;88;p7"/>
            <p:cNvSpPr/>
            <p:nvPr/>
          </p:nvSpPr>
          <p:spPr>
            <a:xfrm>
              <a:off x="8302975"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9" name="Shape 89"/>
        <p:cNvGrpSpPr/>
        <p:nvPr/>
      </p:nvGrpSpPr>
      <p:grpSpPr>
        <a:xfrm>
          <a:off x="0" y="0"/>
          <a:ext cx="0" cy="0"/>
          <a:chOff x="0" y="0"/>
          <a:chExt cx="0" cy="0"/>
        </a:xfrm>
      </p:grpSpPr>
      <p:sp>
        <p:nvSpPr>
          <p:cNvPr id="90" name="Google Shape;90;p8"/>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91" name="Google Shape;91;p8"/>
          <p:cNvGrpSpPr/>
          <p:nvPr/>
        </p:nvGrpSpPr>
        <p:grpSpPr>
          <a:xfrm rot="10800000">
            <a:off x="280300" y="186475"/>
            <a:ext cx="8584028" cy="4769800"/>
            <a:chOff x="280300" y="186475"/>
            <a:chExt cx="8584028" cy="4769800"/>
          </a:xfrm>
        </p:grpSpPr>
        <p:grpSp>
          <p:nvGrpSpPr>
            <p:cNvPr id="92" name="Google Shape;92;p8"/>
            <p:cNvGrpSpPr/>
            <p:nvPr/>
          </p:nvGrpSpPr>
          <p:grpSpPr>
            <a:xfrm flipH="1">
              <a:off x="280300" y="186475"/>
              <a:ext cx="553603" cy="186900"/>
              <a:chOff x="3213997" y="4769500"/>
              <a:chExt cx="553603" cy="186900"/>
            </a:xfrm>
          </p:grpSpPr>
          <p:sp>
            <p:nvSpPr>
              <p:cNvPr id="93" name="Google Shape;93;p8"/>
              <p:cNvSpPr/>
              <p:nvPr/>
            </p:nvSpPr>
            <p:spPr>
              <a:xfrm flipH="1">
                <a:off x="3580700"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4" name="Google Shape;94;p8"/>
              <p:cNvSpPr/>
              <p:nvPr/>
            </p:nvSpPr>
            <p:spPr>
              <a:xfrm flipH="1">
                <a:off x="3213997"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95" name="Google Shape;95;p8"/>
            <p:cNvGrpSpPr/>
            <p:nvPr/>
          </p:nvGrpSpPr>
          <p:grpSpPr>
            <a:xfrm>
              <a:off x="7556832" y="4769375"/>
              <a:ext cx="1307496" cy="186900"/>
              <a:chOff x="7556832" y="4769375"/>
              <a:chExt cx="1307496" cy="186900"/>
            </a:xfrm>
          </p:grpSpPr>
          <p:sp>
            <p:nvSpPr>
              <p:cNvPr id="96" name="Google Shape;96;p8"/>
              <p:cNvSpPr/>
              <p:nvPr/>
            </p:nvSpPr>
            <p:spPr>
              <a:xfrm>
                <a:off x="8310725" y="476937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7" name="Google Shape;97;p8"/>
              <p:cNvSpPr/>
              <p:nvPr/>
            </p:nvSpPr>
            <p:spPr>
              <a:xfrm>
                <a:off x="8677428" y="476937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8" name="Google Shape;98;p8"/>
              <p:cNvSpPr/>
              <p:nvPr/>
            </p:nvSpPr>
            <p:spPr>
              <a:xfrm>
                <a:off x="7556832" y="4769375"/>
                <a:ext cx="186900" cy="186900"/>
              </a:xfrm>
              <a:prstGeom prst="ellipse">
                <a:avLst/>
              </a:prstGeom>
              <a:solidFill>
                <a:srgbClr val="E0E0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9" name="Google Shape;99;p8"/>
              <p:cNvSpPr/>
              <p:nvPr/>
            </p:nvSpPr>
            <p:spPr>
              <a:xfrm>
                <a:off x="7925697" y="4769375"/>
                <a:ext cx="186900" cy="186900"/>
              </a:xfrm>
              <a:prstGeom prst="ellipse">
                <a:avLst/>
              </a:prstGeom>
              <a:solidFill>
                <a:srgbClr val="E0E0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0" name="Shape 100"/>
        <p:cNvGrpSpPr/>
        <p:nvPr/>
      </p:nvGrpSpPr>
      <p:grpSpPr>
        <a:xfrm>
          <a:off x="0" y="0"/>
          <a:ext cx="0" cy="0"/>
          <a:chOff x="0" y="0"/>
          <a:chExt cx="0" cy="0"/>
        </a:xfrm>
      </p:grpSpPr>
      <p:sp>
        <p:nvSpPr>
          <p:cNvPr id="101" name="Google Shape;101;p9"/>
          <p:cNvSpPr txBox="1"/>
          <p:nvPr>
            <p:ph type="title"/>
          </p:nvPr>
        </p:nvSpPr>
        <p:spPr>
          <a:xfrm>
            <a:off x="2135550" y="1189100"/>
            <a:ext cx="4872900" cy="1964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300"/>
              <a:buNone/>
              <a:defRPr sz="15000"/>
            </a:lvl1pPr>
            <a:lvl2pPr lvl="1" rtl="0" algn="ctr">
              <a:spcBef>
                <a:spcPts val="0"/>
              </a:spcBef>
              <a:spcAft>
                <a:spcPts val="0"/>
              </a:spcAft>
              <a:buSzPts val="2300"/>
              <a:buNone/>
              <a:defRPr/>
            </a:lvl2pPr>
            <a:lvl3pPr lvl="2" rtl="0" algn="ctr">
              <a:spcBef>
                <a:spcPts val="0"/>
              </a:spcBef>
              <a:spcAft>
                <a:spcPts val="0"/>
              </a:spcAft>
              <a:buSzPts val="2300"/>
              <a:buNone/>
              <a:defRPr/>
            </a:lvl3pPr>
            <a:lvl4pPr lvl="3" rtl="0" algn="ctr">
              <a:spcBef>
                <a:spcPts val="0"/>
              </a:spcBef>
              <a:spcAft>
                <a:spcPts val="0"/>
              </a:spcAft>
              <a:buSzPts val="2300"/>
              <a:buNone/>
              <a:defRPr/>
            </a:lvl4pPr>
            <a:lvl5pPr lvl="4" rtl="0" algn="ctr">
              <a:spcBef>
                <a:spcPts val="0"/>
              </a:spcBef>
              <a:spcAft>
                <a:spcPts val="0"/>
              </a:spcAft>
              <a:buSzPts val="2300"/>
              <a:buNone/>
              <a:defRPr/>
            </a:lvl5pPr>
            <a:lvl6pPr lvl="5" rtl="0" algn="ctr">
              <a:spcBef>
                <a:spcPts val="0"/>
              </a:spcBef>
              <a:spcAft>
                <a:spcPts val="0"/>
              </a:spcAft>
              <a:buSzPts val="2300"/>
              <a:buNone/>
              <a:defRPr/>
            </a:lvl6pPr>
            <a:lvl7pPr lvl="6" rtl="0" algn="ctr">
              <a:spcBef>
                <a:spcPts val="0"/>
              </a:spcBef>
              <a:spcAft>
                <a:spcPts val="0"/>
              </a:spcAft>
              <a:buSzPts val="2300"/>
              <a:buNone/>
              <a:defRPr/>
            </a:lvl7pPr>
            <a:lvl8pPr lvl="7" rtl="0" algn="ctr">
              <a:spcBef>
                <a:spcPts val="0"/>
              </a:spcBef>
              <a:spcAft>
                <a:spcPts val="0"/>
              </a:spcAft>
              <a:buSzPts val="2300"/>
              <a:buNone/>
              <a:defRPr/>
            </a:lvl8pPr>
            <a:lvl9pPr lvl="8" rtl="0" algn="ctr">
              <a:spcBef>
                <a:spcPts val="0"/>
              </a:spcBef>
              <a:spcAft>
                <a:spcPts val="0"/>
              </a:spcAft>
              <a:buSzPts val="2300"/>
              <a:buNone/>
              <a:defRPr/>
            </a:lvl9pPr>
          </a:lstStyle>
          <a:p/>
        </p:txBody>
      </p:sp>
      <p:sp>
        <p:nvSpPr>
          <p:cNvPr id="102" name="Google Shape;102;p9"/>
          <p:cNvSpPr txBox="1"/>
          <p:nvPr>
            <p:ph idx="1" type="subTitle"/>
          </p:nvPr>
        </p:nvSpPr>
        <p:spPr>
          <a:xfrm>
            <a:off x="2135550" y="3153500"/>
            <a:ext cx="4872900" cy="67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grpSp>
        <p:nvGrpSpPr>
          <p:cNvPr id="103" name="Google Shape;103;p9"/>
          <p:cNvGrpSpPr/>
          <p:nvPr/>
        </p:nvGrpSpPr>
        <p:grpSpPr>
          <a:xfrm flipH="1" rot="10800000">
            <a:off x="280300" y="186475"/>
            <a:ext cx="8584028" cy="4769800"/>
            <a:chOff x="280300" y="186475"/>
            <a:chExt cx="8584028" cy="4769800"/>
          </a:xfrm>
        </p:grpSpPr>
        <p:grpSp>
          <p:nvGrpSpPr>
            <p:cNvPr id="104" name="Google Shape;104;p9"/>
            <p:cNvGrpSpPr/>
            <p:nvPr/>
          </p:nvGrpSpPr>
          <p:grpSpPr>
            <a:xfrm flipH="1">
              <a:off x="280300" y="186475"/>
              <a:ext cx="553603" cy="186900"/>
              <a:chOff x="3213997" y="4769500"/>
              <a:chExt cx="553603" cy="186900"/>
            </a:xfrm>
          </p:grpSpPr>
          <p:sp>
            <p:nvSpPr>
              <p:cNvPr id="105" name="Google Shape;105;p9"/>
              <p:cNvSpPr/>
              <p:nvPr/>
            </p:nvSpPr>
            <p:spPr>
              <a:xfrm flipH="1">
                <a:off x="3580700" y="4769500"/>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6" name="Google Shape;106;p9"/>
              <p:cNvSpPr/>
              <p:nvPr/>
            </p:nvSpPr>
            <p:spPr>
              <a:xfrm flipH="1">
                <a:off x="3213997"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107" name="Google Shape;107;p9"/>
            <p:cNvGrpSpPr/>
            <p:nvPr/>
          </p:nvGrpSpPr>
          <p:grpSpPr>
            <a:xfrm>
              <a:off x="7556832" y="4769375"/>
              <a:ext cx="1307496" cy="186900"/>
              <a:chOff x="7556832" y="4769375"/>
              <a:chExt cx="1307496" cy="186900"/>
            </a:xfrm>
          </p:grpSpPr>
          <p:sp>
            <p:nvSpPr>
              <p:cNvPr id="108" name="Google Shape;108;p9"/>
              <p:cNvSpPr/>
              <p:nvPr/>
            </p:nvSpPr>
            <p:spPr>
              <a:xfrm>
                <a:off x="8310725" y="4769375"/>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9" name="Google Shape;109;p9"/>
              <p:cNvSpPr/>
              <p:nvPr/>
            </p:nvSpPr>
            <p:spPr>
              <a:xfrm>
                <a:off x="8677428" y="4769375"/>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10" name="Google Shape;110;p9"/>
              <p:cNvSpPr/>
              <p:nvPr/>
            </p:nvSpPr>
            <p:spPr>
              <a:xfrm>
                <a:off x="7556832" y="4769375"/>
                <a:ext cx="186900" cy="186900"/>
              </a:xfrm>
              <a:prstGeom prst="ellipse">
                <a:avLst/>
              </a:prstGeom>
              <a:solidFill>
                <a:srgbClr val="E0E0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11" name="Google Shape;111;p9"/>
              <p:cNvSpPr/>
              <p:nvPr/>
            </p:nvSpPr>
            <p:spPr>
              <a:xfrm>
                <a:off x="7925697" y="4769375"/>
                <a:ext cx="186900" cy="186900"/>
              </a:xfrm>
              <a:prstGeom prst="ellipse">
                <a:avLst/>
              </a:prstGeom>
              <a:solidFill>
                <a:srgbClr val="E0E0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2" name="Shape 112"/>
        <p:cNvGrpSpPr/>
        <p:nvPr/>
      </p:nvGrpSpPr>
      <p:grpSpPr>
        <a:xfrm>
          <a:off x="0" y="0"/>
          <a:ext cx="0" cy="0"/>
          <a:chOff x="0" y="0"/>
          <a:chExt cx="0" cy="0"/>
        </a:xfrm>
      </p:grpSpPr>
      <p:sp>
        <p:nvSpPr>
          <p:cNvPr id="113" name="Google Shape;113;p10"/>
          <p:cNvSpPr txBox="1"/>
          <p:nvPr>
            <p:ph type="title"/>
          </p:nvPr>
        </p:nvSpPr>
        <p:spPr>
          <a:xfrm>
            <a:off x="720000" y="4014450"/>
            <a:ext cx="7704000" cy="572700"/>
          </a:xfrm>
          <a:prstGeom prst="rect">
            <a:avLst/>
          </a:prstGeom>
          <a:solidFill>
            <a:schemeClr val="accent2"/>
          </a:solidFill>
        </p:spPr>
        <p:txBody>
          <a:bodyPr anchorCtr="0" anchor="t" bIns="91425" lIns="91425" spcFirstLastPara="1" rIns="91425" wrap="square" tIns="91425">
            <a:noAutofit/>
          </a:bodyPr>
          <a:lstStyle>
            <a:lvl1pPr lvl="0" rtl="0" algn="ctr">
              <a:spcBef>
                <a:spcPts val="0"/>
              </a:spcBef>
              <a:spcAft>
                <a:spcPts val="0"/>
              </a:spcAft>
              <a:buSzPts val="2300"/>
              <a:buNone/>
              <a:defRPr>
                <a:solidFill>
                  <a:schemeClr val="lt1"/>
                </a:solidFill>
              </a:defRPr>
            </a:lvl1pPr>
            <a:lvl2pPr lvl="1" rtl="0" algn="ctr">
              <a:spcBef>
                <a:spcPts val="0"/>
              </a:spcBef>
              <a:spcAft>
                <a:spcPts val="0"/>
              </a:spcAft>
              <a:buSzPts val="2300"/>
              <a:buNone/>
              <a:defRPr/>
            </a:lvl2pPr>
            <a:lvl3pPr lvl="2" rtl="0" algn="ctr">
              <a:spcBef>
                <a:spcPts val="0"/>
              </a:spcBef>
              <a:spcAft>
                <a:spcPts val="0"/>
              </a:spcAft>
              <a:buSzPts val="2300"/>
              <a:buNone/>
              <a:defRPr/>
            </a:lvl3pPr>
            <a:lvl4pPr lvl="3" rtl="0" algn="ctr">
              <a:spcBef>
                <a:spcPts val="0"/>
              </a:spcBef>
              <a:spcAft>
                <a:spcPts val="0"/>
              </a:spcAft>
              <a:buSzPts val="2300"/>
              <a:buNone/>
              <a:defRPr/>
            </a:lvl4pPr>
            <a:lvl5pPr lvl="4" rtl="0" algn="ctr">
              <a:spcBef>
                <a:spcPts val="0"/>
              </a:spcBef>
              <a:spcAft>
                <a:spcPts val="0"/>
              </a:spcAft>
              <a:buSzPts val="2300"/>
              <a:buNone/>
              <a:defRPr/>
            </a:lvl5pPr>
            <a:lvl6pPr lvl="5" rtl="0" algn="ctr">
              <a:spcBef>
                <a:spcPts val="0"/>
              </a:spcBef>
              <a:spcAft>
                <a:spcPts val="0"/>
              </a:spcAft>
              <a:buSzPts val="2300"/>
              <a:buNone/>
              <a:defRPr/>
            </a:lvl6pPr>
            <a:lvl7pPr lvl="6" rtl="0" algn="ctr">
              <a:spcBef>
                <a:spcPts val="0"/>
              </a:spcBef>
              <a:spcAft>
                <a:spcPts val="0"/>
              </a:spcAft>
              <a:buSzPts val="2300"/>
              <a:buNone/>
              <a:defRPr/>
            </a:lvl7pPr>
            <a:lvl8pPr lvl="7" rtl="0" algn="ctr">
              <a:spcBef>
                <a:spcPts val="0"/>
              </a:spcBef>
              <a:spcAft>
                <a:spcPts val="0"/>
              </a:spcAft>
              <a:buSzPts val="2300"/>
              <a:buNone/>
              <a:defRPr/>
            </a:lvl8pPr>
            <a:lvl9pPr lvl="8" rtl="0" algn="ctr">
              <a:spcBef>
                <a:spcPts val="0"/>
              </a:spcBef>
              <a:spcAft>
                <a:spcPts val="0"/>
              </a:spcAft>
              <a:buSzPts val="23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4" name="Shape 114"/>
        <p:cNvGrpSpPr/>
        <p:nvPr/>
      </p:nvGrpSpPr>
      <p:grpSpPr>
        <a:xfrm>
          <a:off x="0" y="0"/>
          <a:ext cx="0" cy="0"/>
          <a:chOff x="0" y="0"/>
          <a:chExt cx="0" cy="0"/>
        </a:xfrm>
      </p:grpSpPr>
      <p:sp>
        <p:nvSpPr>
          <p:cNvPr id="115" name="Google Shape;115;p11"/>
          <p:cNvSpPr txBox="1"/>
          <p:nvPr>
            <p:ph hasCustomPrompt="1" type="title"/>
          </p:nvPr>
        </p:nvSpPr>
        <p:spPr>
          <a:xfrm>
            <a:off x="713225" y="1795525"/>
            <a:ext cx="6693900" cy="1055100"/>
          </a:xfrm>
          <a:prstGeom prst="rect">
            <a:avLst/>
          </a:prstGeom>
        </p:spPr>
        <p:txBody>
          <a:bodyPr anchorCtr="0" anchor="b" bIns="91425" lIns="91425" spcFirstLastPara="1" rIns="91425" wrap="square" tIns="91425">
            <a:noAutofit/>
          </a:bodyPr>
          <a:lstStyle>
            <a:lvl1pPr lvl="0">
              <a:spcBef>
                <a:spcPts val="0"/>
              </a:spcBef>
              <a:spcAft>
                <a:spcPts val="0"/>
              </a:spcAft>
              <a:buSzPts val="9600"/>
              <a:buNone/>
              <a:defRPr sz="6000">
                <a:solidFill>
                  <a:schemeClr val="accent6"/>
                </a:solidFill>
                <a:latin typeface="Lexend Mega Light"/>
                <a:ea typeface="Lexend Mega Light"/>
                <a:cs typeface="Lexend Mega Light"/>
                <a:sym typeface="Lexend Mega Light"/>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16" name="Google Shape;116;p11"/>
          <p:cNvSpPr txBox="1"/>
          <p:nvPr>
            <p:ph idx="1" type="subTitle"/>
          </p:nvPr>
        </p:nvSpPr>
        <p:spPr>
          <a:xfrm>
            <a:off x="713225" y="2850875"/>
            <a:ext cx="6693900" cy="497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400"/>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grpSp>
        <p:nvGrpSpPr>
          <p:cNvPr id="117" name="Google Shape;117;p11"/>
          <p:cNvGrpSpPr/>
          <p:nvPr/>
        </p:nvGrpSpPr>
        <p:grpSpPr>
          <a:xfrm flipH="1">
            <a:off x="280375" y="186925"/>
            <a:ext cx="8583300" cy="4769475"/>
            <a:chOff x="280375" y="186925"/>
            <a:chExt cx="8583300" cy="4769475"/>
          </a:xfrm>
        </p:grpSpPr>
        <p:sp>
          <p:nvSpPr>
            <p:cNvPr id="118" name="Google Shape;118;p11"/>
            <p:cNvSpPr/>
            <p:nvPr/>
          </p:nvSpPr>
          <p:spPr>
            <a:xfrm flipH="1">
              <a:off x="280375"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19" name="Google Shape;119;p11"/>
            <p:cNvSpPr/>
            <p:nvPr/>
          </p:nvSpPr>
          <p:spPr>
            <a:xfrm>
              <a:off x="8676775"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20" name="Google Shape;120;p11"/>
            <p:cNvSpPr/>
            <p:nvPr/>
          </p:nvSpPr>
          <p:spPr>
            <a:xfrm flipH="1">
              <a:off x="647400" y="186925"/>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21" name="Google Shape;121;p11"/>
            <p:cNvSpPr/>
            <p:nvPr/>
          </p:nvSpPr>
          <p:spPr>
            <a:xfrm>
              <a:off x="8302975" y="4769500"/>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23" name="Shape 123"/>
        <p:cNvGrpSpPr/>
        <p:nvPr/>
      </p:nvGrpSpPr>
      <p:grpSpPr>
        <a:xfrm>
          <a:off x="0" y="0"/>
          <a:ext cx="0" cy="0"/>
          <a:chOff x="0" y="0"/>
          <a:chExt cx="0" cy="0"/>
        </a:xfrm>
      </p:grpSpPr>
      <p:sp>
        <p:nvSpPr>
          <p:cNvPr id="124" name="Google Shape;124;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300"/>
              <a:buNone/>
              <a:defRPr/>
            </a:lvl1pPr>
            <a:lvl2pPr lvl="1" rtl="0">
              <a:spcBef>
                <a:spcPts val="0"/>
              </a:spcBef>
              <a:spcAft>
                <a:spcPts val="0"/>
              </a:spcAft>
              <a:buSzPts val="2300"/>
              <a:buNone/>
              <a:defRPr/>
            </a:lvl2pPr>
            <a:lvl3pPr lvl="2" rtl="0">
              <a:spcBef>
                <a:spcPts val="0"/>
              </a:spcBef>
              <a:spcAft>
                <a:spcPts val="0"/>
              </a:spcAft>
              <a:buSzPts val="2300"/>
              <a:buNone/>
              <a:defRPr/>
            </a:lvl3pPr>
            <a:lvl4pPr lvl="3" rtl="0">
              <a:spcBef>
                <a:spcPts val="0"/>
              </a:spcBef>
              <a:spcAft>
                <a:spcPts val="0"/>
              </a:spcAft>
              <a:buSzPts val="2300"/>
              <a:buNone/>
              <a:defRPr/>
            </a:lvl4pPr>
            <a:lvl5pPr lvl="4" rtl="0">
              <a:spcBef>
                <a:spcPts val="0"/>
              </a:spcBef>
              <a:spcAft>
                <a:spcPts val="0"/>
              </a:spcAft>
              <a:buSzPts val="2300"/>
              <a:buNone/>
              <a:defRPr/>
            </a:lvl5pPr>
            <a:lvl6pPr lvl="5" rtl="0">
              <a:spcBef>
                <a:spcPts val="0"/>
              </a:spcBef>
              <a:spcAft>
                <a:spcPts val="0"/>
              </a:spcAft>
              <a:buSzPts val="2300"/>
              <a:buNone/>
              <a:defRPr/>
            </a:lvl6pPr>
            <a:lvl7pPr lvl="6" rtl="0">
              <a:spcBef>
                <a:spcPts val="0"/>
              </a:spcBef>
              <a:spcAft>
                <a:spcPts val="0"/>
              </a:spcAft>
              <a:buSzPts val="2300"/>
              <a:buNone/>
              <a:defRPr/>
            </a:lvl7pPr>
            <a:lvl8pPr lvl="7" rtl="0">
              <a:spcBef>
                <a:spcPts val="0"/>
              </a:spcBef>
              <a:spcAft>
                <a:spcPts val="0"/>
              </a:spcAft>
              <a:buSzPts val="2300"/>
              <a:buNone/>
              <a:defRPr/>
            </a:lvl8pPr>
            <a:lvl9pPr lvl="8" rtl="0">
              <a:spcBef>
                <a:spcPts val="0"/>
              </a:spcBef>
              <a:spcAft>
                <a:spcPts val="0"/>
              </a:spcAft>
              <a:buSzPts val="2300"/>
              <a:buNone/>
              <a:defRPr/>
            </a:lvl9pPr>
          </a:lstStyle>
          <a:p/>
        </p:txBody>
      </p:sp>
      <p:sp>
        <p:nvSpPr>
          <p:cNvPr id="125" name="Google Shape;125;p13"/>
          <p:cNvSpPr txBox="1"/>
          <p:nvPr>
            <p:ph hasCustomPrompt="1" idx="2" type="title"/>
          </p:nvPr>
        </p:nvSpPr>
        <p:spPr>
          <a:xfrm>
            <a:off x="713232" y="1557083"/>
            <a:ext cx="10791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solidFill>
                  <a:schemeClr val="accent6"/>
                </a:solidFill>
                <a:latin typeface="Lexend Mega Light"/>
                <a:ea typeface="Lexend Mega Light"/>
                <a:cs typeface="Lexend Mega Light"/>
                <a:sym typeface="Lexend Mega Ligh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6" name="Google Shape;126;p13"/>
          <p:cNvSpPr txBox="1"/>
          <p:nvPr>
            <p:ph hasCustomPrompt="1" idx="3" type="title"/>
          </p:nvPr>
        </p:nvSpPr>
        <p:spPr>
          <a:xfrm>
            <a:off x="713232" y="3142891"/>
            <a:ext cx="10791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solidFill>
                  <a:schemeClr val="accent6"/>
                </a:solidFill>
                <a:latin typeface="Lexend Mega Light"/>
                <a:ea typeface="Lexend Mega Light"/>
                <a:cs typeface="Lexend Mega Light"/>
                <a:sym typeface="Lexend Mega Ligh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7" name="Google Shape;127;p13"/>
          <p:cNvSpPr txBox="1"/>
          <p:nvPr>
            <p:ph hasCustomPrompt="1" idx="4" type="title"/>
          </p:nvPr>
        </p:nvSpPr>
        <p:spPr>
          <a:xfrm>
            <a:off x="3474720" y="1557083"/>
            <a:ext cx="10791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solidFill>
                  <a:schemeClr val="accent6"/>
                </a:solidFill>
                <a:latin typeface="Lexend Mega Light"/>
                <a:ea typeface="Lexend Mega Light"/>
                <a:cs typeface="Lexend Mega Light"/>
                <a:sym typeface="Lexend Mega Ligh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8" name="Google Shape;128;p13"/>
          <p:cNvSpPr txBox="1"/>
          <p:nvPr>
            <p:ph hasCustomPrompt="1" idx="5" type="title"/>
          </p:nvPr>
        </p:nvSpPr>
        <p:spPr>
          <a:xfrm>
            <a:off x="3474720" y="3142891"/>
            <a:ext cx="10791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solidFill>
                  <a:schemeClr val="accent6"/>
                </a:solidFill>
                <a:latin typeface="Lexend Mega Light"/>
                <a:ea typeface="Lexend Mega Light"/>
                <a:cs typeface="Lexend Mega Light"/>
                <a:sym typeface="Lexend Mega Ligh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9" name="Google Shape;129;p13"/>
          <p:cNvSpPr txBox="1"/>
          <p:nvPr>
            <p:ph hasCustomPrompt="1" idx="6" type="title"/>
          </p:nvPr>
        </p:nvSpPr>
        <p:spPr>
          <a:xfrm>
            <a:off x="6227064" y="1557083"/>
            <a:ext cx="10791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solidFill>
                  <a:schemeClr val="accent6"/>
                </a:solidFill>
                <a:latin typeface="Lexend Mega Light"/>
                <a:ea typeface="Lexend Mega Light"/>
                <a:cs typeface="Lexend Mega Light"/>
                <a:sym typeface="Lexend Mega Ligh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0" name="Google Shape;130;p13"/>
          <p:cNvSpPr txBox="1"/>
          <p:nvPr>
            <p:ph hasCustomPrompt="1" idx="7" type="title"/>
          </p:nvPr>
        </p:nvSpPr>
        <p:spPr>
          <a:xfrm>
            <a:off x="6227064" y="3142891"/>
            <a:ext cx="10791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solidFill>
                  <a:schemeClr val="accent6"/>
                </a:solidFill>
                <a:latin typeface="Lexend Mega Light"/>
                <a:ea typeface="Lexend Mega Light"/>
                <a:cs typeface="Lexend Mega Light"/>
                <a:sym typeface="Lexend Mega Ligh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1" name="Google Shape;131;p13"/>
          <p:cNvSpPr txBox="1"/>
          <p:nvPr>
            <p:ph idx="1" type="subTitle"/>
          </p:nvPr>
        </p:nvSpPr>
        <p:spPr>
          <a:xfrm>
            <a:off x="713232" y="1928775"/>
            <a:ext cx="2194500" cy="394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32" name="Google Shape;132;p13"/>
          <p:cNvSpPr txBox="1"/>
          <p:nvPr>
            <p:ph idx="8" type="subTitle"/>
          </p:nvPr>
        </p:nvSpPr>
        <p:spPr>
          <a:xfrm>
            <a:off x="3474720" y="1928775"/>
            <a:ext cx="2194500" cy="394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33" name="Google Shape;133;p13"/>
          <p:cNvSpPr txBox="1"/>
          <p:nvPr>
            <p:ph idx="9" type="subTitle"/>
          </p:nvPr>
        </p:nvSpPr>
        <p:spPr>
          <a:xfrm>
            <a:off x="6227064" y="1928775"/>
            <a:ext cx="2194500" cy="394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34" name="Google Shape;134;p13"/>
          <p:cNvSpPr txBox="1"/>
          <p:nvPr>
            <p:ph idx="13" type="subTitle"/>
          </p:nvPr>
        </p:nvSpPr>
        <p:spPr>
          <a:xfrm>
            <a:off x="713232" y="3514650"/>
            <a:ext cx="2194500" cy="394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35" name="Google Shape;135;p13"/>
          <p:cNvSpPr txBox="1"/>
          <p:nvPr>
            <p:ph idx="14" type="subTitle"/>
          </p:nvPr>
        </p:nvSpPr>
        <p:spPr>
          <a:xfrm>
            <a:off x="3474720" y="3514650"/>
            <a:ext cx="2194500" cy="394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36" name="Google Shape;136;p13"/>
          <p:cNvSpPr txBox="1"/>
          <p:nvPr>
            <p:ph idx="15" type="subTitle"/>
          </p:nvPr>
        </p:nvSpPr>
        <p:spPr>
          <a:xfrm>
            <a:off x="6227064" y="3514650"/>
            <a:ext cx="2194500" cy="394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137" name="Google Shape;137;p13"/>
          <p:cNvGrpSpPr/>
          <p:nvPr/>
        </p:nvGrpSpPr>
        <p:grpSpPr>
          <a:xfrm>
            <a:off x="280300" y="186475"/>
            <a:ext cx="8584028" cy="4769800"/>
            <a:chOff x="280300" y="186475"/>
            <a:chExt cx="8584028" cy="4769800"/>
          </a:xfrm>
        </p:grpSpPr>
        <p:grpSp>
          <p:nvGrpSpPr>
            <p:cNvPr id="138" name="Google Shape;138;p13"/>
            <p:cNvGrpSpPr/>
            <p:nvPr/>
          </p:nvGrpSpPr>
          <p:grpSpPr>
            <a:xfrm>
              <a:off x="280300" y="186475"/>
              <a:ext cx="1297219" cy="186900"/>
              <a:chOff x="280300" y="186475"/>
              <a:chExt cx="1297219" cy="186900"/>
            </a:xfrm>
          </p:grpSpPr>
          <p:grpSp>
            <p:nvGrpSpPr>
              <p:cNvPr id="139" name="Google Shape;139;p13"/>
              <p:cNvGrpSpPr/>
              <p:nvPr/>
            </p:nvGrpSpPr>
            <p:grpSpPr>
              <a:xfrm flipH="1">
                <a:off x="280300" y="186475"/>
                <a:ext cx="553603" cy="186900"/>
                <a:chOff x="3213997" y="4769500"/>
                <a:chExt cx="553603" cy="186900"/>
              </a:xfrm>
            </p:grpSpPr>
            <p:sp>
              <p:nvSpPr>
                <p:cNvPr id="140" name="Google Shape;140;p13"/>
                <p:cNvSpPr/>
                <p:nvPr/>
              </p:nvSpPr>
              <p:spPr>
                <a:xfrm flipH="1">
                  <a:off x="3580700" y="4769500"/>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41" name="Google Shape;141;p13"/>
                <p:cNvSpPr/>
                <p:nvPr/>
              </p:nvSpPr>
              <p:spPr>
                <a:xfrm flipH="1">
                  <a:off x="3213997" y="4769500"/>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142" name="Google Shape;142;p13"/>
              <p:cNvGrpSpPr/>
              <p:nvPr/>
            </p:nvGrpSpPr>
            <p:grpSpPr>
              <a:xfrm flipH="1">
                <a:off x="1023916" y="186475"/>
                <a:ext cx="553603" cy="186900"/>
                <a:chOff x="3213997" y="4769500"/>
                <a:chExt cx="553603" cy="186900"/>
              </a:xfrm>
            </p:grpSpPr>
            <p:sp>
              <p:nvSpPr>
                <p:cNvPr id="143" name="Google Shape;143;p13"/>
                <p:cNvSpPr/>
                <p:nvPr/>
              </p:nvSpPr>
              <p:spPr>
                <a:xfrm flipH="1">
                  <a:off x="3580700"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44" name="Google Shape;144;p13"/>
                <p:cNvSpPr/>
                <p:nvPr/>
              </p:nvSpPr>
              <p:spPr>
                <a:xfrm flipH="1">
                  <a:off x="3213997"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grpSp>
          <p:nvGrpSpPr>
            <p:cNvPr id="145" name="Google Shape;145;p13"/>
            <p:cNvGrpSpPr/>
            <p:nvPr/>
          </p:nvGrpSpPr>
          <p:grpSpPr>
            <a:xfrm>
              <a:off x="7556832" y="4769375"/>
              <a:ext cx="1307496" cy="186900"/>
              <a:chOff x="7556832" y="4769375"/>
              <a:chExt cx="1307496" cy="186900"/>
            </a:xfrm>
          </p:grpSpPr>
          <p:sp>
            <p:nvSpPr>
              <p:cNvPr id="146" name="Google Shape;146;p13"/>
              <p:cNvSpPr/>
              <p:nvPr/>
            </p:nvSpPr>
            <p:spPr>
              <a:xfrm>
                <a:off x="8310725" y="4769375"/>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47" name="Google Shape;147;p13"/>
              <p:cNvSpPr/>
              <p:nvPr/>
            </p:nvSpPr>
            <p:spPr>
              <a:xfrm>
                <a:off x="8677428" y="4769375"/>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48" name="Google Shape;148;p13"/>
              <p:cNvSpPr/>
              <p:nvPr/>
            </p:nvSpPr>
            <p:spPr>
              <a:xfrm>
                <a:off x="7556832" y="476937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49" name="Google Shape;149;p13"/>
              <p:cNvSpPr/>
              <p:nvPr/>
            </p:nvSpPr>
            <p:spPr>
              <a:xfrm>
                <a:off x="7925697" y="476937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50" name="Shape 150"/>
        <p:cNvGrpSpPr/>
        <p:nvPr/>
      </p:nvGrpSpPr>
      <p:grpSpPr>
        <a:xfrm>
          <a:off x="0" y="0"/>
          <a:ext cx="0" cy="0"/>
          <a:chOff x="0" y="0"/>
          <a:chExt cx="0" cy="0"/>
        </a:xfrm>
      </p:grpSpPr>
      <p:sp>
        <p:nvSpPr>
          <p:cNvPr id="151" name="Google Shape;151;p14"/>
          <p:cNvSpPr txBox="1"/>
          <p:nvPr>
            <p:ph type="title"/>
          </p:nvPr>
        </p:nvSpPr>
        <p:spPr>
          <a:xfrm>
            <a:off x="2273075" y="3134550"/>
            <a:ext cx="4597800" cy="5319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sz="24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52" name="Google Shape;152;p14"/>
          <p:cNvSpPr txBox="1"/>
          <p:nvPr>
            <p:ph idx="1" type="subTitle"/>
          </p:nvPr>
        </p:nvSpPr>
        <p:spPr>
          <a:xfrm>
            <a:off x="2273125" y="1477050"/>
            <a:ext cx="4597800" cy="16230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SzPts val="3000"/>
              <a:buNone/>
              <a:defRPr sz="2400"/>
            </a:lvl1pPr>
            <a:lvl2pPr lvl="1" rtl="0" algn="ctr">
              <a:lnSpc>
                <a:spcPct val="100000"/>
              </a:lnSpc>
              <a:spcBef>
                <a:spcPts val="0"/>
              </a:spcBef>
              <a:spcAft>
                <a:spcPts val="0"/>
              </a:spcAft>
              <a:buSzPts val="3000"/>
              <a:buNone/>
              <a:defRPr sz="3000"/>
            </a:lvl2pPr>
            <a:lvl3pPr lvl="2" rtl="0" algn="ctr">
              <a:lnSpc>
                <a:spcPct val="100000"/>
              </a:lnSpc>
              <a:spcBef>
                <a:spcPts val="1600"/>
              </a:spcBef>
              <a:spcAft>
                <a:spcPts val="0"/>
              </a:spcAft>
              <a:buSzPts val="3000"/>
              <a:buNone/>
              <a:defRPr sz="3000"/>
            </a:lvl3pPr>
            <a:lvl4pPr lvl="3" rtl="0" algn="ctr">
              <a:lnSpc>
                <a:spcPct val="100000"/>
              </a:lnSpc>
              <a:spcBef>
                <a:spcPts val="1600"/>
              </a:spcBef>
              <a:spcAft>
                <a:spcPts val="0"/>
              </a:spcAft>
              <a:buSzPts val="3000"/>
              <a:buNone/>
              <a:defRPr sz="3000"/>
            </a:lvl4pPr>
            <a:lvl5pPr lvl="4" rtl="0" algn="ctr">
              <a:lnSpc>
                <a:spcPct val="100000"/>
              </a:lnSpc>
              <a:spcBef>
                <a:spcPts val="1600"/>
              </a:spcBef>
              <a:spcAft>
                <a:spcPts val="0"/>
              </a:spcAft>
              <a:buSzPts val="3000"/>
              <a:buNone/>
              <a:defRPr sz="3000"/>
            </a:lvl5pPr>
            <a:lvl6pPr lvl="5" rtl="0" algn="ctr">
              <a:lnSpc>
                <a:spcPct val="100000"/>
              </a:lnSpc>
              <a:spcBef>
                <a:spcPts val="1600"/>
              </a:spcBef>
              <a:spcAft>
                <a:spcPts val="0"/>
              </a:spcAft>
              <a:buSzPts val="3000"/>
              <a:buNone/>
              <a:defRPr sz="3000"/>
            </a:lvl6pPr>
            <a:lvl7pPr lvl="6" rtl="0" algn="ctr">
              <a:lnSpc>
                <a:spcPct val="100000"/>
              </a:lnSpc>
              <a:spcBef>
                <a:spcPts val="1600"/>
              </a:spcBef>
              <a:spcAft>
                <a:spcPts val="0"/>
              </a:spcAft>
              <a:buSzPts val="3000"/>
              <a:buNone/>
              <a:defRPr sz="3000"/>
            </a:lvl7pPr>
            <a:lvl8pPr lvl="7" rtl="0" algn="ctr">
              <a:lnSpc>
                <a:spcPct val="100000"/>
              </a:lnSpc>
              <a:spcBef>
                <a:spcPts val="1600"/>
              </a:spcBef>
              <a:spcAft>
                <a:spcPts val="0"/>
              </a:spcAft>
              <a:buSzPts val="3000"/>
              <a:buNone/>
              <a:defRPr sz="3000"/>
            </a:lvl8pPr>
            <a:lvl9pPr lvl="8" rtl="0" algn="ctr">
              <a:lnSpc>
                <a:spcPct val="100000"/>
              </a:lnSpc>
              <a:spcBef>
                <a:spcPts val="1600"/>
              </a:spcBef>
              <a:spcAft>
                <a:spcPts val="1600"/>
              </a:spcAft>
              <a:buSzPts val="3000"/>
              <a:buNone/>
              <a:defRPr sz="3000"/>
            </a:lvl9pPr>
          </a:lstStyle>
          <a:p/>
        </p:txBody>
      </p:sp>
      <p:grpSp>
        <p:nvGrpSpPr>
          <p:cNvPr id="153" name="Google Shape;153;p14"/>
          <p:cNvGrpSpPr/>
          <p:nvPr/>
        </p:nvGrpSpPr>
        <p:grpSpPr>
          <a:xfrm>
            <a:off x="280375" y="186925"/>
            <a:ext cx="8583300" cy="4769475"/>
            <a:chOff x="280375" y="186925"/>
            <a:chExt cx="8583300" cy="4769475"/>
          </a:xfrm>
        </p:grpSpPr>
        <p:grpSp>
          <p:nvGrpSpPr>
            <p:cNvPr id="154" name="Google Shape;154;p14"/>
            <p:cNvGrpSpPr/>
            <p:nvPr/>
          </p:nvGrpSpPr>
          <p:grpSpPr>
            <a:xfrm>
              <a:off x="280375" y="4769500"/>
              <a:ext cx="1287008" cy="186900"/>
              <a:chOff x="280375" y="4769500"/>
              <a:chExt cx="1287008" cy="186900"/>
            </a:xfrm>
          </p:grpSpPr>
          <p:sp>
            <p:nvSpPr>
              <p:cNvPr id="155" name="Google Shape;155;p14"/>
              <p:cNvSpPr/>
              <p:nvPr/>
            </p:nvSpPr>
            <p:spPr>
              <a:xfrm rot="10800000">
                <a:off x="1380483"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56" name="Google Shape;156;p14"/>
              <p:cNvSpPr/>
              <p:nvPr/>
            </p:nvSpPr>
            <p:spPr>
              <a:xfrm rot="10800000">
                <a:off x="1013781"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57" name="Google Shape;157;p14"/>
              <p:cNvSpPr/>
              <p:nvPr/>
            </p:nvSpPr>
            <p:spPr>
              <a:xfrm rot="10800000">
                <a:off x="647078" y="4769500"/>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58" name="Google Shape;158;p14"/>
              <p:cNvSpPr/>
              <p:nvPr/>
            </p:nvSpPr>
            <p:spPr>
              <a:xfrm rot="10800000">
                <a:off x="280375" y="4769500"/>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159" name="Google Shape;159;p14"/>
            <p:cNvGrpSpPr/>
            <p:nvPr/>
          </p:nvGrpSpPr>
          <p:grpSpPr>
            <a:xfrm rot="10800000">
              <a:off x="5376450" y="186925"/>
              <a:ext cx="3487225" cy="186900"/>
              <a:chOff x="280375" y="4769500"/>
              <a:chExt cx="3487225" cy="186900"/>
            </a:xfrm>
          </p:grpSpPr>
          <p:sp>
            <p:nvSpPr>
              <p:cNvPr id="160" name="Google Shape;160;p14"/>
              <p:cNvSpPr/>
              <p:nvPr/>
            </p:nvSpPr>
            <p:spPr>
              <a:xfrm flipH="1">
                <a:off x="1747186" y="4769500"/>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61" name="Google Shape;161;p14"/>
              <p:cNvSpPr/>
              <p:nvPr/>
            </p:nvSpPr>
            <p:spPr>
              <a:xfrm flipH="1">
                <a:off x="1380483" y="4769500"/>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62" name="Google Shape;162;p14"/>
              <p:cNvSpPr/>
              <p:nvPr/>
            </p:nvSpPr>
            <p:spPr>
              <a:xfrm flipH="1">
                <a:off x="1013781" y="4769500"/>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63" name="Google Shape;163;p14"/>
              <p:cNvSpPr/>
              <p:nvPr/>
            </p:nvSpPr>
            <p:spPr>
              <a:xfrm flipH="1">
                <a:off x="647078" y="4769500"/>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64" name="Google Shape;164;p14"/>
              <p:cNvSpPr/>
              <p:nvPr/>
            </p:nvSpPr>
            <p:spPr>
              <a:xfrm flipH="1">
                <a:off x="280375" y="4769500"/>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65" name="Google Shape;165;p14"/>
              <p:cNvSpPr/>
              <p:nvPr/>
            </p:nvSpPr>
            <p:spPr>
              <a:xfrm flipH="1">
                <a:off x="3580700"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66" name="Google Shape;166;p14"/>
              <p:cNvSpPr/>
              <p:nvPr/>
            </p:nvSpPr>
            <p:spPr>
              <a:xfrm flipH="1">
                <a:off x="3213997"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67" name="Google Shape;167;p14"/>
              <p:cNvSpPr/>
              <p:nvPr/>
            </p:nvSpPr>
            <p:spPr>
              <a:xfrm flipH="1">
                <a:off x="2847294"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68" name="Google Shape;168;p14"/>
              <p:cNvSpPr/>
              <p:nvPr/>
            </p:nvSpPr>
            <p:spPr>
              <a:xfrm flipH="1">
                <a:off x="2480592"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69" name="Google Shape;169;p14"/>
              <p:cNvSpPr/>
              <p:nvPr/>
            </p:nvSpPr>
            <p:spPr>
              <a:xfrm flipH="1">
                <a:off x="2113889"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_1">
    <p:spTree>
      <p:nvGrpSpPr>
        <p:cNvPr id="170" name="Shape 170"/>
        <p:cNvGrpSpPr/>
        <p:nvPr/>
      </p:nvGrpSpPr>
      <p:grpSpPr>
        <a:xfrm>
          <a:off x="0" y="0"/>
          <a:ext cx="0" cy="0"/>
          <a:chOff x="0" y="0"/>
          <a:chExt cx="0" cy="0"/>
        </a:xfrm>
      </p:grpSpPr>
      <p:sp>
        <p:nvSpPr>
          <p:cNvPr id="171" name="Google Shape;171;p15"/>
          <p:cNvSpPr txBox="1"/>
          <p:nvPr>
            <p:ph type="title"/>
          </p:nvPr>
        </p:nvSpPr>
        <p:spPr>
          <a:xfrm>
            <a:off x="713225" y="539500"/>
            <a:ext cx="3915900" cy="455700"/>
          </a:xfrm>
          <a:prstGeom prst="rect">
            <a:avLst/>
          </a:prstGeom>
        </p:spPr>
        <p:txBody>
          <a:bodyPr anchorCtr="0" anchor="t" bIns="91425" lIns="91425" spcFirstLastPara="1" rIns="91425" wrap="square" tIns="91425">
            <a:noAutofit/>
          </a:bodyPr>
          <a:lstStyle>
            <a:lvl1pPr lvl="0" rtl="0">
              <a:spcBef>
                <a:spcPts val="0"/>
              </a:spcBef>
              <a:spcAft>
                <a:spcPts val="0"/>
              </a:spcAft>
              <a:buSzPts val="2300"/>
              <a:buNone/>
              <a:defRPr/>
            </a:lvl1pPr>
            <a:lvl2pPr lvl="1" rtl="0">
              <a:spcBef>
                <a:spcPts val="0"/>
              </a:spcBef>
              <a:spcAft>
                <a:spcPts val="0"/>
              </a:spcAft>
              <a:buSzPts val="2300"/>
              <a:buNone/>
              <a:defRPr/>
            </a:lvl2pPr>
            <a:lvl3pPr lvl="2" rtl="0">
              <a:spcBef>
                <a:spcPts val="0"/>
              </a:spcBef>
              <a:spcAft>
                <a:spcPts val="0"/>
              </a:spcAft>
              <a:buSzPts val="2300"/>
              <a:buNone/>
              <a:defRPr/>
            </a:lvl3pPr>
            <a:lvl4pPr lvl="3" rtl="0">
              <a:spcBef>
                <a:spcPts val="0"/>
              </a:spcBef>
              <a:spcAft>
                <a:spcPts val="0"/>
              </a:spcAft>
              <a:buSzPts val="2300"/>
              <a:buNone/>
              <a:defRPr/>
            </a:lvl4pPr>
            <a:lvl5pPr lvl="4" rtl="0">
              <a:spcBef>
                <a:spcPts val="0"/>
              </a:spcBef>
              <a:spcAft>
                <a:spcPts val="0"/>
              </a:spcAft>
              <a:buSzPts val="2300"/>
              <a:buNone/>
              <a:defRPr/>
            </a:lvl5pPr>
            <a:lvl6pPr lvl="5" rtl="0">
              <a:spcBef>
                <a:spcPts val="0"/>
              </a:spcBef>
              <a:spcAft>
                <a:spcPts val="0"/>
              </a:spcAft>
              <a:buSzPts val="2300"/>
              <a:buNone/>
              <a:defRPr/>
            </a:lvl6pPr>
            <a:lvl7pPr lvl="6" rtl="0">
              <a:spcBef>
                <a:spcPts val="0"/>
              </a:spcBef>
              <a:spcAft>
                <a:spcPts val="0"/>
              </a:spcAft>
              <a:buSzPts val="2300"/>
              <a:buNone/>
              <a:defRPr/>
            </a:lvl7pPr>
            <a:lvl8pPr lvl="7" rtl="0">
              <a:spcBef>
                <a:spcPts val="0"/>
              </a:spcBef>
              <a:spcAft>
                <a:spcPts val="0"/>
              </a:spcAft>
              <a:buSzPts val="2300"/>
              <a:buNone/>
              <a:defRPr/>
            </a:lvl8pPr>
            <a:lvl9pPr lvl="8" rtl="0">
              <a:spcBef>
                <a:spcPts val="0"/>
              </a:spcBef>
              <a:spcAft>
                <a:spcPts val="0"/>
              </a:spcAft>
              <a:buSzPts val="2300"/>
              <a:buNone/>
              <a:defRPr/>
            </a:lvl9pPr>
          </a:lstStyle>
          <a:p/>
        </p:txBody>
      </p:sp>
      <p:sp>
        <p:nvSpPr>
          <p:cNvPr id="172" name="Google Shape;172;p15"/>
          <p:cNvSpPr txBox="1"/>
          <p:nvPr>
            <p:ph idx="1" type="subTitle"/>
          </p:nvPr>
        </p:nvSpPr>
        <p:spPr>
          <a:xfrm>
            <a:off x="713225" y="995200"/>
            <a:ext cx="3915900" cy="69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73" name="Google Shape;173;p15"/>
          <p:cNvSpPr/>
          <p:nvPr>
            <p:ph idx="2" type="pic"/>
          </p:nvPr>
        </p:nvSpPr>
        <p:spPr>
          <a:xfrm>
            <a:off x="5629675" y="547051"/>
            <a:ext cx="2801100" cy="4049400"/>
          </a:xfrm>
          <a:prstGeom prst="rect">
            <a:avLst/>
          </a:prstGeom>
          <a:noFill/>
          <a:ln>
            <a:noFill/>
          </a:ln>
        </p:spPr>
      </p:sp>
      <p:sp>
        <p:nvSpPr>
          <p:cNvPr id="174" name="Google Shape;174;p15"/>
          <p:cNvSpPr/>
          <p:nvPr>
            <p:ph idx="3" type="pic"/>
          </p:nvPr>
        </p:nvSpPr>
        <p:spPr>
          <a:xfrm>
            <a:off x="2352039" y="1943850"/>
            <a:ext cx="1505700" cy="2652600"/>
          </a:xfrm>
          <a:prstGeom prst="rect">
            <a:avLst/>
          </a:prstGeom>
          <a:noFill/>
          <a:ln>
            <a:noFill/>
          </a:ln>
        </p:spPr>
      </p:sp>
      <p:sp>
        <p:nvSpPr>
          <p:cNvPr id="175" name="Google Shape;175;p15"/>
          <p:cNvSpPr/>
          <p:nvPr>
            <p:ph idx="4" type="pic"/>
          </p:nvPr>
        </p:nvSpPr>
        <p:spPr>
          <a:xfrm>
            <a:off x="3990853" y="1943850"/>
            <a:ext cx="1505700" cy="2652600"/>
          </a:xfrm>
          <a:prstGeom prst="rect">
            <a:avLst/>
          </a:prstGeom>
          <a:noFill/>
          <a:ln>
            <a:noFill/>
          </a:ln>
        </p:spPr>
      </p:sp>
      <p:sp>
        <p:nvSpPr>
          <p:cNvPr id="176" name="Google Shape;176;p15"/>
          <p:cNvSpPr/>
          <p:nvPr>
            <p:ph idx="5" type="pic"/>
          </p:nvPr>
        </p:nvSpPr>
        <p:spPr>
          <a:xfrm>
            <a:off x="713225" y="1943850"/>
            <a:ext cx="1505700" cy="2652600"/>
          </a:xfrm>
          <a:prstGeom prst="rect">
            <a:avLst/>
          </a:prstGeom>
          <a:noFill/>
          <a:ln>
            <a:noFill/>
          </a:ln>
        </p:spPr>
      </p:sp>
      <p:grpSp>
        <p:nvGrpSpPr>
          <p:cNvPr id="177" name="Google Shape;177;p15"/>
          <p:cNvGrpSpPr/>
          <p:nvPr/>
        </p:nvGrpSpPr>
        <p:grpSpPr>
          <a:xfrm>
            <a:off x="280375" y="4766080"/>
            <a:ext cx="8583125" cy="186900"/>
            <a:chOff x="280375" y="186925"/>
            <a:chExt cx="8583125" cy="186900"/>
          </a:xfrm>
        </p:grpSpPr>
        <p:sp>
          <p:nvSpPr>
            <p:cNvPr id="178" name="Google Shape;178;p15"/>
            <p:cNvSpPr/>
            <p:nvPr/>
          </p:nvSpPr>
          <p:spPr>
            <a:xfrm flipH="1">
              <a:off x="280375"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79" name="Google Shape;179;p15"/>
            <p:cNvSpPr/>
            <p:nvPr/>
          </p:nvSpPr>
          <p:spPr>
            <a:xfrm flipH="1">
              <a:off x="8676600"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_1_1">
    <p:spTree>
      <p:nvGrpSpPr>
        <p:cNvPr id="180" name="Shape 180"/>
        <p:cNvGrpSpPr/>
        <p:nvPr/>
      </p:nvGrpSpPr>
      <p:grpSpPr>
        <a:xfrm>
          <a:off x="0" y="0"/>
          <a:ext cx="0" cy="0"/>
          <a:chOff x="0" y="0"/>
          <a:chExt cx="0" cy="0"/>
        </a:xfrm>
      </p:grpSpPr>
      <p:sp>
        <p:nvSpPr>
          <p:cNvPr id="181" name="Google Shape;181;p16"/>
          <p:cNvSpPr txBox="1"/>
          <p:nvPr>
            <p:ph type="title"/>
          </p:nvPr>
        </p:nvSpPr>
        <p:spPr>
          <a:xfrm>
            <a:off x="722376" y="448056"/>
            <a:ext cx="7708500" cy="576000"/>
          </a:xfrm>
          <a:prstGeom prst="rect">
            <a:avLst/>
          </a:prstGeom>
        </p:spPr>
        <p:txBody>
          <a:bodyPr anchorCtr="0" anchor="t" bIns="91425" lIns="91425" spcFirstLastPara="1" rIns="91425" wrap="square" tIns="91425">
            <a:noAutofit/>
          </a:bodyPr>
          <a:lstStyle>
            <a:lvl1pPr lvl="0" rtl="0">
              <a:spcBef>
                <a:spcPts val="0"/>
              </a:spcBef>
              <a:spcAft>
                <a:spcPts val="0"/>
              </a:spcAft>
              <a:buSzPts val="2300"/>
              <a:buNone/>
              <a:defRPr/>
            </a:lvl1pPr>
            <a:lvl2pPr lvl="1" rtl="0">
              <a:spcBef>
                <a:spcPts val="0"/>
              </a:spcBef>
              <a:spcAft>
                <a:spcPts val="0"/>
              </a:spcAft>
              <a:buSzPts val="2300"/>
              <a:buNone/>
              <a:defRPr/>
            </a:lvl2pPr>
            <a:lvl3pPr lvl="2" rtl="0">
              <a:spcBef>
                <a:spcPts val="0"/>
              </a:spcBef>
              <a:spcAft>
                <a:spcPts val="0"/>
              </a:spcAft>
              <a:buSzPts val="2300"/>
              <a:buNone/>
              <a:defRPr/>
            </a:lvl3pPr>
            <a:lvl4pPr lvl="3" rtl="0">
              <a:spcBef>
                <a:spcPts val="0"/>
              </a:spcBef>
              <a:spcAft>
                <a:spcPts val="0"/>
              </a:spcAft>
              <a:buSzPts val="2300"/>
              <a:buNone/>
              <a:defRPr/>
            </a:lvl4pPr>
            <a:lvl5pPr lvl="4" rtl="0">
              <a:spcBef>
                <a:spcPts val="0"/>
              </a:spcBef>
              <a:spcAft>
                <a:spcPts val="0"/>
              </a:spcAft>
              <a:buSzPts val="2300"/>
              <a:buNone/>
              <a:defRPr/>
            </a:lvl5pPr>
            <a:lvl6pPr lvl="5" rtl="0">
              <a:spcBef>
                <a:spcPts val="0"/>
              </a:spcBef>
              <a:spcAft>
                <a:spcPts val="0"/>
              </a:spcAft>
              <a:buSzPts val="2300"/>
              <a:buNone/>
              <a:defRPr/>
            </a:lvl6pPr>
            <a:lvl7pPr lvl="6" rtl="0">
              <a:spcBef>
                <a:spcPts val="0"/>
              </a:spcBef>
              <a:spcAft>
                <a:spcPts val="0"/>
              </a:spcAft>
              <a:buSzPts val="2300"/>
              <a:buNone/>
              <a:defRPr/>
            </a:lvl7pPr>
            <a:lvl8pPr lvl="7" rtl="0">
              <a:spcBef>
                <a:spcPts val="0"/>
              </a:spcBef>
              <a:spcAft>
                <a:spcPts val="0"/>
              </a:spcAft>
              <a:buSzPts val="2300"/>
              <a:buNone/>
              <a:defRPr/>
            </a:lvl8pPr>
            <a:lvl9pPr lvl="8" rtl="0">
              <a:spcBef>
                <a:spcPts val="0"/>
              </a:spcBef>
              <a:spcAft>
                <a:spcPts val="0"/>
              </a:spcAft>
              <a:buSzPts val="2300"/>
              <a:buNone/>
              <a:defRPr/>
            </a:lvl9pPr>
          </a:lstStyle>
          <a:p/>
        </p:txBody>
      </p:sp>
      <p:sp>
        <p:nvSpPr>
          <p:cNvPr id="182" name="Google Shape;182;p16"/>
          <p:cNvSpPr txBox="1"/>
          <p:nvPr>
            <p:ph idx="1" type="subTitle"/>
          </p:nvPr>
        </p:nvSpPr>
        <p:spPr>
          <a:xfrm>
            <a:off x="722375" y="1151950"/>
            <a:ext cx="7708500" cy="879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Char char="●"/>
              <a:defRPr/>
            </a:lvl1pPr>
            <a:lvl2pPr lvl="1" rtl="0" algn="ctr">
              <a:lnSpc>
                <a:spcPct val="100000"/>
              </a:lnSpc>
              <a:spcBef>
                <a:spcPts val="0"/>
              </a:spcBef>
              <a:spcAft>
                <a:spcPts val="0"/>
              </a:spcAft>
              <a:buSzPts val="1200"/>
              <a:buChar char="○"/>
              <a:defRPr/>
            </a:lvl2pPr>
            <a:lvl3pPr lvl="2" rtl="0" algn="ctr">
              <a:lnSpc>
                <a:spcPct val="100000"/>
              </a:lnSpc>
              <a:spcBef>
                <a:spcPts val="1600"/>
              </a:spcBef>
              <a:spcAft>
                <a:spcPts val="0"/>
              </a:spcAft>
              <a:buSzPts val="1200"/>
              <a:buChar char="■"/>
              <a:defRPr/>
            </a:lvl3pPr>
            <a:lvl4pPr lvl="3" rtl="0" algn="ctr">
              <a:lnSpc>
                <a:spcPct val="100000"/>
              </a:lnSpc>
              <a:spcBef>
                <a:spcPts val="1600"/>
              </a:spcBef>
              <a:spcAft>
                <a:spcPts val="0"/>
              </a:spcAft>
              <a:buSzPts val="1200"/>
              <a:buChar char="●"/>
              <a:defRPr/>
            </a:lvl4pPr>
            <a:lvl5pPr lvl="4" rtl="0" algn="ctr">
              <a:lnSpc>
                <a:spcPct val="100000"/>
              </a:lnSpc>
              <a:spcBef>
                <a:spcPts val="1600"/>
              </a:spcBef>
              <a:spcAft>
                <a:spcPts val="0"/>
              </a:spcAft>
              <a:buSzPts val="1200"/>
              <a:buChar char="○"/>
              <a:defRPr/>
            </a:lvl5pPr>
            <a:lvl6pPr lvl="5" rtl="0" algn="ctr">
              <a:lnSpc>
                <a:spcPct val="100000"/>
              </a:lnSpc>
              <a:spcBef>
                <a:spcPts val="1600"/>
              </a:spcBef>
              <a:spcAft>
                <a:spcPts val="0"/>
              </a:spcAft>
              <a:buSzPts val="1200"/>
              <a:buChar char="■"/>
              <a:defRPr/>
            </a:lvl6pPr>
            <a:lvl7pPr lvl="6" rtl="0" algn="ctr">
              <a:lnSpc>
                <a:spcPct val="100000"/>
              </a:lnSpc>
              <a:spcBef>
                <a:spcPts val="1600"/>
              </a:spcBef>
              <a:spcAft>
                <a:spcPts val="0"/>
              </a:spcAft>
              <a:buSzPts val="1200"/>
              <a:buChar char="●"/>
              <a:defRPr/>
            </a:lvl7pPr>
            <a:lvl8pPr lvl="7" rtl="0" algn="ctr">
              <a:lnSpc>
                <a:spcPct val="100000"/>
              </a:lnSpc>
              <a:spcBef>
                <a:spcPts val="1600"/>
              </a:spcBef>
              <a:spcAft>
                <a:spcPts val="0"/>
              </a:spcAft>
              <a:buSzPts val="1200"/>
              <a:buChar char="○"/>
              <a:defRPr/>
            </a:lvl8pPr>
            <a:lvl9pPr lvl="8" rtl="0" algn="ctr">
              <a:lnSpc>
                <a:spcPct val="100000"/>
              </a:lnSpc>
              <a:spcBef>
                <a:spcPts val="1600"/>
              </a:spcBef>
              <a:spcAft>
                <a:spcPts val="1600"/>
              </a:spcAft>
              <a:buSzPts val="1200"/>
              <a:buChar char="■"/>
              <a:defRPr/>
            </a:lvl9pPr>
          </a:lstStyle>
          <a:p/>
        </p:txBody>
      </p:sp>
      <p:grpSp>
        <p:nvGrpSpPr>
          <p:cNvPr id="183" name="Google Shape;183;p16"/>
          <p:cNvGrpSpPr/>
          <p:nvPr/>
        </p:nvGrpSpPr>
        <p:grpSpPr>
          <a:xfrm>
            <a:off x="280375" y="186925"/>
            <a:ext cx="8583300" cy="4769475"/>
            <a:chOff x="280375" y="186925"/>
            <a:chExt cx="8583300" cy="4769475"/>
          </a:xfrm>
        </p:grpSpPr>
        <p:sp>
          <p:nvSpPr>
            <p:cNvPr id="184" name="Google Shape;184;p16"/>
            <p:cNvSpPr/>
            <p:nvPr/>
          </p:nvSpPr>
          <p:spPr>
            <a:xfrm>
              <a:off x="8676775"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85" name="Google Shape;185;p16"/>
            <p:cNvSpPr/>
            <p:nvPr/>
          </p:nvSpPr>
          <p:spPr>
            <a:xfrm flipH="1">
              <a:off x="280375"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_1_1">
    <p:spTree>
      <p:nvGrpSpPr>
        <p:cNvPr id="186" name="Shape 186"/>
        <p:cNvGrpSpPr/>
        <p:nvPr/>
      </p:nvGrpSpPr>
      <p:grpSpPr>
        <a:xfrm>
          <a:off x="0" y="0"/>
          <a:ext cx="0" cy="0"/>
          <a:chOff x="0" y="0"/>
          <a:chExt cx="0" cy="0"/>
        </a:xfrm>
      </p:grpSpPr>
      <p:sp>
        <p:nvSpPr>
          <p:cNvPr id="187" name="Google Shape;187;p17"/>
          <p:cNvSpPr txBox="1"/>
          <p:nvPr>
            <p:ph type="title"/>
          </p:nvPr>
        </p:nvSpPr>
        <p:spPr>
          <a:xfrm>
            <a:off x="722376" y="448056"/>
            <a:ext cx="7708500" cy="576000"/>
          </a:xfrm>
          <a:prstGeom prst="rect">
            <a:avLst/>
          </a:prstGeom>
        </p:spPr>
        <p:txBody>
          <a:bodyPr anchorCtr="0" anchor="t" bIns="91425" lIns="91425" spcFirstLastPara="1" rIns="91425" wrap="square" tIns="91425">
            <a:noAutofit/>
          </a:bodyPr>
          <a:lstStyle>
            <a:lvl1pPr lvl="0" rtl="0">
              <a:spcBef>
                <a:spcPts val="0"/>
              </a:spcBef>
              <a:spcAft>
                <a:spcPts val="0"/>
              </a:spcAft>
              <a:buSzPts val="2300"/>
              <a:buNone/>
              <a:defRPr/>
            </a:lvl1pPr>
            <a:lvl2pPr lvl="1" rtl="0">
              <a:spcBef>
                <a:spcPts val="0"/>
              </a:spcBef>
              <a:spcAft>
                <a:spcPts val="0"/>
              </a:spcAft>
              <a:buSzPts val="2300"/>
              <a:buNone/>
              <a:defRPr/>
            </a:lvl2pPr>
            <a:lvl3pPr lvl="2" rtl="0">
              <a:spcBef>
                <a:spcPts val="0"/>
              </a:spcBef>
              <a:spcAft>
                <a:spcPts val="0"/>
              </a:spcAft>
              <a:buSzPts val="2300"/>
              <a:buNone/>
              <a:defRPr/>
            </a:lvl3pPr>
            <a:lvl4pPr lvl="3" rtl="0">
              <a:spcBef>
                <a:spcPts val="0"/>
              </a:spcBef>
              <a:spcAft>
                <a:spcPts val="0"/>
              </a:spcAft>
              <a:buSzPts val="2300"/>
              <a:buNone/>
              <a:defRPr/>
            </a:lvl4pPr>
            <a:lvl5pPr lvl="4" rtl="0">
              <a:spcBef>
                <a:spcPts val="0"/>
              </a:spcBef>
              <a:spcAft>
                <a:spcPts val="0"/>
              </a:spcAft>
              <a:buSzPts val="2300"/>
              <a:buNone/>
              <a:defRPr/>
            </a:lvl5pPr>
            <a:lvl6pPr lvl="5" rtl="0">
              <a:spcBef>
                <a:spcPts val="0"/>
              </a:spcBef>
              <a:spcAft>
                <a:spcPts val="0"/>
              </a:spcAft>
              <a:buSzPts val="2300"/>
              <a:buNone/>
              <a:defRPr/>
            </a:lvl6pPr>
            <a:lvl7pPr lvl="6" rtl="0">
              <a:spcBef>
                <a:spcPts val="0"/>
              </a:spcBef>
              <a:spcAft>
                <a:spcPts val="0"/>
              </a:spcAft>
              <a:buSzPts val="2300"/>
              <a:buNone/>
              <a:defRPr/>
            </a:lvl7pPr>
            <a:lvl8pPr lvl="7" rtl="0">
              <a:spcBef>
                <a:spcPts val="0"/>
              </a:spcBef>
              <a:spcAft>
                <a:spcPts val="0"/>
              </a:spcAft>
              <a:buSzPts val="2300"/>
              <a:buNone/>
              <a:defRPr/>
            </a:lvl8pPr>
            <a:lvl9pPr lvl="8" rtl="0">
              <a:spcBef>
                <a:spcPts val="0"/>
              </a:spcBef>
              <a:spcAft>
                <a:spcPts val="0"/>
              </a:spcAft>
              <a:buSzPts val="2300"/>
              <a:buNone/>
              <a:defRPr/>
            </a:lvl9pPr>
          </a:lstStyle>
          <a:p/>
        </p:txBody>
      </p:sp>
      <p:sp>
        <p:nvSpPr>
          <p:cNvPr id="188" name="Google Shape;188;p17"/>
          <p:cNvSpPr txBox="1"/>
          <p:nvPr>
            <p:ph idx="1" type="subTitle"/>
          </p:nvPr>
        </p:nvSpPr>
        <p:spPr>
          <a:xfrm>
            <a:off x="722375" y="1152148"/>
            <a:ext cx="7708500" cy="3451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Char char="●"/>
              <a:defRPr/>
            </a:lvl1pPr>
            <a:lvl2pPr lvl="1" rtl="0" algn="ctr">
              <a:lnSpc>
                <a:spcPct val="100000"/>
              </a:lnSpc>
              <a:spcBef>
                <a:spcPts val="0"/>
              </a:spcBef>
              <a:spcAft>
                <a:spcPts val="0"/>
              </a:spcAft>
              <a:buSzPts val="1200"/>
              <a:buChar char="○"/>
              <a:defRPr/>
            </a:lvl2pPr>
            <a:lvl3pPr lvl="2" rtl="0" algn="ctr">
              <a:lnSpc>
                <a:spcPct val="100000"/>
              </a:lnSpc>
              <a:spcBef>
                <a:spcPts val="1600"/>
              </a:spcBef>
              <a:spcAft>
                <a:spcPts val="0"/>
              </a:spcAft>
              <a:buSzPts val="1200"/>
              <a:buChar char="■"/>
              <a:defRPr/>
            </a:lvl3pPr>
            <a:lvl4pPr lvl="3" rtl="0" algn="ctr">
              <a:lnSpc>
                <a:spcPct val="100000"/>
              </a:lnSpc>
              <a:spcBef>
                <a:spcPts val="1600"/>
              </a:spcBef>
              <a:spcAft>
                <a:spcPts val="0"/>
              </a:spcAft>
              <a:buSzPts val="1200"/>
              <a:buChar char="●"/>
              <a:defRPr/>
            </a:lvl4pPr>
            <a:lvl5pPr lvl="4" rtl="0" algn="ctr">
              <a:lnSpc>
                <a:spcPct val="100000"/>
              </a:lnSpc>
              <a:spcBef>
                <a:spcPts val="1600"/>
              </a:spcBef>
              <a:spcAft>
                <a:spcPts val="0"/>
              </a:spcAft>
              <a:buSzPts val="1200"/>
              <a:buChar char="○"/>
              <a:defRPr/>
            </a:lvl5pPr>
            <a:lvl6pPr lvl="5" rtl="0" algn="ctr">
              <a:lnSpc>
                <a:spcPct val="100000"/>
              </a:lnSpc>
              <a:spcBef>
                <a:spcPts val="1600"/>
              </a:spcBef>
              <a:spcAft>
                <a:spcPts val="0"/>
              </a:spcAft>
              <a:buSzPts val="1200"/>
              <a:buChar char="■"/>
              <a:defRPr/>
            </a:lvl6pPr>
            <a:lvl7pPr lvl="6" rtl="0" algn="ctr">
              <a:lnSpc>
                <a:spcPct val="100000"/>
              </a:lnSpc>
              <a:spcBef>
                <a:spcPts val="1600"/>
              </a:spcBef>
              <a:spcAft>
                <a:spcPts val="0"/>
              </a:spcAft>
              <a:buSzPts val="1200"/>
              <a:buChar char="●"/>
              <a:defRPr/>
            </a:lvl7pPr>
            <a:lvl8pPr lvl="7" rtl="0" algn="ctr">
              <a:lnSpc>
                <a:spcPct val="100000"/>
              </a:lnSpc>
              <a:spcBef>
                <a:spcPts val="1600"/>
              </a:spcBef>
              <a:spcAft>
                <a:spcPts val="0"/>
              </a:spcAft>
              <a:buSzPts val="1200"/>
              <a:buChar char="○"/>
              <a:defRPr/>
            </a:lvl8pPr>
            <a:lvl9pPr lvl="8" rtl="0" algn="ctr">
              <a:lnSpc>
                <a:spcPct val="100000"/>
              </a:lnSpc>
              <a:spcBef>
                <a:spcPts val="1600"/>
              </a:spcBef>
              <a:spcAft>
                <a:spcPts val="1600"/>
              </a:spcAft>
              <a:buSzPts val="1200"/>
              <a:buChar char="■"/>
              <a:defRPr/>
            </a:lvl9pPr>
          </a:lstStyle>
          <a:p/>
        </p:txBody>
      </p:sp>
      <p:grpSp>
        <p:nvGrpSpPr>
          <p:cNvPr id="189" name="Google Shape;189;p17"/>
          <p:cNvGrpSpPr/>
          <p:nvPr/>
        </p:nvGrpSpPr>
        <p:grpSpPr>
          <a:xfrm rot="10800000">
            <a:off x="280375" y="186925"/>
            <a:ext cx="8583300" cy="4769475"/>
            <a:chOff x="280375" y="186925"/>
            <a:chExt cx="8583300" cy="4769475"/>
          </a:xfrm>
        </p:grpSpPr>
        <p:sp>
          <p:nvSpPr>
            <p:cNvPr id="190" name="Google Shape;190;p17"/>
            <p:cNvSpPr/>
            <p:nvPr/>
          </p:nvSpPr>
          <p:spPr>
            <a:xfrm flipH="1">
              <a:off x="280375"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91" name="Google Shape;191;p17"/>
            <p:cNvSpPr/>
            <p:nvPr/>
          </p:nvSpPr>
          <p:spPr>
            <a:xfrm>
              <a:off x="8676775"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92" name="Google Shape;192;p17"/>
            <p:cNvSpPr/>
            <p:nvPr/>
          </p:nvSpPr>
          <p:spPr>
            <a:xfrm>
              <a:off x="8302975" y="4769500"/>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93" name="Shape 193"/>
        <p:cNvGrpSpPr/>
        <p:nvPr/>
      </p:nvGrpSpPr>
      <p:grpSpPr>
        <a:xfrm>
          <a:off x="0" y="0"/>
          <a:ext cx="0" cy="0"/>
          <a:chOff x="0" y="0"/>
          <a:chExt cx="0" cy="0"/>
        </a:xfrm>
      </p:grpSpPr>
      <p:sp>
        <p:nvSpPr>
          <p:cNvPr id="194" name="Google Shape;194;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300"/>
              <a:buNone/>
              <a:defRPr/>
            </a:lvl1pPr>
            <a:lvl2pPr lvl="1" rtl="0">
              <a:spcBef>
                <a:spcPts val="0"/>
              </a:spcBef>
              <a:spcAft>
                <a:spcPts val="0"/>
              </a:spcAft>
              <a:buSzPts val="2300"/>
              <a:buNone/>
              <a:defRPr/>
            </a:lvl2pPr>
            <a:lvl3pPr lvl="2" rtl="0">
              <a:spcBef>
                <a:spcPts val="0"/>
              </a:spcBef>
              <a:spcAft>
                <a:spcPts val="0"/>
              </a:spcAft>
              <a:buSzPts val="2300"/>
              <a:buNone/>
              <a:defRPr/>
            </a:lvl3pPr>
            <a:lvl4pPr lvl="3" rtl="0">
              <a:spcBef>
                <a:spcPts val="0"/>
              </a:spcBef>
              <a:spcAft>
                <a:spcPts val="0"/>
              </a:spcAft>
              <a:buSzPts val="2300"/>
              <a:buNone/>
              <a:defRPr/>
            </a:lvl4pPr>
            <a:lvl5pPr lvl="4" rtl="0">
              <a:spcBef>
                <a:spcPts val="0"/>
              </a:spcBef>
              <a:spcAft>
                <a:spcPts val="0"/>
              </a:spcAft>
              <a:buSzPts val="2300"/>
              <a:buNone/>
              <a:defRPr/>
            </a:lvl5pPr>
            <a:lvl6pPr lvl="5" rtl="0">
              <a:spcBef>
                <a:spcPts val="0"/>
              </a:spcBef>
              <a:spcAft>
                <a:spcPts val="0"/>
              </a:spcAft>
              <a:buSzPts val="2300"/>
              <a:buNone/>
              <a:defRPr/>
            </a:lvl6pPr>
            <a:lvl7pPr lvl="6" rtl="0">
              <a:spcBef>
                <a:spcPts val="0"/>
              </a:spcBef>
              <a:spcAft>
                <a:spcPts val="0"/>
              </a:spcAft>
              <a:buSzPts val="2300"/>
              <a:buNone/>
              <a:defRPr/>
            </a:lvl7pPr>
            <a:lvl8pPr lvl="7" rtl="0">
              <a:spcBef>
                <a:spcPts val="0"/>
              </a:spcBef>
              <a:spcAft>
                <a:spcPts val="0"/>
              </a:spcAft>
              <a:buSzPts val="2300"/>
              <a:buNone/>
              <a:defRPr/>
            </a:lvl8pPr>
            <a:lvl9pPr lvl="8" rtl="0">
              <a:spcBef>
                <a:spcPts val="0"/>
              </a:spcBef>
              <a:spcAft>
                <a:spcPts val="0"/>
              </a:spcAft>
              <a:buSzPts val="2300"/>
              <a:buNone/>
              <a:defRPr/>
            </a:lvl9pPr>
          </a:lstStyle>
          <a:p/>
        </p:txBody>
      </p:sp>
      <p:sp>
        <p:nvSpPr>
          <p:cNvPr id="195" name="Google Shape;195;p18"/>
          <p:cNvSpPr txBox="1"/>
          <p:nvPr>
            <p:ph idx="1" type="subTitle"/>
          </p:nvPr>
        </p:nvSpPr>
        <p:spPr>
          <a:xfrm>
            <a:off x="720000" y="2651765"/>
            <a:ext cx="2268300" cy="1501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96" name="Google Shape;196;p18"/>
          <p:cNvSpPr txBox="1"/>
          <p:nvPr>
            <p:ph idx="2" type="subTitle"/>
          </p:nvPr>
        </p:nvSpPr>
        <p:spPr>
          <a:xfrm>
            <a:off x="3437848" y="2651765"/>
            <a:ext cx="2268300" cy="1501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97" name="Google Shape;197;p18"/>
          <p:cNvSpPr txBox="1"/>
          <p:nvPr>
            <p:ph idx="3" type="subTitle"/>
          </p:nvPr>
        </p:nvSpPr>
        <p:spPr>
          <a:xfrm>
            <a:off x="6155700" y="2651765"/>
            <a:ext cx="2268300" cy="1501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98" name="Google Shape;198;p18"/>
          <p:cNvSpPr txBox="1"/>
          <p:nvPr>
            <p:ph idx="4" type="subTitle"/>
          </p:nvPr>
        </p:nvSpPr>
        <p:spPr>
          <a:xfrm>
            <a:off x="720000" y="2148850"/>
            <a:ext cx="2268300" cy="527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99" name="Google Shape;199;p18"/>
          <p:cNvSpPr txBox="1"/>
          <p:nvPr>
            <p:ph idx="5" type="subTitle"/>
          </p:nvPr>
        </p:nvSpPr>
        <p:spPr>
          <a:xfrm>
            <a:off x="3437852" y="2148850"/>
            <a:ext cx="2268300" cy="527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00" name="Google Shape;200;p18"/>
          <p:cNvSpPr txBox="1"/>
          <p:nvPr>
            <p:ph idx="6" type="subTitle"/>
          </p:nvPr>
        </p:nvSpPr>
        <p:spPr>
          <a:xfrm>
            <a:off x="6155700" y="2148850"/>
            <a:ext cx="2268300" cy="527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201" name="Google Shape;201;p18"/>
          <p:cNvGrpSpPr/>
          <p:nvPr/>
        </p:nvGrpSpPr>
        <p:grpSpPr>
          <a:xfrm>
            <a:off x="280375" y="186925"/>
            <a:ext cx="8583125" cy="186900"/>
            <a:chOff x="280375" y="186925"/>
            <a:chExt cx="8583125" cy="186900"/>
          </a:xfrm>
        </p:grpSpPr>
        <p:sp>
          <p:nvSpPr>
            <p:cNvPr id="202" name="Google Shape;202;p18"/>
            <p:cNvSpPr/>
            <p:nvPr/>
          </p:nvSpPr>
          <p:spPr>
            <a:xfrm flipH="1">
              <a:off x="280375"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03" name="Google Shape;203;p18"/>
            <p:cNvSpPr/>
            <p:nvPr/>
          </p:nvSpPr>
          <p:spPr>
            <a:xfrm flipH="1">
              <a:off x="8676600"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04" name="Shape 204"/>
        <p:cNvGrpSpPr/>
        <p:nvPr/>
      </p:nvGrpSpPr>
      <p:grpSpPr>
        <a:xfrm>
          <a:off x="0" y="0"/>
          <a:ext cx="0" cy="0"/>
          <a:chOff x="0" y="0"/>
          <a:chExt cx="0" cy="0"/>
        </a:xfrm>
      </p:grpSpPr>
      <p:sp>
        <p:nvSpPr>
          <p:cNvPr id="205" name="Google Shape;205;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300"/>
              <a:buNone/>
              <a:defRPr/>
            </a:lvl1pPr>
            <a:lvl2pPr lvl="1" rtl="0">
              <a:spcBef>
                <a:spcPts val="0"/>
              </a:spcBef>
              <a:spcAft>
                <a:spcPts val="0"/>
              </a:spcAft>
              <a:buSzPts val="2300"/>
              <a:buNone/>
              <a:defRPr/>
            </a:lvl2pPr>
            <a:lvl3pPr lvl="2" rtl="0">
              <a:spcBef>
                <a:spcPts val="0"/>
              </a:spcBef>
              <a:spcAft>
                <a:spcPts val="0"/>
              </a:spcAft>
              <a:buSzPts val="2300"/>
              <a:buNone/>
              <a:defRPr/>
            </a:lvl3pPr>
            <a:lvl4pPr lvl="3" rtl="0">
              <a:spcBef>
                <a:spcPts val="0"/>
              </a:spcBef>
              <a:spcAft>
                <a:spcPts val="0"/>
              </a:spcAft>
              <a:buSzPts val="2300"/>
              <a:buNone/>
              <a:defRPr/>
            </a:lvl4pPr>
            <a:lvl5pPr lvl="4" rtl="0">
              <a:spcBef>
                <a:spcPts val="0"/>
              </a:spcBef>
              <a:spcAft>
                <a:spcPts val="0"/>
              </a:spcAft>
              <a:buSzPts val="2300"/>
              <a:buNone/>
              <a:defRPr/>
            </a:lvl5pPr>
            <a:lvl6pPr lvl="5" rtl="0">
              <a:spcBef>
                <a:spcPts val="0"/>
              </a:spcBef>
              <a:spcAft>
                <a:spcPts val="0"/>
              </a:spcAft>
              <a:buSzPts val="2300"/>
              <a:buNone/>
              <a:defRPr/>
            </a:lvl6pPr>
            <a:lvl7pPr lvl="6" rtl="0">
              <a:spcBef>
                <a:spcPts val="0"/>
              </a:spcBef>
              <a:spcAft>
                <a:spcPts val="0"/>
              </a:spcAft>
              <a:buSzPts val="2300"/>
              <a:buNone/>
              <a:defRPr/>
            </a:lvl7pPr>
            <a:lvl8pPr lvl="7" rtl="0">
              <a:spcBef>
                <a:spcPts val="0"/>
              </a:spcBef>
              <a:spcAft>
                <a:spcPts val="0"/>
              </a:spcAft>
              <a:buSzPts val="2300"/>
              <a:buNone/>
              <a:defRPr/>
            </a:lvl8pPr>
            <a:lvl9pPr lvl="8" rtl="0">
              <a:spcBef>
                <a:spcPts val="0"/>
              </a:spcBef>
              <a:spcAft>
                <a:spcPts val="0"/>
              </a:spcAft>
              <a:buSzPts val="2300"/>
              <a:buNone/>
              <a:defRPr/>
            </a:lvl9pPr>
          </a:lstStyle>
          <a:p/>
        </p:txBody>
      </p:sp>
      <p:sp>
        <p:nvSpPr>
          <p:cNvPr id="206" name="Google Shape;206;p19"/>
          <p:cNvSpPr txBox="1"/>
          <p:nvPr>
            <p:ph idx="1" type="subTitle"/>
          </p:nvPr>
        </p:nvSpPr>
        <p:spPr>
          <a:xfrm>
            <a:off x="1481825" y="1672700"/>
            <a:ext cx="2975400" cy="95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07" name="Google Shape;207;p19"/>
          <p:cNvSpPr txBox="1"/>
          <p:nvPr>
            <p:ph idx="2" type="subTitle"/>
          </p:nvPr>
        </p:nvSpPr>
        <p:spPr>
          <a:xfrm>
            <a:off x="5460778" y="1672700"/>
            <a:ext cx="2975400" cy="95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08" name="Google Shape;208;p19"/>
          <p:cNvSpPr txBox="1"/>
          <p:nvPr>
            <p:ph idx="3" type="subTitle"/>
          </p:nvPr>
        </p:nvSpPr>
        <p:spPr>
          <a:xfrm>
            <a:off x="1481825" y="3561875"/>
            <a:ext cx="2975400" cy="95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09" name="Google Shape;209;p19"/>
          <p:cNvSpPr txBox="1"/>
          <p:nvPr>
            <p:ph idx="4" type="subTitle"/>
          </p:nvPr>
        </p:nvSpPr>
        <p:spPr>
          <a:xfrm>
            <a:off x="5460778" y="3561875"/>
            <a:ext cx="2975400" cy="95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10" name="Google Shape;210;p19"/>
          <p:cNvSpPr txBox="1"/>
          <p:nvPr>
            <p:ph idx="5" type="subTitle"/>
          </p:nvPr>
        </p:nvSpPr>
        <p:spPr>
          <a:xfrm>
            <a:off x="1481825" y="1379350"/>
            <a:ext cx="29754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11" name="Google Shape;211;p19"/>
          <p:cNvSpPr txBox="1"/>
          <p:nvPr>
            <p:ph idx="6" type="subTitle"/>
          </p:nvPr>
        </p:nvSpPr>
        <p:spPr>
          <a:xfrm>
            <a:off x="1481825" y="3268600"/>
            <a:ext cx="29754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12" name="Google Shape;212;p19"/>
          <p:cNvSpPr txBox="1"/>
          <p:nvPr>
            <p:ph idx="7" type="subTitle"/>
          </p:nvPr>
        </p:nvSpPr>
        <p:spPr>
          <a:xfrm>
            <a:off x="5460750" y="1379350"/>
            <a:ext cx="29754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13" name="Google Shape;213;p19"/>
          <p:cNvSpPr txBox="1"/>
          <p:nvPr>
            <p:ph idx="8" type="subTitle"/>
          </p:nvPr>
        </p:nvSpPr>
        <p:spPr>
          <a:xfrm>
            <a:off x="5460750" y="3268600"/>
            <a:ext cx="29754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214" name="Google Shape;214;p19"/>
          <p:cNvGrpSpPr/>
          <p:nvPr/>
        </p:nvGrpSpPr>
        <p:grpSpPr>
          <a:xfrm flipH="1">
            <a:off x="280300" y="186475"/>
            <a:ext cx="8584028" cy="4769800"/>
            <a:chOff x="280300" y="186475"/>
            <a:chExt cx="8584028" cy="4769800"/>
          </a:xfrm>
        </p:grpSpPr>
        <p:grpSp>
          <p:nvGrpSpPr>
            <p:cNvPr id="215" name="Google Shape;215;p19"/>
            <p:cNvGrpSpPr/>
            <p:nvPr/>
          </p:nvGrpSpPr>
          <p:grpSpPr>
            <a:xfrm>
              <a:off x="280300" y="186475"/>
              <a:ext cx="1297219" cy="186900"/>
              <a:chOff x="280300" y="186475"/>
              <a:chExt cx="1297219" cy="186900"/>
            </a:xfrm>
          </p:grpSpPr>
          <p:grpSp>
            <p:nvGrpSpPr>
              <p:cNvPr id="216" name="Google Shape;216;p19"/>
              <p:cNvGrpSpPr/>
              <p:nvPr/>
            </p:nvGrpSpPr>
            <p:grpSpPr>
              <a:xfrm flipH="1">
                <a:off x="280300" y="186475"/>
                <a:ext cx="553603" cy="186900"/>
                <a:chOff x="3213997" y="4769500"/>
                <a:chExt cx="553603" cy="186900"/>
              </a:xfrm>
            </p:grpSpPr>
            <p:sp>
              <p:nvSpPr>
                <p:cNvPr id="217" name="Google Shape;217;p19"/>
                <p:cNvSpPr/>
                <p:nvPr/>
              </p:nvSpPr>
              <p:spPr>
                <a:xfrm flipH="1">
                  <a:off x="3580700"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18" name="Google Shape;218;p19"/>
                <p:cNvSpPr/>
                <p:nvPr/>
              </p:nvSpPr>
              <p:spPr>
                <a:xfrm flipH="1">
                  <a:off x="3213997"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219" name="Google Shape;219;p19"/>
              <p:cNvGrpSpPr/>
              <p:nvPr/>
            </p:nvGrpSpPr>
            <p:grpSpPr>
              <a:xfrm flipH="1">
                <a:off x="1023916" y="186475"/>
                <a:ext cx="553603" cy="186900"/>
                <a:chOff x="3213997" y="4769500"/>
                <a:chExt cx="553603" cy="186900"/>
              </a:xfrm>
            </p:grpSpPr>
            <p:sp>
              <p:nvSpPr>
                <p:cNvPr id="220" name="Google Shape;220;p19"/>
                <p:cNvSpPr/>
                <p:nvPr/>
              </p:nvSpPr>
              <p:spPr>
                <a:xfrm flipH="1">
                  <a:off x="3580700" y="4769500"/>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21" name="Google Shape;221;p19"/>
                <p:cNvSpPr/>
                <p:nvPr/>
              </p:nvSpPr>
              <p:spPr>
                <a:xfrm flipH="1">
                  <a:off x="3213997" y="4769500"/>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grpSp>
          <p:nvGrpSpPr>
            <p:cNvPr id="222" name="Google Shape;222;p19"/>
            <p:cNvGrpSpPr/>
            <p:nvPr/>
          </p:nvGrpSpPr>
          <p:grpSpPr>
            <a:xfrm>
              <a:off x="7556832" y="4769375"/>
              <a:ext cx="1307496" cy="186900"/>
              <a:chOff x="7556832" y="4769375"/>
              <a:chExt cx="1307496" cy="186900"/>
            </a:xfrm>
          </p:grpSpPr>
          <p:sp>
            <p:nvSpPr>
              <p:cNvPr id="223" name="Google Shape;223;p19"/>
              <p:cNvSpPr/>
              <p:nvPr/>
            </p:nvSpPr>
            <p:spPr>
              <a:xfrm>
                <a:off x="8310725" y="476937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24" name="Google Shape;224;p19"/>
              <p:cNvSpPr/>
              <p:nvPr/>
            </p:nvSpPr>
            <p:spPr>
              <a:xfrm>
                <a:off x="8677428" y="476937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25" name="Google Shape;225;p19"/>
              <p:cNvSpPr/>
              <p:nvPr/>
            </p:nvSpPr>
            <p:spPr>
              <a:xfrm>
                <a:off x="7556832" y="4769375"/>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26" name="Google Shape;226;p19"/>
              <p:cNvSpPr/>
              <p:nvPr/>
            </p:nvSpPr>
            <p:spPr>
              <a:xfrm>
                <a:off x="7925697" y="4769375"/>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27" name="Shape 227"/>
        <p:cNvGrpSpPr/>
        <p:nvPr/>
      </p:nvGrpSpPr>
      <p:grpSpPr>
        <a:xfrm>
          <a:off x="0" y="0"/>
          <a:ext cx="0" cy="0"/>
          <a:chOff x="0" y="0"/>
          <a:chExt cx="0" cy="0"/>
        </a:xfrm>
      </p:grpSpPr>
      <p:sp>
        <p:nvSpPr>
          <p:cNvPr id="228" name="Google Shape;228;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300"/>
              <a:buNone/>
              <a:defRPr/>
            </a:lvl1pPr>
            <a:lvl2pPr lvl="1" rtl="0">
              <a:spcBef>
                <a:spcPts val="0"/>
              </a:spcBef>
              <a:spcAft>
                <a:spcPts val="0"/>
              </a:spcAft>
              <a:buSzPts val="2300"/>
              <a:buNone/>
              <a:defRPr/>
            </a:lvl2pPr>
            <a:lvl3pPr lvl="2" rtl="0">
              <a:spcBef>
                <a:spcPts val="0"/>
              </a:spcBef>
              <a:spcAft>
                <a:spcPts val="0"/>
              </a:spcAft>
              <a:buSzPts val="2300"/>
              <a:buNone/>
              <a:defRPr/>
            </a:lvl3pPr>
            <a:lvl4pPr lvl="3" rtl="0">
              <a:spcBef>
                <a:spcPts val="0"/>
              </a:spcBef>
              <a:spcAft>
                <a:spcPts val="0"/>
              </a:spcAft>
              <a:buSzPts val="2300"/>
              <a:buNone/>
              <a:defRPr/>
            </a:lvl4pPr>
            <a:lvl5pPr lvl="4" rtl="0">
              <a:spcBef>
                <a:spcPts val="0"/>
              </a:spcBef>
              <a:spcAft>
                <a:spcPts val="0"/>
              </a:spcAft>
              <a:buSzPts val="2300"/>
              <a:buNone/>
              <a:defRPr/>
            </a:lvl5pPr>
            <a:lvl6pPr lvl="5" rtl="0">
              <a:spcBef>
                <a:spcPts val="0"/>
              </a:spcBef>
              <a:spcAft>
                <a:spcPts val="0"/>
              </a:spcAft>
              <a:buSzPts val="2300"/>
              <a:buNone/>
              <a:defRPr/>
            </a:lvl6pPr>
            <a:lvl7pPr lvl="6" rtl="0">
              <a:spcBef>
                <a:spcPts val="0"/>
              </a:spcBef>
              <a:spcAft>
                <a:spcPts val="0"/>
              </a:spcAft>
              <a:buSzPts val="2300"/>
              <a:buNone/>
              <a:defRPr/>
            </a:lvl7pPr>
            <a:lvl8pPr lvl="7" rtl="0">
              <a:spcBef>
                <a:spcPts val="0"/>
              </a:spcBef>
              <a:spcAft>
                <a:spcPts val="0"/>
              </a:spcAft>
              <a:buSzPts val="2300"/>
              <a:buNone/>
              <a:defRPr/>
            </a:lvl8pPr>
            <a:lvl9pPr lvl="8" rtl="0">
              <a:spcBef>
                <a:spcPts val="0"/>
              </a:spcBef>
              <a:spcAft>
                <a:spcPts val="0"/>
              </a:spcAft>
              <a:buSzPts val="2300"/>
              <a:buNone/>
              <a:defRPr/>
            </a:lvl9pPr>
          </a:lstStyle>
          <a:p/>
        </p:txBody>
      </p:sp>
      <p:sp>
        <p:nvSpPr>
          <p:cNvPr id="229" name="Google Shape;229;p20"/>
          <p:cNvSpPr txBox="1"/>
          <p:nvPr>
            <p:ph idx="1" type="subTitle"/>
          </p:nvPr>
        </p:nvSpPr>
        <p:spPr>
          <a:xfrm>
            <a:off x="720000" y="1633972"/>
            <a:ext cx="20592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30" name="Google Shape;230;p20"/>
          <p:cNvSpPr txBox="1"/>
          <p:nvPr>
            <p:ph idx="2" type="subTitle"/>
          </p:nvPr>
        </p:nvSpPr>
        <p:spPr>
          <a:xfrm>
            <a:off x="3579000" y="1633972"/>
            <a:ext cx="20592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31" name="Google Shape;231;p20"/>
          <p:cNvSpPr txBox="1"/>
          <p:nvPr>
            <p:ph idx="3" type="subTitle"/>
          </p:nvPr>
        </p:nvSpPr>
        <p:spPr>
          <a:xfrm>
            <a:off x="720000" y="3516654"/>
            <a:ext cx="20592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32" name="Google Shape;232;p20"/>
          <p:cNvSpPr txBox="1"/>
          <p:nvPr>
            <p:ph idx="4" type="subTitle"/>
          </p:nvPr>
        </p:nvSpPr>
        <p:spPr>
          <a:xfrm>
            <a:off x="3579000" y="3516654"/>
            <a:ext cx="20592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33" name="Google Shape;233;p20"/>
          <p:cNvSpPr txBox="1"/>
          <p:nvPr>
            <p:ph idx="5" type="subTitle"/>
          </p:nvPr>
        </p:nvSpPr>
        <p:spPr>
          <a:xfrm>
            <a:off x="6364800" y="1633972"/>
            <a:ext cx="20592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34" name="Google Shape;234;p20"/>
          <p:cNvSpPr txBox="1"/>
          <p:nvPr>
            <p:ph idx="6" type="subTitle"/>
          </p:nvPr>
        </p:nvSpPr>
        <p:spPr>
          <a:xfrm>
            <a:off x="6364800" y="3516654"/>
            <a:ext cx="20592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35" name="Google Shape;235;p20"/>
          <p:cNvSpPr txBox="1"/>
          <p:nvPr>
            <p:ph idx="7" type="subTitle"/>
          </p:nvPr>
        </p:nvSpPr>
        <p:spPr>
          <a:xfrm>
            <a:off x="720000" y="1336275"/>
            <a:ext cx="20574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6" name="Google Shape;236;p20"/>
          <p:cNvSpPr txBox="1"/>
          <p:nvPr>
            <p:ph idx="8" type="subTitle"/>
          </p:nvPr>
        </p:nvSpPr>
        <p:spPr>
          <a:xfrm>
            <a:off x="3579000" y="1336275"/>
            <a:ext cx="20571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7" name="Google Shape;237;p20"/>
          <p:cNvSpPr txBox="1"/>
          <p:nvPr>
            <p:ph idx="9" type="subTitle"/>
          </p:nvPr>
        </p:nvSpPr>
        <p:spPr>
          <a:xfrm>
            <a:off x="6366666" y="1336275"/>
            <a:ext cx="20574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8" name="Google Shape;238;p20"/>
          <p:cNvSpPr txBox="1"/>
          <p:nvPr>
            <p:ph idx="13" type="subTitle"/>
          </p:nvPr>
        </p:nvSpPr>
        <p:spPr>
          <a:xfrm>
            <a:off x="720000" y="3215756"/>
            <a:ext cx="20574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9" name="Google Shape;239;p20"/>
          <p:cNvSpPr txBox="1"/>
          <p:nvPr>
            <p:ph idx="14" type="subTitle"/>
          </p:nvPr>
        </p:nvSpPr>
        <p:spPr>
          <a:xfrm>
            <a:off x="3579000" y="3215756"/>
            <a:ext cx="20571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40" name="Google Shape;240;p20"/>
          <p:cNvSpPr txBox="1"/>
          <p:nvPr>
            <p:ph idx="15" type="subTitle"/>
          </p:nvPr>
        </p:nvSpPr>
        <p:spPr>
          <a:xfrm>
            <a:off x="6366666" y="3215756"/>
            <a:ext cx="20574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241" name="Google Shape;241;p20"/>
          <p:cNvGrpSpPr/>
          <p:nvPr/>
        </p:nvGrpSpPr>
        <p:grpSpPr>
          <a:xfrm>
            <a:off x="280375" y="186925"/>
            <a:ext cx="8583300" cy="4769475"/>
            <a:chOff x="280375" y="186925"/>
            <a:chExt cx="8583300" cy="4769475"/>
          </a:xfrm>
        </p:grpSpPr>
        <p:sp>
          <p:nvSpPr>
            <p:cNvPr id="242" name="Google Shape;242;p20"/>
            <p:cNvSpPr/>
            <p:nvPr/>
          </p:nvSpPr>
          <p:spPr>
            <a:xfrm flipH="1">
              <a:off x="280375"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43" name="Google Shape;243;p20"/>
            <p:cNvSpPr/>
            <p:nvPr/>
          </p:nvSpPr>
          <p:spPr>
            <a:xfrm>
              <a:off x="8676775"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44" name="Shape 244"/>
        <p:cNvGrpSpPr/>
        <p:nvPr/>
      </p:nvGrpSpPr>
      <p:grpSpPr>
        <a:xfrm>
          <a:off x="0" y="0"/>
          <a:ext cx="0" cy="0"/>
          <a:chOff x="0" y="0"/>
          <a:chExt cx="0" cy="0"/>
        </a:xfrm>
      </p:grpSpPr>
      <p:sp>
        <p:nvSpPr>
          <p:cNvPr id="245" name="Google Shape;245;p21"/>
          <p:cNvSpPr txBox="1"/>
          <p:nvPr>
            <p:ph hasCustomPrompt="1" type="title"/>
          </p:nvPr>
        </p:nvSpPr>
        <p:spPr>
          <a:xfrm>
            <a:off x="2231252" y="2074357"/>
            <a:ext cx="4681500" cy="768900"/>
          </a:xfrm>
          <a:prstGeom prst="rect">
            <a:avLst/>
          </a:prstGeom>
          <a:noFill/>
        </p:spPr>
        <p:txBody>
          <a:bodyPr anchorCtr="0" anchor="ctr" bIns="91425" lIns="91425" spcFirstLastPara="1" rIns="91425" wrap="square" tIns="91425">
            <a:noAutofit/>
          </a:bodyPr>
          <a:lstStyle>
            <a:lvl1pPr lvl="0" rtl="0">
              <a:spcBef>
                <a:spcPts val="0"/>
              </a:spcBef>
              <a:spcAft>
                <a:spcPts val="0"/>
              </a:spcAft>
              <a:buClr>
                <a:schemeClr val="lt1"/>
              </a:buClr>
              <a:buSzPts val="6000"/>
              <a:buNone/>
              <a:defRPr sz="4500">
                <a:solidFill>
                  <a:schemeClr val="accent6"/>
                </a:solidFill>
                <a:latin typeface="Lexend Mega Light"/>
                <a:ea typeface="Lexend Mega Light"/>
                <a:cs typeface="Lexend Mega Light"/>
                <a:sym typeface="Lexend Mega Light"/>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46" name="Google Shape;246;p21"/>
          <p:cNvSpPr txBox="1"/>
          <p:nvPr>
            <p:ph idx="1" type="subTitle"/>
          </p:nvPr>
        </p:nvSpPr>
        <p:spPr>
          <a:xfrm>
            <a:off x="2231252" y="2843255"/>
            <a:ext cx="4681500" cy="418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247" name="Google Shape;247;p21"/>
          <p:cNvSpPr txBox="1"/>
          <p:nvPr>
            <p:ph hasCustomPrompt="1" idx="2" type="title"/>
          </p:nvPr>
        </p:nvSpPr>
        <p:spPr>
          <a:xfrm>
            <a:off x="2231237" y="727550"/>
            <a:ext cx="4681500" cy="768900"/>
          </a:xfrm>
          <a:prstGeom prst="rect">
            <a:avLst/>
          </a:prstGeom>
          <a:noFill/>
        </p:spPr>
        <p:txBody>
          <a:bodyPr anchorCtr="0" anchor="ctr" bIns="91425" lIns="91425" spcFirstLastPara="1" rIns="91425" wrap="square" tIns="91425">
            <a:noAutofit/>
          </a:bodyPr>
          <a:lstStyle>
            <a:lvl1pPr lvl="0" rtl="0">
              <a:spcBef>
                <a:spcPts val="0"/>
              </a:spcBef>
              <a:spcAft>
                <a:spcPts val="0"/>
              </a:spcAft>
              <a:buClr>
                <a:schemeClr val="lt1"/>
              </a:buClr>
              <a:buSzPts val="6000"/>
              <a:buNone/>
              <a:defRPr sz="4500">
                <a:solidFill>
                  <a:schemeClr val="accent6"/>
                </a:solidFill>
                <a:latin typeface="Lexend Mega Light"/>
                <a:ea typeface="Lexend Mega Light"/>
                <a:cs typeface="Lexend Mega Light"/>
                <a:sym typeface="Lexend Mega Light"/>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48" name="Google Shape;248;p21"/>
          <p:cNvSpPr txBox="1"/>
          <p:nvPr>
            <p:ph idx="3" type="subTitle"/>
          </p:nvPr>
        </p:nvSpPr>
        <p:spPr>
          <a:xfrm>
            <a:off x="2231237" y="1496459"/>
            <a:ext cx="4681500" cy="418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249" name="Google Shape;249;p21"/>
          <p:cNvSpPr txBox="1"/>
          <p:nvPr>
            <p:ph hasCustomPrompt="1" idx="4" type="title"/>
          </p:nvPr>
        </p:nvSpPr>
        <p:spPr>
          <a:xfrm>
            <a:off x="2231237" y="3422333"/>
            <a:ext cx="4681500" cy="768900"/>
          </a:xfrm>
          <a:prstGeom prst="rect">
            <a:avLst/>
          </a:prstGeom>
          <a:noFill/>
        </p:spPr>
        <p:txBody>
          <a:bodyPr anchorCtr="0" anchor="ctr" bIns="91425" lIns="91425" spcFirstLastPara="1" rIns="91425" wrap="square" tIns="91425">
            <a:noAutofit/>
          </a:bodyPr>
          <a:lstStyle>
            <a:lvl1pPr lvl="0" rtl="0">
              <a:spcBef>
                <a:spcPts val="0"/>
              </a:spcBef>
              <a:spcAft>
                <a:spcPts val="0"/>
              </a:spcAft>
              <a:buClr>
                <a:schemeClr val="lt1"/>
              </a:buClr>
              <a:buSzPts val="6000"/>
              <a:buNone/>
              <a:defRPr sz="4500">
                <a:solidFill>
                  <a:schemeClr val="accent6"/>
                </a:solidFill>
                <a:latin typeface="Lexend Mega Light"/>
                <a:ea typeface="Lexend Mega Light"/>
                <a:cs typeface="Lexend Mega Light"/>
                <a:sym typeface="Lexend Mega Light"/>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50" name="Google Shape;250;p21"/>
          <p:cNvSpPr txBox="1"/>
          <p:nvPr>
            <p:ph idx="5" type="subTitle"/>
          </p:nvPr>
        </p:nvSpPr>
        <p:spPr>
          <a:xfrm>
            <a:off x="2231237" y="4191230"/>
            <a:ext cx="4681500" cy="418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251" name="Shape 251"/>
        <p:cNvGrpSpPr/>
        <p:nvPr/>
      </p:nvGrpSpPr>
      <p:grpSpPr>
        <a:xfrm>
          <a:off x="0" y="0"/>
          <a:ext cx="0" cy="0"/>
          <a:chOff x="0" y="0"/>
          <a:chExt cx="0" cy="0"/>
        </a:xfrm>
      </p:grpSpPr>
      <p:sp>
        <p:nvSpPr>
          <p:cNvPr id="252" name="Google Shape;252;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300"/>
              <a:buNone/>
              <a:defRPr/>
            </a:lvl1pPr>
            <a:lvl2pPr lvl="1" rtl="0">
              <a:spcBef>
                <a:spcPts val="0"/>
              </a:spcBef>
              <a:spcAft>
                <a:spcPts val="0"/>
              </a:spcAft>
              <a:buSzPts val="2300"/>
              <a:buNone/>
              <a:defRPr/>
            </a:lvl2pPr>
            <a:lvl3pPr lvl="2" rtl="0">
              <a:spcBef>
                <a:spcPts val="0"/>
              </a:spcBef>
              <a:spcAft>
                <a:spcPts val="0"/>
              </a:spcAft>
              <a:buSzPts val="2300"/>
              <a:buNone/>
              <a:defRPr/>
            </a:lvl3pPr>
            <a:lvl4pPr lvl="3" rtl="0">
              <a:spcBef>
                <a:spcPts val="0"/>
              </a:spcBef>
              <a:spcAft>
                <a:spcPts val="0"/>
              </a:spcAft>
              <a:buSzPts val="2300"/>
              <a:buNone/>
              <a:defRPr/>
            </a:lvl4pPr>
            <a:lvl5pPr lvl="4" rtl="0">
              <a:spcBef>
                <a:spcPts val="0"/>
              </a:spcBef>
              <a:spcAft>
                <a:spcPts val="0"/>
              </a:spcAft>
              <a:buSzPts val="2300"/>
              <a:buNone/>
              <a:defRPr/>
            </a:lvl5pPr>
            <a:lvl6pPr lvl="5" rtl="0">
              <a:spcBef>
                <a:spcPts val="0"/>
              </a:spcBef>
              <a:spcAft>
                <a:spcPts val="0"/>
              </a:spcAft>
              <a:buSzPts val="2300"/>
              <a:buNone/>
              <a:defRPr/>
            </a:lvl6pPr>
            <a:lvl7pPr lvl="6" rtl="0">
              <a:spcBef>
                <a:spcPts val="0"/>
              </a:spcBef>
              <a:spcAft>
                <a:spcPts val="0"/>
              </a:spcAft>
              <a:buSzPts val="2300"/>
              <a:buNone/>
              <a:defRPr/>
            </a:lvl7pPr>
            <a:lvl8pPr lvl="7" rtl="0">
              <a:spcBef>
                <a:spcPts val="0"/>
              </a:spcBef>
              <a:spcAft>
                <a:spcPts val="0"/>
              </a:spcAft>
              <a:buSzPts val="2300"/>
              <a:buNone/>
              <a:defRPr/>
            </a:lvl8pPr>
            <a:lvl9pPr lvl="8" rtl="0">
              <a:spcBef>
                <a:spcPts val="0"/>
              </a:spcBef>
              <a:spcAft>
                <a:spcPts val="0"/>
              </a:spcAft>
              <a:buSzPts val="23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253" name="Shape 253"/>
        <p:cNvGrpSpPr/>
        <p:nvPr/>
      </p:nvGrpSpPr>
      <p:grpSpPr>
        <a:xfrm>
          <a:off x="0" y="0"/>
          <a:ext cx="0" cy="0"/>
          <a:chOff x="0" y="0"/>
          <a:chExt cx="0" cy="0"/>
        </a:xfrm>
      </p:grpSpPr>
      <p:sp>
        <p:nvSpPr>
          <p:cNvPr id="254" name="Google Shape;254;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300"/>
              <a:buNone/>
              <a:defRPr/>
            </a:lvl1pPr>
            <a:lvl2pPr lvl="1" rtl="0">
              <a:spcBef>
                <a:spcPts val="0"/>
              </a:spcBef>
              <a:spcAft>
                <a:spcPts val="0"/>
              </a:spcAft>
              <a:buSzPts val="2300"/>
              <a:buNone/>
              <a:defRPr/>
            </a:lvl2pPr>
            <a:lvl3pPr lvl="2" rtl="0">
              <a:spcBef>
                <a:spcPts val="0"/>
              </a:spcBef>
              <a:spcAft>
                <a:spcPts val="0"/>
              </a:spcAft>
              <a:buSzPts val="2300"/>
              <a:buNone/>
              <a:defRPr/>
            </a:lvl3pPr>
            <a:lvl4pPr lvl="3" rtl="0">
              <a:spcBef>
                <a:spcPts val="0"/>
              </a:spcBef>
              <a:spcAft>
                <a:spcPts val="0"/>
              </a:spcAft>
              <a:buSzPts val="2300"/>
              <a:buNone/>
              <a:defRPr/>
            </a:lvl4pPr>
            <a:lvl5pPr lvl="4" rtl="0">
              <a:spcBef>
                <a:spcPts val="0"/>
              </a:spcBef>
              <a:spcAft>
                <a:spcPts val="0"/>
              </a:spcAft>
              <a:buSzPts val="2300"/>
              <a:buNone/>
              <a:defRPr/>
            </a:lvl5pPr>
            <a:lvl6pPr lvl="5" rtl="0">
              <a:spcBef>
                <a:spcPts val="0"/>
              </a:spcBef>
              <a:spcAft>
                <a:spcPts val="0"/>
              </a:spcAft>
              <a:buSzPts val="2300"/>
              <a:buNone/>
              <a:defRPr/>
            </a:lvl6pPr>
            <a:lvl7pPr lvl="6" rtl="0">
              <a:spcBef>
                <a:spcPts val="0"/>
              </a:spcBef>
              <a:spcAft>
                <a:spcPts val="0"/>
              </a:spcAft>
              <a:buSzPts val="2300"/>
              <a:buNone/>
              <a:defRPr/>
            </a:lvl7pPr>
            <a:lvl8pPr lvl="7" rtl="0">
              <a:spcBef>
                <a:spcPts val="0"/>
              </a:spcBef>
              <a:spcAft>
                <a:spcPts val="0"/>
              </a:spcAft>
              <a:buSzPts val="2300"/>
              <a:buNone/>
              <a:defRPr/>
            </a:lvl8pPr>
            <a:lvl9pPr lvl="8" rtl="0">
              <a:spcBef>
                <a:spcPts val="0"/>
              </a:spcBef>
              <a:spcAft>
                <a:spcPts val="0"/>
              </a:spcAft>
              <a:buSzPts val="2300"/>
              <a:buNone/>
              <a:defRPr/>
            </a:lvl9pPr>
          </a:lstStyle>
          <a:p/>
        </p:txBody>
      </p:sp>
      <p:grpSp>
        <p:nvGrpSpPr>
          <p:cNvPr id="255" name="Google Shape;255;p23"/>
          <p:cNvGrpSpPr/>
          <p:nvPr/>
        </p:nvGrpSpPr>
        <p:grpSpPr>
          <a:xfrm>
            <a:off x="280375" y="186925"/>
            <a:ext cx="8583300" cy="4769475"/>
            <a:chOff x="280375" y="186925"/>
            <a:chExt cx="8583300" cy="4769475"/>
          </a:xfrm>
        </p:grpSpPr>
        <p:sp>
          <p:nvSpPr>
            <p:cNvPr id="256" name="Google Shape;256;p23"/>
            <p:cNvSpPr/>
            <p:nvPr/>
          </p:nvSpPr>
          <p:spPr>
            <a:xfrm>
              <a:off x="8676775"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57" name="Google Shape;257;p23"/>
            <p:cNvSpPr/>
            <p:nvPr/>
          </p:nvSpPr>
          <p:spPr>
            <a:xfrm flipH="1">
              <a:off x="280375"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58" name="Shape 258"/>
        <p:cNvGrpSpPr/>
        <p:nvPr/>
      </p:nvGrpSpPr>
      <p:grpSpPr>
        <a:xfrm>
          <a:off x="0" y="0"/>
          <a:ext cx="0" cy="0"/>
          <a:chOff x="0" y="0"/>
          <a:chExt cx="0" cy="0"/>
        </a:xfrm>
      </p:grpSpPr>
      <p:sp>
        <p:nvSpPr>
          <p:cNvPr id="259" name="Google Shape;259;p24"/>
          <p:cNvSpPr txBox="1"/>
          <p:nvPr>
            <p:ph type="title"/>
          </p:nvPr>
        </p:nvSpPr>
        <p:spPr>
          <a:xfrm>
            <a:off x="621850" y="623850"/>
            <a:ext cx="4898400" cy="1058700"/>
          </a:xfrm>
          <a:prstGeom prst="rect">
            <a:avLst/>
          </a:prstGeom>
        </p:spPr>
        <p:txBody>
          <a:bodyPr anchorCtr="0" anchor="b" bIns="91425" lIns="91425" spcFirstLastPara="1" rIns="91425" wrap="square" tIns="91425">
            <a:noAutofit/>
          </a:bodyPr>
          <a:lstStyle>
            <a:lvl1pPr lvl="0" rtl="0">
              <a:spcBef>
                <a:spcPts val="0"/>
              </a:spcBef>
              <a:spcAft>
                <a:spcPts val="0"/>
              </a:spcAft>
              <a:buSzPts val="2300"/>
              <a:buNone/>
              <a:defRPr sz="6000"/>
            </a:lvl1pPr>
            <a:lvl2pPr lvl="1" rtl="0">
              <a:spcBef>
                <a:spcPts val="0"/>
              </a:spcBef>
              <a:spcAft>
                <a:spcPts val="0"/>
              </a:spcAft>
              <a:buSzPts val="2300"/>
              <a:buNone/>
              <a:defRPr/>
            </a:lvl2pPr>
            <a:lvl3pPr lvl="2" rtl="0">
              <a:spcBef>
                <a:spcPts val="0"/>
              </a:spcBef>
              <a:spcAft>
                <a:spcPts val="0"/>
              </a:spcAft>
              <a:buSzPts val="2300"/>
              <a:buNone/>
              <a:defRPr/>
            </a:lvl3pPr>
            <a:lvl4pPr lvl="3" rtl="0">
              <a:spcBef>
                <a:spcPts val="0"/>
              </a:spcBef>
              <a:spcAft>
                <a:spcPts val="0"/>
              </a:spcAft>
              <a:buSzPts val="2300"/>
              <a:buNone/>
              <a:defRPr/>
            </a:lvl4pPr>
            <a:lvl5pPr lvl="4" rtl="0">
              <a:spcBef>
                <a:spcPts val="0"/>
              </a:spcBef>
              <a:spcAft>
                <a:spcPts val="0"/>
              </a:spcAft>
              <a:buSzPts val="2300"/>
              <a:buNone/>
              <a:defRPr/>
            </a:lvl5pPr>
            <a:lvl6pPr lvl="5" rtl="0">
              <a:spcBef>
                <a:spcPts val="0"/>
              </a:spcBef>
              <a:spcAft>
                <a:spcPts val="0"/>
              </a:spcAft>
              <a:buSzPts val="2300"/>
              <a:buNone/>
              <a:defRPr/>
            </a:lvl6pPr>
            <a:lvl7pPr lvl="6" rtl="0">
              <a:spcBef>
                <a:spcPts val="0"/>
              </a:spcBef>
              <a:spcAft>
                <a:spcPts val="0"/>
              </a:spcAft>
              <a:buSzPts val="2300"/>
              <a:buNone/>
              <a:defRPr/>
            </a:lvl7pPr>
            <a:lvl8pPr lvl="7" rtl="0">
              <a:spcBef>
                <a:spcPts val="0"/>
              </a:spcBef>
              <a:spcAft>
                <a:spcPts val="0"/>
              </a:spcAft>
              <a:buSzPts val="2300"/>
              <a:buNone/>
              <a:defRPr/>
            </a:lvl8pPr>
            <a:lvl9pPr lvl="8" rtl="0">
              <a:spcBef>
                <a:spcPts val="0"/>
              </a:spcBef>
              <a:spcAft>
                <a:spcPts val="0"/>
              </a:spcAft>
              <a:buSzPts val="2300"/>
              <a:buNone/>
              <a:defRPr/>
            </a:lvl9pPr>
          </a:lstStyle>
          <a:p/>
        </p:txBody>
      </p:sp>
      <p:sp>
        <p:nvSpPr>
          <p:cNvPr id="260" name="Google Shape;260;p24"/>
          <p:cNvSpPr txBox="1"/>
          <p:nvPr>
            <p:ph idx="1" type="subTitle"/>
          </p:nvPr>
        </p:nvSpPr>
        <p:spPr>
          <a:xfrm>
            <a:off x="847000" y="1714199"/>
            <a:ext cx="4448100" cy="825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61" name="Google Shape;261;p24"/>
          <p:cNvSpPr txBox="1"/>
          <p:nvPr/>
        </p:nvSpPr>
        <p:spPr>
          <a:xfrm>
            <a:off x="847000" y="3514950"/>
            <a:ext cx="53205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200">
                <a:solidFill>
                  <a:schemeClr val="dk1"/>
                </a:solidFill>
                <a:latin typeface="Epilogue"/>
                <a:ea typeface="Epilogue"/>
                <a:cs typeface="Epilogue"/>
                <a:sym typeface="Epilogue"/>
              </a:rPr>
              <a:t>CREDITS:</a:t>
            </a:r>
            <a:r>
              <a:rPr lang="en" sz="1200">
                <a:solidFill>
                  <a:schemeClr val="dk1"/>
                </a:solidFill>
                <a:latin typeface="Epilogue"/>
                <a:ea typeface="Epilogue"/>
                <a:cs typeface="Epilogue"/>
                <a:sym typeface="Epilogue"/>
              </a:rPr>
              <a:t> This presentation template was created by </a:t>
            </a:r>
            <a:r>
              <a:rPr b="1" lang="en" sz="1200" u="sng">
                <a:solidFill>
                  <a:schemeClr val="hlink"/>
                </a:solidFill>
                <a:latin typeface="Epilogue"/>
                <a:ea typeface="Epilogue"/>
                <a:cs typeface="Epilogue"/>
                <a:sym typeface="Epilogue"/>
                <a:hlinkClick r:id="rId2"/>
              </a:rPr>
              <a:t>Slidesgo</a:t>
            </a:r>
            <a:r>
              <a:rPr lang="en" sz="1200">
                <a:solidFill>
                  <a:schemeClr val="dk1"/>
                </a:solidFill>
                <a:latin typeface="Epilogue"/>
                <a:ea typeface="Epilogue"/>
                <a:cs typeface="Epilogue"/>
                <a:sym typeface="Epilogue"/>
              </a:rPr>
              <a:t>, and includes icons by </a:t>
            </a:r>
            <a:r>
              <a:rPr b="1" lang="en" sz="1200" u="sng">
                <a:solidFill>
                  <a:schemeClr val="dk1"/>
                </a:solidFill>
                <a:latin typeface="Epilogue"/>
                <a:ea typeface="Epilogue"/>
                <a:cs typeface="Epilogue"/>
                <a:sym typeface="Epilogue"/>
                <a:hlinkClick r:id="rId3">
                  <a:extLst>
                    <a:ext uri="{A12FA001-AC4F-418D-AE19-62706E023703}">
                      <ahyp:hlinkClr val="tx"/>
                    </a:ext>
                  </a:extLst>
                </a:hlinkClick>
              </a:rPr>
              <a:t>Flaticon</a:t>
            </a:r>
            <a:r>
              <a:rPr lang="en" sz="1200">
                <a:solidFill>
                  <a:schemeClr val="dk1"/>
                </a:solidFill>
                <a:latin typeface="Epilogue"/>
                <a:ea typeface="Epilogue"/>
                <a:cs typeface="Epilogue"/>
                <a:sym typeface="Epilogue"/>
              </a:rPr>
              <a:t>, and infographics &amp; images by </a:t>
            </a:r>
            <a:r>
              <a:rPr b="1" lang="en" sz="1200" u="sng">
                <a:solidFill>
                  <a:schemeClr val="dk1"/>
                </a:solidFill>
                <a:latin typeface="Epilogue"/>
                <a:ea typeface="Epilogue"/>
                <a:cs typeface="Epilogue"/>
                <a:sym typeface="Epilogue"/>
                <a:hlinkClick r:id="rId4">
                  <a:extLst>
                    <a:ext uri="{A12FA001-AC4F-418D-AE19-62706E023703}">
                      <ahyp:hlinkClr val="tx"/>
                    </a:ext>
                  </a:extLst>
                </a:hlinkClick>
              </a:rPr>
              <a:t>Freepik</a:t>
            </a:r>
            <a:r>
              <a:rPr lang="en" sz="1200" u="sng">
                <a:solidFill>
                  <a:schemeClr val="dk1"/>
                </a:solidFill>
                <a:latin typeface="Epilogue"/>
                <a:ea typeface="Epilogue"/>
                <a:cs typeface="Epilogue"/>
                <a:sym typeface="Epilogue"/>
              </a:rPr>
              <a:t> </a:t>
            </a:r>
            <a:endParaRPr b="1" sz="1200" u="sng">
              <a:solidFill>
                <a:schemeClr val="dk1"/>
              </a:solidFill>
              <a:latin typeface="Epilogue"/>
              <a:ea typeface="Epilogue"/>
              <a:cs typeface="Epilogue"/>
              <a:sym typeface="Epilogue"/>
            </a:endParaRPr>
          </a:p>
        </p:txBody>
      </p:sp>
      <p:grpSp>
        <p:nvGrpSpPr>
          <p:cNvPr id="262" name="Google Shape;262;p24"/>
          <p:cNvGrpSpPr/>
          <p:nvPr/>
        </p:nvGrpSpPr>
        <p:grpSpPr>
          <a:xfrm flipH="1" rot="10800000">
            <a:off x="280375" y="186925"/>
            <a:ext cx="8583300" cy="4769475"/>
            <a:chOff x="280375" y="186925"/>
            <a:chExt cx="8583300" cy="4769475"/>
          </a:xfrm>
        </p:grpSpPr>
        <p:grpSp>
          <p:nvGrpSpPr>
            <p:cNvPr id="263" name="Google Shape;263;p24"/>
            <p:cNvGrpSpPr/>
            <p:nvPr/>
          </p:nvGrpSpPr>
          <p:grpSpPr>
            <a:xfrm>
              <a:off x="280375" y="4769500"/>
              <a:ext cx="1287008" cy="186900"/>
              <a:chOff x="280375" y="4769500"/>
              <a:chExt cx="1287008" cy="186900"/>
            </a:xfrm>
          </p:grpSpPr>
          <p:sp>
            <p:nvSpPr>
              <p:cNvPr id="264" name="Google Shape;264;p24"/>
              <p:cNvSpPr/>
              <p:nvPr/>
            </p:nvSpPr>
            <p:spPr>
              <a:xfrm rot="10800000">
                <a:off x="1380483"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65" name="Google Shape;265;p24"/>
              <p:cNvSpPr/>
              <p:nvPr/>
            </p:nvSpPr>
            <p:spPr>
              <a:xfrm rot="10800000">
                <a:off x="1013781"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66" name="Google Shape;266;p24"/>
              <p:cNvSpPr/>
              <p:nvPr/>
            </p:nvSpPr>
            <p:spPr>
              <a:xfrm rot="10800000">
                <a:off x="647078" y="4769500"/>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67" name="Google Shape;267;p24"/>
              <p:cNvSpPr/>
              <p:nvPr/>
            </p:nvSpPr>
            <p:spPr>
              <a:xfrm rot="10800000">
                <a:off x="280375" y="4769500"/>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268" name="Google Shape;268;p24"/>
            <p:cNvGrpSpPr/>
            <p:nvPr/>
          </p:nvGrpSpPr>
          <p:grpSpPr>
            <a:xfrm rot="10800000">
              <a:off x="5376450" y="186925"/>
              <a:ext cx="3487225" cy="186900"/>
              <a:chOff x="280375" y="4769500"/>
              <a:chExt cx="3487225" cy="186900"/>
            </a:xfrm>
          </p:grpSpPr>
          <p:sp>
            <p:nvSpPr>
              <p:cNvPr id="269" name="Google Shape;269;p24"/>
              <p:cNvSpPr/>
              <p:nvPr/>
            </p:nvSpPr>
            <p:spPr>
              <a:xfrm flipH="1">
                <a:off x="1747186" y="4769500"/>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70" name="Google Shape;270;p24"/>
              <p:cNvSpPr/>
              <p:nvPr/>
            </p:nvSpPr>
            <p:spPr>
              <a:xfrm flipH="1">
                <a:off x="1380483" y="4769500"/>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71" name="Google Shape;271;p24"/>
              <p:cNvSpPr/>
              <p:nvPr/>
            </p:nvSpPr>
            <p:spPr>
              <a:xfrm flipH="1">
                <a:off x="1013781" y="4769500"/>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72" name="Google Shape;272;p24"/>
              <p:cNvSpPr/>
              <p:nvPr/>
            </p:nvSpPr>
            <p:spPr>
              <a:xfrm flipH="1">
                <a:off x="647078" y="4769500"/>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73" name="Google Shape;273;p24"/>
              <p:cNvSpPr/>
              <p:nvPr/>
            </p:nvSpPr>
            <p:spPr>
              <a:xfrm flipH="1">
                <a:off x="280375" y="4769500"/>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74" name="Google Shape;274;p24"/>
              <p:cNvSpPr/>
              <p:nvPr/>
            </p:nvSpPr>
            <p:spPr>
              <a:xfrm flipH="1">
                <a:off x="3580700"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75" name="Google Shape;275;p24"/>
              <p:cNvSpPr/>
              <p:nvPr/>
            </p:nvSpPr>
            <p:spPr>
              <a:xfrm flipH="1">
                <a:off x="3213997"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76" name="Google Shape;276;p24"/>
              <p:cNvSpPr/>
              <p:nvPr/>
            </p:nvSpPr>
            <p:spPr>
              <a:xfrm flipH="1">
                <a:off x="2847294"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77" name="Google Shape;277;p24"/>
              <p:cNvSpPr/>
              <p:nvPr/>
            </p:nvSpPr>
            <p:spPr>
              <a:xfrm flipH="1">
                <a:off x="2480592"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78" name="Google Shape;278;p24"/>
              <p:cNvSpPr/>
              <p:nvPr/>
            </p:nvSpPr>
            <p:spPr>
              <a:xfrm flipH="1">
                <a:off x="2113889"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79" name="Shape 279"/>
        <p:cNvGrpSpPr/>
        <p:nvPr/>
      </p:nvGrpSpPr>
      <p:grpSpPr>
        <a:xfrm>
          <a:off x="0" y="0"/>
          <a:ext cx="0" cy="0"/>
          <a:chOff x="0" y="0"/>
          <a:chExt cx="0" cy="0"/>
        </a:xfrm>
      </p:grpSpPr>
      <p:grpSp>
        <p:nvGrpSpPr>
          <p:cNvPr id="280" name="Google Shape;280;p25"/>
          <p:cNvGrpSpPr/>
          <p:nvPr/>
        </p:nvGrpSpPr>
        <p:grpSpPr>
          <a:xfrm>
            <a:off x="2828413" y="186925"/>
            <a:ext cx="3487225" cy="4769475"/>
            <a:chOff x="2828413" y="186925"/>
            <a:chExt cx="3487225" cy="4769475"/>
          </a:xfrm>
        </p:grpSpPr>
        <p:grpSp>
          <p:nvGrpSpPr>
            <p:cNvPr id="281" name="Google Shape;281;p25"/>
            <p:cNvGrpSpPr/>
            <p:nvPr/>
          </p:nvGrpSpPr>
          <p:grpSpPr>
            <a:xfrm>
              <a:off x="2828413" y="186925"/>
              <a:ext cx="3487225" cy="186900"/>
              <a:chOff x="5376450" y="186925"/>
              <a:chExt cx="3487225" cy="186900"/>
            </a:xfrm>
          </p:grpSpPr>
          <p:sp>
            <p:nvSpPr>
              <p:cNvPr id="282" name="Google Shape;282;p25"/>
              <p:cNvSpPr/>
              <p:nvPr/>
            </p:nvSpPr>
            <p:spPr>
              <a:xfrm>
                <a:off x="7209964" y="186925"/>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83" name="Google Shape;283;p25"/>
              <p:cNvSpPr/>
              <p:nvPr/>
            </p:nvSpPr>
            <p:spPr>
              <a:xfrm>
                <a:off x="7576667" y="186925"/>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84" name="Google Shape;284;p25"/>
              <p:cNvSpPr/>
              <p:nvPr/>
            </p:nvSpPr>
            <p:spPr>
              <a:xfrm>
                <a:off x="7943369" y="186925"/>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85" name="Google Shape;285;p25"/>
              <p:cNvSpPr/>
              <p:nvPr/>
            </p:nvSpPr>
            <p:spPr>
              <a:xfrm>
                <a:off x="8310072" y="186925"/>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86" name="Google Shape;286;p25"/>
              <p:cNvSpPr/>
              <p:nvPr/>
            </p:nvSpPr>
            <p:spPr>
              <a:xfrm>
                <a:off x="8676775" y="186925"/>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87" name="Google Shape;287;p25"/>
              <p:cNvSpPr/>
              <p:nvPr/>
            </p:nvSpPr>
            <p:spPr>
              <a:xfrm>
                <a:off x="5376450"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88" name="Google Shape;288;p25"/>
              <p:cNvSpPr/>
              <p:nvPr/>
            </p:nvSpPr>
            <p:spPr>
              <a:xfrm>
                <a:off x="5743153"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89" name="Google Shape;289;p25"/>
              <p:cNvSpPr/>
              <p:nvPr/>
            </p:nvSpPr>
            <p:spPr>
              <a:xfrm>
                <a:off x="6109856"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90" name="Google Shape;290;p25"/>
              <p:cNvSpPr/>
              <p:nvPr/>
            </p:nvSpPr>
            <p:spPr>
              <a:xfrm>
                <a:off x="6476558"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91" name="Google Shape;291;p25"/>
              <p:cNvSpPr/>
              <p:nvPr/>
            </p:nvSpPr>
            <p:spPr>
              <a:xfrm>
                <a:off x="6843261"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292" name="Google Shape;292;p25"/>
            <p:cNvGrpSpPr/>
            <p:nvPr/>
          </p:nvGrpSpPr>
          <p:grpSpPr>
            <a:xfrm>
              <a:off x="2828413" y="4769500"/>
              <a:ext cx="3487225" cy="186900"/>
              <a:chOff x="280375" y="4769500"/>
              <a:chExt cx="3487225" cy="186900"/>
            </a:xfrm>
          </p:grpSpPr>
          <p:sp>
            <p:nvSpPr>
              <p:cNvPr id="293" name="Google Shape;293;p25"/>
              <p:cNvSpPr/>
              <p:nvPr/>
            </p:nvSpPr>
            <p:spPr>
              <a:xfrm flipH="1">
                <a:off x="1747186" y="4769500"/>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94" name="Google Shape;294;p25"/>
              <p:cNvSpPr/>
              <p:nvPr/>
            </p:nvSpPr>
            <p:spPr>
              <a:xfrm flipH="1">
                <a:off x="1380483" y="4769500"/>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95" name="Google Shape;295;p25"/>
              <p:cNvSpPr/>
              <p:nvPr/>
            </p:nvSpPr>
            <p:spPr>
              <a:xfrm flipH="1">
                <a:off x="1013781" y="4769500"/>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96" name="Google Shape;296;p25"/>
              <p:cNvSpPr/>
              <p:nvPr/>
            </p:nvSpPr>
            <p:spPr>
              <a:xfrm flipH="1">
                <a:off x="647078" y="4769500"/>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97" name="Google Shape;297;p25"/>
              <p:cNvSpPr/>
              <p:nvPr/>
            </p:nvSpPr>
            <p:spPr>
              <a:xfrm flipH="1">
                <a:off x="280375" y="4769500"/>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98" name="Google Shape;298;p25"/>
              <p:cNvSpPr/>
              <p:nvPr/>
            </p:nvSpPr>
            <p:spPr>
              <a:xfrm flipH="1">
                <a:off x="3580700"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99" name="Google Shape;299;p25"/>
              <p:cNvSpPr/>
              <p:nvPr/>
            </p:nvSpPr>
            <p:spPr>
              <a:xfrm flipH="1">
                <a:off x="3213997"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00" name="Google Shape;300;p25"/>
              <p:cNvSpPr/>
              <p:nvPr/>
            </p:nvSpPr>
            <p:spPr>
              <a:xfrm flipH="1">
                <a:off x="2847294"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01" name="Google Shape;301;p25"/>
              <p:cNvSpPr/>
              <p:nvPr/>
            </p:nvSpPr>
            <p:spPr>
              <a:xfrm flipH="1">
                <a:off x="2480592"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02" name="Google Shape;302;p25"/>
              <p:cNvSpPr/>
              <p:nvPr/>
            </p:nvSpPr>
            <p:spPr>
              <a:xfrm flipH="1">
                <a:off x="2113889"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303" name="Shape 303"/>
        <p:cNvGrpSpPr/>
        <p:nvPr/>
      </p:nvGrpSpPr>
      <p:grpSpPr>
        <a:xfrm>
          <a:off x="0" y="0"/>
          <a:ext cx="0" cy="0"/>
          <a:chOff x="0" y="0"/>
          <a:chExt cx="0" cy="0"/>
        </a:xfrm>
      </p:grpSpPr>
      <p:grpSp>
        <p:nvGrpSpPr>
          <p:cNvPr id="304" name="Google Shape;304;p26"/>
          <p:cNvGrpSpPr/>
          <p:nvPr/>
        </p:nvGrpSpPr>
        <p:grpSpPr>
          <a:xfrm>
            <a:off x="280300" y="186472"/>
            <a:ext cx="8584025" cy="4769794"/>
            <a:chOff x="280300" y="186472"/>
            <a:chExt cx="8584025" cy="4769794"/>
          </a:xfrm>
        </p:grpSpPr>
        <p:grpSp>
          <p:nvGrpSpPr>
            <p:cNvPr id="305" name="Google Shape;305;p26"/>
            <p:cNvGrpSpPr/>
            <p:nvPr/>
          </p:nvGrpSpPr>
          <p:grpSpPr>
            <a:xfrm rot="-5400000">
              <a:off x="8122265" y="741631"/>
              <a:ext cx="1297219" cy="186900"/>
              <a:chOff x="280300" y="186475"/>
              <a:chExt cx="1297219" cy="186900"/>
            </a:xfrm>
          </p:grpSpPr>
          <p:grpSp>
            <p:nvGrpSpPr>
              <p:cNvPr id="306" name="Google Shape;306;p26"/>
              <p:cNvGrpSpPr/>
              <p:nvPr/>
            </p:nvGrpSpPr>
            <p:grpSpPr>
              <a:xfrm flipH="1">
                <a:off x="280300" y="186475"/>
                <a:ext cx="553603" cy="186900"/>
                <a:chOff x="3213997" y="4769500"/>
                <a:chExt cx="553603" cy="186900"/>
              </a:xfrm>
            </p:grpSpPr>
            <p:sp>
              <p:nvSpPr>
                <p:cNvPr id="307" name="Google Shape;307;p26"/>
                <p:cNvSpPr/>
                <p:nvPr/>
              </p:nvSpPr>
              <p:spPr>
                <a:xfrm flipH="1">
                  <a:off x="3580700"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08" name="Google Shape;308;p26"/>
                <p:cNvSpPr/>
                <p:nvPr/>
              </p:nvSpPr>
              <p:spPr>
                <a:xfrm flipH="1">
                  <a:off x="3213997"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309" name="Google Shape;309;p26"/>
              <p:cNvGrpSpPr/>
              <p:nvPr/>
            </p:nvGrpSpPr>
            <p:grpSpPr>
              <a:xfrm flipH="1">
                <a:off x="1023916" y="186475"/>
                <a:ext cx="553603" cy="186900"/>
                <a:chOff x="3213997" y="4769500"/>
                <a:chExt cx="553603" cy="186900"/>
              </a:xfrm>
            </p:grpSpPr>
            <p:sp>
              <p:nvSpPr>
                <p:cNvPr id="310" name="Google Shape;310;p26"/>
                <p:cNvSpPr/>
                <p:nvPr/>
              </p:nvSpPr>
              <p:spPr>
                <a:xfrm flipH="1">
                  <a:off x="3580700" y="4769500"/>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11" name="Google Shape;311;p26"/>
                <p:cNvSpPr/>
                <p:nvPr/>
              </p:nvSpPr>
              <p:spPr>
                <a:xfrm flipH="1">
                  <a:off x="3213997" y="4769500"/>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grpSp>
          <p:nvGrpSpPr>
            <p:cNvPr id="312" name="Google Shape;312;p26"/>
            <p:cNvGrpSpPr/>
            <p:nvPr/>
          </p:nvGrpSpPr>
          <p:grpSpPr>
            <a:xfrm flipH="1" rot="-5400000">
              <a:off x="-274860" y="4214206"/>
              <a:ext cx="1297219" cy="186900"/>
              <a:chOff x="280300" y="186475"/>
              <a:chExt cx="1297219" cy="186900"/>
            </a:xfrm>
          </p:grpSpPr>
          <p:grpSp>
            <p:nvGrpSpPr>
              <p:cNvPr id="313" name="Google Shape;313;p26"/>
              <p:cNvGrpSpPr/>
              <p:nvPr/>
            </p:nvGrpSpPr>
            <p:grpSpPr>
              <a:xfrm flipH="1">
                <a:off x="280300" y="186475"/>
                <a:ext cx="553603" cy="186900"/>
                <a:chOff x="3213997" y="4769500"/>
                <a:chExt cx="553603" cy="186900"/>
              </a:xfrm>
            </p:grpSpPr>
            <p:sp>
              <p:nvSpPr>
                <p:cNvPr id="314" name="Google Shape;314;p26"/>
                <p:cNvSpPr/>
                <p:nvPr/>
              </p:nvSpPr>
              <p:spPr>
                <a:xfrm flipH="1">
                  <a:off x="3580700"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15" name="Google Shape;315;p26"/>
                <p:cNvSpPr/>
                <p:nvPr/>
              </p:nvSpPr>
              <p:spPr>
                <a:xfrm flipH="1">
                  <a:off x="3213997"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316" name="Google Shape;316;p26"/>
              <p:cNvGrpSpPr/>
              <p:nvPr/>
            </p:nvGrpSpPr>
            <p:grpSpPr>
              <a:xfrm flipH="1">
                <a:off x="1023916" y="186475"/>
                <a:ext cx="553603" cy="186900"/>
                <a:chOff x="3213997" y="4769500"/>
                <a:chExt cx="553603" cy="186900"/>
              </a:xfrm>
            </p:grpSpPr>
            <p:sp>
              <p:nvSpPr>
                <p:cNvPr id="317" name="Google Shape;317;p26"/>
                <p:cNvSpPr/>
                <p:nvPr/>
              </p:nvSpPr>
              <p:spPr>
                <a:xfrm flipH="1">
                  <a:off x="3580700" y="4769500"/>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18" name="Google Shape;318;p26"/>
                <p:cNvSpPr/>
                <p:nvPr/>
              </p:nvSpPr>
              <p:spPr>
                <a:xfrm flipH="1">
                  <a:off x="3213997" y="4769500"/>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22" name="Shape 322"/>
        <p:cNvGrpSpPr/>
        <p:nvPr/>
      </p:nvGrpSpPr>
      <p:grpSpPr>
        <a:xfrm>
          <a:off x="0" y="0"/>
          <a:ext cx="0" cy="0"/>
          <a:chOff x="0" y="0"/>
          <a:chExt cx="0" cy="0"/>
        </a:xfrm>
      </p:grpSpPr>
      <p:sp>
        <p:nvSpPr>
          <p:cNvPr id="323" name="Google Shape;323;p28"/>
          <p:cNvSpPr txBox="1"/>
          <p:nvPr>
            <p:ph type="ctrTitle"/>
          </p:nvPr>
        </p:nvSpPr>
        <p:spPr>
          <a:xfrm>
            <a:off x="713225" y="1042416"/>
            <a:ext cx="7086600" cy="17667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200"/>
              <a:buNone/>
              <a:defRPr sz="5200">
                <a:latin typeface="Russo One"/>
                <a:ea typeface="Russo One"/>
                <a:cs typeface="Russo One"/>
                <a:sym typeface="Russo One"/>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324" name="Google Shape;324;p28"/>
          <p:cNvSpPr txBox="1"/>
          <p:nvPr>
            <p:ph idx="1" type="subTitle"/>
          </p:nvPr>
        </p:nvSpPr>
        <p:spPr>
          <a:xfrm>
            <a:off x="713225" y="3712464"/>
            <a:ext cx="2496300" cy="640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4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325" name="Google Shape;325;p28"/>
          <p:cNvGrpSpPr/>
          <p:nvPr/>
        </p:nvGrpSpPr>
        <p:grpSpPr>
          <a:xfrm>
            <a:off x="280375" y="186925"/>
            <a:ext cx="8583300" cy="4769475"/>
            <a:chOff x="280375" y="186925"/>
            <a:chExt cx="8583300" cy="4769475"/>
          </a:xfrm>
        </p:grpSpPr>
        <p:grpSp>
          <p:nvGrpSpPr>
            <p:cNvPr id="326" name="Google Shape;326;p28"/>
            <p:cNvGrpSpPr/>
            <p:nvPr/>
          </p:nvGrpSpPr>
          <p:grpSpPr>
            <a:xfrm>
              <a:off x="5376450" y="186925"/>
              <a:ext cx="3487225" cy="186900"/>
              <a:chOff x="5376450" y="186925"/>
              <a:chExt cx="3487225" cy="186900"/>
            </a:xfrm>
          </p:grpSpPr>
          <p:sp>
            <p:nvSpPr>
              <p:cNvPr id="327" name="Google Shape;327;p28"/>
              <p:cNvSpPr/>
              <p:nvPr/>
            </p:nvSpPr>
            <p:spPr>
              <a:xfrm>
                <a:off x="7209964" y="186925"/>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28" name="Google Shape;328;p28"/>
              <p:cNvSpPr/>
              <p:nvPr/>
            </p:nvSpPr>
            <p:spPr>
              <a:xfrm>
                <a:off x="7576667" y="186925"/>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29" name="Google Shape;329;p28"/>
              <p:cNvSpPr/>
              <p:nvPr/>
            </p:nvSpPr>
            <p:spPr>
              <a:xfrm>
                <a:off x="7943369" y="186925"/>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30" name="Google Shape;330;p28"/>
              <p:cNvSpPr/>
              <p:nvPr/>
            </p:nvSpPr>
            <p:spPr>
              <a:xfrm>
                <a:off x="8310072" y="186925"/>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31" name="Google Shape;331;p28"/>
              <p:cNvSpPr/>
              <p:nvPr/>
            </p:nvSpPr>
            <p:spPr>
              <a:xfrm>
                <a:off x="8676775" y="186925"/>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32" name="Google Shape;332;p28"/>
              <p:cNvSpPr/>
              <p:nvPr/>
            </p:nvSpPr>
            <p:spPr>
              <a:xfrm>
                <a:off x="5376450"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33" name="Google Shape;333;p28"/>
              <p:cNvSpPr/>
              <p:nvPr/>
            </p:nvSpPr>
            <p:spPr>
              <a:xfrm>
                <a:off x="5743153"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34" name="Google Shape;334;p28"/>
              <p:cNvSpPr/>
              <p:nvPr/>
            </p:nvSpPr>
            <p:spPr>
              <a:xfrm>
                <a:off x="6109856"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35" name="Google Shape;335;p28"/>
              <p:cNvSpPr/>
              <p:nvPr/>
            </p:nvSpPr>
            <p:spPr>
              <a:xfrm>
                <a:off x="6476558"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36" name="Google Shape;336;p28"/>
              <p:cNvSpPr/>
              <p:nvPr/>
            </p:nvSpPr>
            <p:spPr>
              <a:xfrm>
                <a:off x="6843261"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337" name="Google Shape;337;p28"/>
            <p:cNvGrpSpPr/>
            <p:nvPr/>
          </p:nvGrpSpPr>
          <p:grpSpPr>
            <a:xfrm>
              <a:off x="280375" y="4769500"/>
              <a:ext cx="3487225" cy="186900"/>
              <a:chOff x="280375" y="4769500"/>
              <a:chExt cx="3487225" cy="186900"/>
            </a:xfrm>
          </p:grpSpPr>
          <p:sp>
            <p:nvSpPr>
              <p:cNvPr id="338" name="Google Shape;338;p28"/>
              <p:cNvSpPr/>
              <p:nvPr/>
            </p:nvSpPr>
            <p:spPr>
              <a:xfrm flipH="1">
                <a:off x="1747186" y="4769500"/>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39" name="Google Shape;339;p28"/>
              <p:cNvSpPr/>
              <p:nvPr/>
            </p:nvSpPr>
            <p:spPr>
              <a:xfrm flipH="1">
                <a:off x="1380483" y="4769500"/>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40" name="Google Shape;340;p28"/>
              <p:cNvSpPr/>
              <p:nvPr/>
            </p:nvSpPr>
            <p:spPr>
              <a:xfrm flipH="1">
                <a:off x="1013781" y="4769500"/>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41" name="Google Shape;341;p28"/>
              <p:cNvSpPr/>
              <p:nvPr/>
            </p:nvSpPr>
            <p:spPr>
              <a:xfrm flipH="1">
                <a:off x="647078" y="4769500"/>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42" name="Google Shape;342;p28"/>
              <p:cNvSpPr/>
              <p:nvPr/>
            </p:nvSpPr>
            <p:spPr>
              <a:xfrm flipH="1">
                <a:off x="280375" y="4769500"/>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43" name="Google Shape;343;p28"/>
              <p:cNvSpPr/>
              <p:nvPr/>
            </p:nvSpPr>
            <p:spPr>
              <a:xfrm flipH="1">
                <a:off x="3580700"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44" name="Google Shape;344;p28"/>
              <p:cNvSpPr/>
              <p:nvPr/>
            </p:nvSpPr>
            <p:spPr>
              <a:xfrm flipH="1">
                <a:off x="3213997"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45" name="Google Shape;345;p28"/>
              <p:cNvSpPr/>
              <p:nvPr/>
            </p:nvSpPr>
            <p:spPr>
              <a:xfrm flipH="1">
                <a:off x="2847294"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46" name="Google Shape;346;p28"/>
              <p:cNvSpPr/>
              <p:nvPr/>
            </p:nvSpPr>
            <p:spPr>
              <a:xfrm flipH="1">
                <a:off x="2480592"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47" name="Google Shape;347;p28"/>
              <p:cNvSpPr/>
              <p:nvPr/>
            </p:nvSpPr>
            <p:spPr>
              <a:xfrm flipH="1">
                <a:off x="2113889"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8" name="Shape 348"/>
        <p:cNvGrpSpPr/>
        <p:nvPr/>
      </p:nvGrpSpPr>
      <p:grpSpPr>
        <a:xfrm>
          <a:off x="0" y="0"/>
          <a:ext cx="0" cy="0"/>
          <a:chOff x="0" y="0"/>
          <a:chExt cx="0" cy="0"/>
        </a:xfrm>
      </p:grpSpPr>
      <p:sp>
        <p:nvSpPr>
          <p:cNvPr id="349" name="Google Shape;349;p29"/>
          <p:cNvSpPr txBox="1"/>
          <p:nvPr>
            <p:ph type="title"/>
          </p:nvPr>
        </p:nvSpPr>
        <p:spPr>
          <a:xfrm>
            <a:off x="4176338" y="2301363"/>
            <a:ext cx="3878100" cy="1516500"/>
          </a:xfrm>
          <a:prstGeom prst="rect">
            <a:avLst/>
          </a:prstGeom>
        </p:spPr>
        <p:txBody>
          <a:bodyPr anchorCtr="0" anchor="ctr" bIns="91425" lIns="91425" spcFirstLastPara="1" rIns="91425" wrap="square" tIns="91425">
            <a:noAutofit/>
          </a:bodyPr>
          <a:lstStyle>
            <a:lvl1pPr lvl="0" algn="r">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350" name="Google Shape;350;p29"/>
          <p:cNvSpPr txBox="1"/>
          <p:nvPr>
            <p:ph hasCustomPrompt="1" idx="2" type="title"/>
          </p:nvPr>
        </p:nvSpPr>
        <p:spPr>
          <a:xfrm>
            <a:off x="6524674" y="1325463"/>
            <a:ext cx="1529700" cy="841800"/>
          </a:xfrm>
          <a:prstGeom prst="rect">
            <a:avLst/>
          </a:prstGeom>
          <a:noFill/>
        </p:spPr>
        <p:txBody>
          <a:bodyPr anchorCtr="0" anchor="ctr" bIns="91425" lIns="91425" spcFirstLastPara="1" rIns="91425" wrap="square" tIns="91425">
            <a:noAutofit/>
          </a:bodyPr>
          <a:lstStyle>
            <a:lvl1pPr lvl="0" algn="r">
              <a:spcBef>
                <a:spcPts val="0"/>
              </a:spcBef>
              <a:spcAft>
                <a:spcPts val="0"/>
              </a:spcAft>
              <a:buClr>
                <a:schemeClr val="lt1"/>
              </a:buClr>
              <a:buSzPts val="6000"/>
              <a:buNone/>
              <a:defRPr sz="6000">
                <a:solidFill>
                  <a:schemeClr val="accent6"/>
                </a:solidFill>
                <a:latin typeface="Lexend Mega Light"/>
                <a:ea typeface="Lexend Mega Light"/>
                <a:cs typeface="Lexend Mega Light"/>
                <a:sym typeface="Lexend Mega Light"/>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351" name="Google Shape;351;p29"/>
          <p:cNvSpPr/>
          <p:nvPr>
            <p:ph idx="3" type="pic"/>
          </p:nvPr>
        </p:nvSpPr>
        <p:spPr>
          <a:xfrm>
            <a:off x="1089550" y="539913"/>
            <a:ext cx="2760600" cy="4063500"/>
          </a:xfrm>
          <a:prstGeom prst="rect">
            <a:avLst/>
          </a:prstGeom>
          <a:noFill/>
          <a:ln>
            <a:noFill/>
          </a:ln>
        </p:spPr>
      </p:sp>
      <p:grpSp>
        <p:nvGrpSpPr>
          <p:cNvPr id="352" name="Google Shape;352;p29"/>
          <p:cNvGrpSpPr/>
          <p:nvPr/>
        </p:nvGrpSpPr>
        <p:grpSpPr>
          <a:xfrm>
            <a:off x="280375" y="186925"/>
            <a:ext cx="8583300" cy="4769475"/>
            <a:chOff x="280375" y="186925"/>
            <a:chExt cx="8583300" cy="4769475"/>
          </a:xfrm>
        </p:grpSpPr>
        <p:grpSp>
          <p:nvGrpSpPr>
            <p:cNvPr id="353" name="Google Shape;353;p29"/>
            <p:cNvGrpSpPr/>
            <p:nvPr/>
          </p:nvGrpSpPr>
          <p:grpSpPr>
            <a:xfrm flipH="1" rot="10800000">
              <a:off x="5376450" y="4769500"/>
              <a:ext cx="3487225" cy="186900"/>
              <a:chOff x="5376450" y="186925"/>
              <a:chExt cx="3487225" cy="186900"/>
            </a:xfrm>
          </p:grpSpPr>
          <p:sp>
            <p:nvSpPr>
              <p:cNvPr id="354" name="Google Shape;354;p29"/>
              <p:cNvSpPr/>
              <p:nvPr/>
            </p:nvSpPr>
            <p:spPr>
              <a:xfrm>
                <a:off x="7209964" y="186925"/>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55" name="Google Shape;355;p29"/>
              <p:cNvSpPr/>
              <p:nvPr/>
            </p:nvSpPr>
            <p:spPr>
              <a:xfrm>
                <a:off x="7576667" y="186925"/>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56" name="Google Shape;356;p29"/>
              <p:cNvSpPr/>
              <p:nvPr/>
            </p:nvSpPr>
            <p:spPr>
              <a:xfrm>
                <a:off x="7943369" y="186925"/>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57" name="Google Shape;357;p29"/>
              <p:cNvSpPr/>
              <p:nvPr/>
            </p:nvSpPr>
            <p:spPr>
              <a:xfrm>
                <a:off x="8310072" y="186925"/>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58" name="Google Shape;358;p29"/>
              <p:cNvSpPr/>
              <p:nvPr/>
            </p:nvSpPr>
            <p:spPr>
              <a:xfrm>
                <a:off x="8676775" y="186925"/>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59" name="Google Shape;359;p29"/>
              <p:cNvSpPr/>
              <p:nvPr/>
            </p:nvSpPr>
            <p:spPr>
              <a:xfrm>
                <a:off x="5376450"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60" name="Google Shape;360;p29"/>
              <p:cNvSpPr/>
              <p:nvPr/>
            </p:nvSpPr>
            <p:spPr>
              <a:xfrm>
                <a:off x="5743153"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61" name="Google Shape;361;p29"/>
              <p:cNvSpPr/>
              <p:nvPr/>
            </p:nvSpPr>
            <p:spPr>
              <a:xfrm>
                <a:off x="6109856"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62" name="Google Shape;362;p29"/>
              <p:cNvSpPr/>
              <p:nvPr/>
            </p:nvSpPr>
            <p:spPr>
              <a:xfrm>
                <a:off x="6476558"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63" name="Google Shape;363;p29"/>
              <p:cNvSpPr/>
              <p:nvPr/>
            </p:nvSpPr>
            <p:spPr>
              <a:xfrm>
                <a:off x="6843261"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364" name="Google Shape;364;p29"/>
            <p:cNvGrpSpPr/>
            <p:nvPr/>
          </p:nvGrpSpPr>
          <p:grpSpPr>
            <a:xfrm flipH="1" rot="10800000">
              <a:off x="280375" y="186925"/>
              <a:ext cx="3487225" cy="186900"/>
              <a:chOff x="280375" y="4769500"/>
              <a:chExt cx="3487225" cy="186900"/>
            </a:xfrm>
          </p:grpSpPr>
          <p:sp>
            <p:nvSpPr>
              <p:cNvPr id="365" name="Google Shape;365;p29"/>
              <p:cNvSpPr/>
              <p:nvPr/>
            </p:nvSpPr>
            <p:spPr>
              <a:xfrm flipH="1">
                <a:off x="1747186" y="4769500"/>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66" name="Google Shape;366;p29"/>
              <p:cNvSpPr/>
              <p:nvPr/>
            </p:nvSpPr>
            <p:spPr>
              <a:xfrm flipH="1">
                <a:off x="1380483" y="4769500"/>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67" name="Google Shape;367;p29"/>
              <p:cNvSpPr/>
              <p:nvPr/>
            </p:nvSpPr>
            <p:spPr>
              <a:xfrm flipH="1">
                <a:off x="1013781" y="4769500"/>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68" name="Google Shape;368;p29"/>
              <p:cNvSpPr/>
              <p:nvPr/>
            </p:nvSpPr>
            <p:spPr>
              <a:xfrm flipH="1">
                <a:off x="647078" y="4769500"/>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69" name="Google Shape;369;p29"/>
              <p:cNvSpPr/>
              <p:nvPr/>
            </p:nvSpPr>
            <p:spPr>
              <a:xfrm flipH="1">
                <a:off x="280375" y="4769500"/>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70" name="Google Shape;370;p29"/>
              <p:cNvSpPr/>
              <p:nvPr/>
            </p:nvSpPr>
            <p:spPr>
              <a:xfrm flipH="1">
                <a:off x="3580700"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71" name="Google Shape;371;p29"/>
              <p:cNvSpPr/>
              <p:nvPr/>
            </p:nvSpPr>
            <p:spPr>
              <a:xfrm flipH="1">
                <a:off x="3213997"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72" name="Google Shape;372;p29"/>
              <p:cNvSpPr/>
              <p:nvPr/>
            </p:nvSpPr>
            <p:spPr>
              <a:xfrm flipH="1">
                <a:off x="2847294"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73" name="Google Shape;373;p29"/>
              <p:cNvSpPr/>
              <p:nvPr/>
            </p:nvSpPr>
            <p:spPr>
              <a:xfrm flipH="1">
                <a:off x="2480592"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74" name="Google Shape;374;p29"/>
              <p:cNvSpPr/>
              <p:nvPr/>
            </p:nvSpPr>
            <p:spPr>
              <a:xfrm flipH="1">
                <a:off x="2113889"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75" name="Shape 375"/>
        <p:cNvGrpSpPr/>
        <p:nvPr/>
      </p:nvGrpSpPr>
      <p:grpSpPr>
        <a:xfrm>
          <a:off x="0" y="0"/>
          <a:ext cx="0" cy="0"/>
          <a:chOff x="0" y="0"/>
          <a:chExt cx="0" cy="0"/>
        </a:xfrm>
      </p:grpSpPr>
      <p:sp>
        <p:nvSpPr>
          <p:cNvPr id="376" name="Google Shape;376;p3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300"/>
              <a:buNone/>
              <a:defRPr/>
            </a:lvl1pPr>
            <a:lvl2pPr lvl="1">
              <a:spcBef>
                <a:spcPts val="0"/>
              </a:spcBef>
              <a:spcAft>
                <a:spcPts val="0"/>
              </a:spcAft>
              <a:buSzPts val="2300"/>
              <a:buNone/>
              <a:defRPr/>
            </a:lvl2pPr>
            <a:lvl3pPr lvl="2">
              <a:spcBef>
                <a:spcPts val="0"/>
              </a:spcBef>
              <a:spcAft>
                <a:spcPts val="0"/>
              </a:spcAft>
              <a:buSzPts val="2300"/>
              <a:buNone/>
              <a:defRPr/>
            </a:lvl3pPr>
            <a:lvl4pPr lvl="3">
              <a:spcBef>
                <a:spcPts val="0"/>
              </a:spcBef>
              <a:spcAft>
                <a:spcPts val="0"/>
              </a:spcAft>
              <a:buSzPts val="2300"/>
              <a:buNone/>
              <a:defRPr/>
            </a:lvl4pPr>
            <a:lvl5pPr lvl="4">
              <a:spcBef>
                <a:spcPts val="0"/>
              </a:spcBef>
              <a:spcAft>
                <a:spcPts val="0"/>
              </a:spcAft>
              <a:buSzPts val="2300"/>
              <a:buNone/>
              <a:defRPr/>
            </a:lvl5pPr>
            <a:lvl6pPr lvl="5">
              <a:spcBef>
                <a:spcPts val="0"/>
              </a:spcBef>
              <a:spcAft>
                <a:spcPts val="0"/>
              </a:spcAft>
              <a:buSzPts val="2300"/>
              <a:buNone/>
              <a:defRPr/>
            </a:lvl6pPr>
            <a:lvl7pPr lvl="6">
              <a:spcBef>
                <a:spcPts val="0"/>
              </a:spcBef>
              <a:spcAft>
                <a:spcPts val="0"/>
              </a:spcAft>
              <a:buSzPts val="2300"/>
              <a:buNone/>
              <a:defRPr/>
            </a:lvl7pPr>
            <a:lvl8pPr lvl="7">
              <a:spcBef>
                <a:spcPts val="0"/>
              </a:spcBef>
              <a:spcAft>
                <a:spcPts val="0"/>
              </a:spcAft>
              <a:buSzPts val="2300"/>
              <a:buNone/>
              <a:defRPr/>
            </a:lvl8pPr>
            <a:lvl9pPr lvl="8">
              <a:spcBef>
                <a:spcPts val="0"/>
              </a:spcBef>
              <a:spcAft>
                <a:spcPts val="0"/>
              </a:spcAft>
              <a:buSzPts val="2300"/>
              <a:buNone/>
              <a:defRPr/>
            </a:lvl9pPr>
          </a:lstStyle>
          <a:p/>
        </p:txBody>
      </p:sp>
      <p:sp>
        <p:nvSpPr>
          <p:cNvPr id="377" name="Google Shape;377;p30"/>
          <p:cNvSpPr txBox="1"/>
          <p:nvPr>
            <p:ph idx="1" type="body"/>
          </p:nvPr>
        </p:nvSpPr>
        <p:spPr>
          <a:xfrm>
            <a:off x="720000" y="1215752"/>
            <a:ext cx="7704000" cy="34164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Font typeface="Nunito Light"/>
              <a:buChar char="●"/>
              <a:defRPr/>
            </a:lvl1pPr>
            <a:lvl2pPr indent="-304800" lvl="1" marL="914400">
              <a:lnSpc>
                <a:spcPct val="100000"/>
              </a:lnSpc>
              <a:spcBef>
                <a:spcPts val="0"/>
              </a:spcBef>
              <a:spcAft>
                <a:spcPts val="0"/>
              </a:spcAft>
              <a:buSzPts val="1200"/>
              <a:buFont typeface="Nunito Light"/>
              <a:buChar char="○"/>
              <a:defRPr/>
            </a:lvl2pPr>
            <a:lvl3pPr indent="-304800" lvl="2" marL="1371600">
              <a:lnSpc>
                <a:spcPct val="100000"/>
              </a:lnSpc>
              <a:spcBef>
                <a:spcPts val="0"/>
              </a:spcBef>
              <a:spcAft>
                <a:spcPts val="0"/>
              </a:spcAft>
              <a:buSzPts val="1200"/>
              <a:buFont typeface="Nunito Light"/>
              <a:buChar char="■"/>
              <a:defRPr/>
            </a:lvl3pPr>
            <a:lvl4pPr indent="-304800" lvl="3" marL="1828800">
              <a:lnSpc>
                <a:spcPct val="100000"/>
              </a:lnSpc>
              <a:spcBef>
                <a:spcPts val="0"/>
              </a:spcBef>
              <a:spcAft>
                <a:spcPts val="0"/>
              </a:spcAft>
              <a:buSzPts val="1200"/>
              <a:buFont typeface="Nunito Light"/>
              <a:buChar char="●"/>
              <a:defRPr/>
            </a:lvl4pPr>
            <a:lvl5pPr indent="-304800" lvl="4" marL="2286000">
              <a:lnSpc>
                <a:spcPct val="100000"/>
              </a:lnSpc>
              <a:spcBef>
                <a:spcPts val="0"/>
              </a:spcBef>
              <a:spcAft>
                <a:spcPts val="0"/>
              </a:spcAft>
              <a:buSzPts val="1200"/>
              <a:buFont typeface="Nunito Light"/>
              <a:buChar char="○"/>
              <a:defRPr/>
            </a:lvl5pPr>
            <a:lvl6pPr indent="-304800" lvl="5" marL="2743200">
              <a:lnSpc>
                <a:spcPct val="100000"/>
              </a:lnSpc>
              <a:spcBef>
                <a:spcPts val="0"/>
              </a:spcBef>
              <a:spcAft>
                <a:spcPts val="0"/>
              </a:spcAft>
              <a:buSzPts val="1200"/>
              <a:buFont typeface="Nunito Light"/>
              <a:buChar char="■"/>
              <a:defRPr/>
            </a:lvl6pPr>
            <a:lvl7pPr indent="-304800" lvl="6" marL="3200400">
              <a:lnSpc>
                <a:spcPct val="100000"/>
              </a:lnSpc>
              <a:spcBef>
                <a:spcPts val="0"/>
              </a:spcBef>
              <a:spcAft>
                <a:spcPts val="0"/>
              </a:spcAft>
              <a:buSzPts val="1200"/>
              <a:buFont typeface="Nunito Light"/>
              <a:buChar char="●"/>
              <a:defRPr/>
            </a:lvl7pPr>
            <a:lvl8pPr indent="-304800" lvl="7" marL="3657600">
              <a:lnSpc>
                <a:spcPct val="100000"/>
              </a:lnSpc>
              <a:spcBef>
                <a:spcPts val="0"/>
              </a:spcBef>
              <a:spcAft>
                <a:spcPts val="0"/>
              </a:spcAft>
              <a:buSzPts val="1200"/>
              <a:buFont typeface="Nunito Light"/>
              <a:buChar char="○"/>
              <a:defRPr/>
            </a:lvl8pPr>
            <a:lvl9pPr indent="-304800" lvl="8" marL="4114800">
              <a:lnSpc>
                <a:spcPct val="100000"/>
              </a:lnSpc>
              <a:spcBef>
                <a:spcPts val="0"/>
              </a:spcBef>
              <a:spcAft>
                <a:spcPts val="0"/>
              </a:spcAft>
              <a:buSzPts val="1200"/>
              <a:buFont typeface="Nunito Light"/>
              <a:buChar char="■"/>
              <a:defRPr/>
            </a:lvl9pPr>
          </a:lstStyle>
          <a:p/>
        </p:txBody>
      </p:sp>
      <p:grpSp>
        <p:nvGrpSpPr>
          <p:cNvPr id="378" name="Google Shape;378;p30"/>
          <p:cNvGrpSpPr/>
          <p:nvPr/>
        </p:nvGrpSpPr>
        <p:grpSpPr>
          <a:xfrm rot="10800000">
            <a:off x="280375" y="186925"/>
            <a:ext cx="8583300" cy="4769475"/>
            <a:chOff x="280375" y="186925"/>
            <a:chExt cx="8583300" cy="4769475"/>
          </a:xfrm>
        </p:grpSpPr>
        <p:sp>
          <p:nvSpPr>
            <p:cNvPr id="379" name="Google Shape;379;p30"/>
            <p:cNvSpPr/>
            <p:nvPr/>
          </p:nvSpPr>
          <p:spPr>
            <a:xfrm flipH="1">
              <a:off x="280375" y="186925"/>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80" name="Google Shape;380;p30"/>
            <p:cNvSpPr/>
            <p:nvPr/>
          </p:nvSpPr>
          <p:spPr>
            <a:xfrm>
              <a:off x="8676775" y="4769500"/>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81" name="Google Shape;381;p30"/>
            <p:cNvSpPr/>
            <p:nvPr/>
          </p:nvSpPr>
          <p:spPr>
            <a:xfrm flipH="1">
              <a:off x="647400"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82" name="Google Shape;382;p30"/>
            <p:cNvSpPr/>
            <p:nvPr/>
          </p:nvSpPr>
          <p:spPr>
            <a:xfrm>
              <a:off x="8302975"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3" name="Shape 383"/>
        <p:cNvGrpSpPr/>
        <p:nvPr/>
      </p:nvGrpSpPr>
      <p:grpSpPr>
        <a:xfrm>
          <a:off x="0" y="0"/>
          <a:ext cx="0" cy="0"/>
          <a:chOff x="0" y="0"/>
          <a:chExt cx="0" cy="0"/>
        </a:xfrm>
      </p:grpSpPr>
      <p:sp>
        <p:nvSpPr>
          <p:cNvPr id="384" name="Google Shape;384;p31"/>
          <p:cNvSpPr txBox="1"/>
          <p:nvPr>
            <p:ph type="title"/>
          </p:nvPr>
        </p:nvSpPr>
        <p:spPr>
          <a:xfrm>
            <a:off x="722376" y="448056"/>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300"/>
              <a:buNone/>
              <a:defRPr/>
            </a:lvl1pPr>
            <a:lvl2pPr lvl="1">
              <a:spcBef>
                <a:spcPts val="0"/>
              </a:spcBef>
              <a:spcAft>
                <a:spcPts val="0"/>
              </a:spcAft>
              <a:buSzPts val="2300"/>
              <a:buNone/>
              <a:defRPr/>
            </a:lvl2pPr>
            <a:lvl3pPr lvl="2">
              <a:spcBef>
                <a:spcPts val="0"/>
              </a:spcBef>
              <a:spcAft>
                <a:spcPts val="0"/>
              </a:spcAft>
              <a:buSzPts val="2300"/>
              <a:buNone/>
              <a:defRPr/>
            </a:lvl3pPr>
            <a:lvl4pPr lvl="3">
              <a:spcBef>
                <a:spcPts val="0"/>
              </a:spcBef>
              <a:spcAft>
                <a:spcPts val="0"/>
              </a:spcAft>
              <a:buSzPts val="2300"/>
              <a:buNone/>
              <a:defRPr/>
            </a:lvl4pPr>
            <a:lvl5pPr lvl="4">
              <a:spcBef>
                <a:spcPts val="0"/>
              </a:spcBef>
              <a:spcAft>
                <a:spcPts val="0"/>
              </a:spcAft>
              <a:buSzPts val="2300"/>
              <a:buNone/>
              <a:defRPr/>
            </a:lvl5pPr>
            <a:lvl6pPr lvl="5">
              <a:spcBef>
                <a:spcPts val="0"/>
              </a:spcBef>
              <a:spcAft>
                <a:spcPts val="0"/>
              </a:spcAft>
              <a:buSzPts val="2300"/>
              <a:buNone/>
              <a:defRPr/>
            </a:lvl6pPr>
            <a:lvl7pPr lvl="6">
              <a:spcBef>
                <a:spcPts val="0"/>
              </a:spcBef>
              <a:spcAft>
                <a:spcPts val="0"/>
              </a:spcAft>
              <a:buSzPts val="2300"/>
              <a:buNone/>
              <a:defRPr/>
            </a:lvl7pPr>
            <a:lvl8pPr lvl="7">
              <a:spcBef>
                <a:spcPts val="0"/>
              </a:spcBef>
              <a:spcAft>
                <a:spcPts val="0"/>
              </a:spcAft>
              <a:buSzPts val="2300"/>
              <a:buNone/>
              <a:defRPr/>
            </a:lvl8pPr>
            <a:lvl9pPr lvl="8">
              <a:spcBef>
                <a:spcPts val="0"/>
              </a:spcBef>
              <a:spcAft>
                <a:spcPts val="0"/>
              </a:spcAft>
              <a:buSzPts val="2300"/>
              <a:buNone/>
              <a:defRPr/>
            </a:lvl9pPr>
          </a:lstStyle>
          <a:p/>
        </p:txBody>
      </p:sp>
      <p:sp>
        <p:nvSpPr>
          <p:cNvPr id="385" name="Google Shape;385;p31"/>
          <p:cNvSpPr txBox="1"/>
          <p:nvPr>
            <p:ph idx="1" type="subTitle"/>
          </p:nvPr>
        </p:nvSpPr>
        <p:spPr>
          <a:xfrm>
            <a:off x="5075649" y="2650349"/>
            <a:ext cx="2505600" cy="1755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b="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86" name="Google Shape;386;p31"/>
          <p:cNvSpPr txBox="1"/>
          <p:nvPr>
            <p:ph idx="2" type="subTitle"/>
          </p:nvPr>
        </p:nvSpPr>
        <p:spPr>
          <a:xfrm>
            <a:off x="1334375" y="2650349"/>
            <a:ext cx="2505600" cy="1755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b="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87" name="Google Shape;387;p31"/>
          <p:cNvSpPr txBox="1"/>
          <p:nvPr>
            <p:ph idx="3" type="subTitle"/>
          </p:nvPr>
        </p:nvSpPr>
        <p:spPr>
          <a:xfrm>
            <a:off x="1334375" y="2152890"/>
            <a:ext cx="2505600" cy="5589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88" name="Google Shape;388;p31"/>
          <p:cNvSpPr txBox="1"/>
          <p:nvPr>
            <p:ph idx="4" type="subTitle"/>
          </p:nvPr>
        </p:nvSpPr>
        <p:spPr>
          <a:xfrm>
            <a:off x="5075650" y="2152890"/>
            <a:ext cx="2505600" cy="5589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89" name="Shape 389"/>
        <p:cNvGrpSpPr/>
        <p:nvPr/>
      </p:nvGrpSpPr>
      <p:grpSpPr>
        <a:xfrm>
          <a:off x="0" y="0"/>
          <a:ext cx="0" cy="0"/>
          <a:chOff x="0" y="0"/>
          <a:chExt cx="0" cy="0"/>
        </a:xfrm>
      </p:grpSpPr>
      <p:sp>
        <p:nvSpPr>
          <p:cNvPr id="390" name="Google Shape;390;p3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300"/>
              <a:buNone/>
              <a:defRPr/>
            </a:lvl1pPr>
            <a:lvl2pPr lvl="1">
              <a:spcBef>
                <a:spcPts val="0"/>
              </a:spcBef>
              <a:spcAft>
                <a:spcPts val="0"/>
              </a:spcAft>
              <a:buSzPts val="2300"/>
              <a:buNone/>
              <a:defRPr/>
            </a:lvl2pPr>
            <a:lvl3pPr lvl="2">
              <a:spcBef>
                <a:spcPts val="0"/>
              </a:spcBef>
              <a:spcAft>
                <a:spcPts val="0"/>
              </a:spcAft>
              <a:buSzPts val="2300"/>
              <a:buNone/>
              <a:defRPr/>
            </a:lvl3pPr>
            <a:lvl4pPr lvl="3">
              <a:spcBef>
                <a:spcPts val="0"/>
              </a:spcBef>
              <a:spcAft>
                <a:spcPts val="0"/>
              </a:spcAft>
              <a:buSzPts val="2300"/>
              <a:buNone/>
              <a:defRPr/>
            </a:lvl4pPr>
            <a:lvl5pPr lvl="4">
              <a:spcBef>
                <a:spcPts val="0"/>
              </a:spcBef>
              <a:spcAft>
                <a:spcPts val="0"/>
              </a:spcAft>
              <a:buSzPts val="2300"/>
              <a:buNone/>
              <a:defRPr/>
            </a:lvl5pPr>
            <a:lvl6pPr lvl="5">
              <a:spcBef>
                <a:spcPts val="0"/>
              </a:spcBef>
              <a:spcAft>
                <a:spcPts val="0"/>
              </a:spcAft>
              <a:buSzPts val="2300"/>
              <a:buNone/>
              <a:defRPr/>
            </a:lvl6pPr>
            <a:lvl7pPr lvl="6">
              <a:spcBef>
                <a:spcPts val="0"/>
              </a:spcBef>
              <a:spcAft>
                <a:spcPts val="0"/>
              </a:spcAft>
              <a:buSzPts val="2300"/>
              <a:buNone/>
              <a:defRPr/>
            </a:lvl7pPr>
            <a:lvl8pPr lvl="7">
              <a:spcBef>
                <a:spcPts val="0"/>
              </a:spcBef>
              <a:spcAft>
                <a:spcPts val="0"/>
              </a:spcAft>
              <a:buSzPts val="2300"/>
              <a:buNone/>
              <a:defRPr/>
            </a:lvl8pPr>
            <a:lvl9pPr lvl="8">
              <a:spcBef>
                <a:spcPts val="0"/>
              </a:spcBef>
              <a:spcAft>
                <a:spcPts val="0"/>
              </a:spcAft>
              <a:buSzPts val="2300"/>
              <a:buNone/>
              <a:defRPr/>
            </a:lvl9pPr>
          </a:lstStyle>
          <a:p/>
        </p:txBody>
      </p:sp>
      <p:grpSp>
        <p:nvGrpSpPr>
          <p:cNvPr id="391" name="Google Shape;391;p32"/>
          <p:cNvGrpSpPr/>
          <p:nvPr/>
        </p:nvGrpSpPr>
        <p:grpSpPr>
          <a:xfrm>
            <a:off x="280375" y="186925"/>
            <a:ext cx="8583300" cy="4769475"/>
            <a:chOff x="280375" y="186925"/>
            <a:chExt cx="8583300" cy="4769475"/>
          </a:xfrm>
        </p:grpSpPr>
        <p:sp>
          <p:nvSpPr>
            <p:cNvPr id="392" name="Google Shape;392;p32"/>
            <p:cNvSpPr/>
            <p:nvPr/>
          </p:nvSpPr>
          <p:spPr>
            <a:xfrm flipH="1">
              <a:off x="280375"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93" name="Google Shape;393;p32"/>
            <p:cNvSpPr/>
            <p:nvPr/>
          </p:nvSpPr>
          <p:spPr>
            <a:xfrm>
              <a:off x="8676775"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4" name="Shape 394"/>
        <p:cNvGrpSpPr/>
        <p:nvPr/>
      </p:nvGrpSpPr>
      <p:grpSpPr>
        <a:xfrm>
          <a:off x="0" y="0"/>
          <a:ext cx="0" cy="0"/>
          <a:chOff x="0" y="0"/>
          <a:chExt cx="0" cy="0"/>
        </a:xfrm>
      </p:grpSpPr>
      <p:sp>
        <p:nvSpPr>
          <p:cNvPr id="395" name="Google Shape;395;p33"/>
          <p:cNvSpPr txBox="1"/>
          <p:nvPr>
            <p:ph type="title"/>
          </p:nvPr>
        </p:nvSpPr>
        <p:spPr>
          <a:xfrm>
            <a:off x="936638" y="1383750"/>
            <a:ext cx="3750300" cy="572700"/>
          </a:xfrm>
          <a:prstGeom prst="rect">
            <a:avLst/>
          </a:prstGeom>
        </p:spPr>
        <p:txBody>
          <a:bodyPr anchorCtr="0" anchor="b" bIns="91425" lIns="91425" spcFirstLastPara="1" rIns="91425" wrap="square" tIns="91425">
            <a:noAutofit/>
          </a:bodyPr>
          <a:lstStyle>
            <a:lvl1pPr lvl="0">
              <a:spcBef>
                <a:spcPts val="0"/>
              </a:spcBef>
              <a:spcAft>
                <a:spcPts val="0"/>
              </a:spcAft>
              <a:buSzPts val="2300"/>
              <a:buNone/>
              <a:defRPr/>
            </a:lvl1pPr>
            <a:lvl2pPr lvl="1">
              <a:spcBef>
                <a:spcPts val="0"/>
              </a:spcBef>
              <a:spcAft>
                <a:spcPts val="0"/>
              </a:spcAft>
              <a:buSzPts val="2300"/>
              <a:buNone/>
              <a:defRPr/>
            </a:lvl2pPr>
            <a:lvl3pPr lvl="2">
              <a:spcBef>
                <a:spcPts val="0"/>
              </a:spcBef>
              <a:spcAft>
                <a:spcPts val="0"/>
              </a:spcAft>
              <a:buSzPts val="2300"/>
              <a:buNone/>
              <a:defRPr/>
            </a:lvl3pPr>
            <a:lvl4pPr lvl="3">
              <a:spcBef>
                <a:spcPts val="0"/>
              </a:spcBef>
              <a:spcAft>
                <a:spcPts val="0"/>
              </a:spcAft>
              <a:buSzPts val="2300"/>
              <a:buNone/>
              <a:defRPr/>
            </a:lvl4pPr>
            <a:lvl5pPr lvl="4">
              <a:spcBef>
                <a:spcPts val="0"/>
              </a:spcBef>
              <a:spcAft>
                <a:spcPts val="0"/>
              </a:spcAft>
              <a:buSzPts val="2300"/>
              <a:buNone/>
              <a:defRPr/>
            </a:lvl5pPr>
            <a:lvl6pPr lvl="5">
              <a:spcBef>
                <a:spcPts val="0"/>
              </a:spcBef>
              <a:spcAft>
                <a:spcPts val="0"/>
              </a:spcAft>
              <a:buSzPts val="2300"/>
              <a:buNone/>
              <a:defRPr/>
            </a:lvl6pPr>
            <a:lvl7pPr lvl="6">
              <a:spcBef>
                <a:spcPts val="0"/>
              </a:spcBef>
              <a:spcAft>
                <a:spcPts val="0"/>
              </a:spcAft>
              <a:buSzPts val="2300"/>
              <a:buNone/>
              <a:defRPr/>
            </a:lvl7pPr>
            <a:lvl8pPr lvl="7">
              <a:spcBef>
                <a:spcPts val="0"/>
              </a:spcBef>
              <a:spcAft>
                <a:spcPts val="0"/>
              </a:spcAft>
              <a:buSzPts val="2300"/>
              <a:buNone/>
              <a:defRPr/>
            </a:lvl8pPr>
            <a:lvl9pPr lvl="8">
              <a:spcBef>
                <a:spcPts val="0"/>
              </a:spcBef>
              <a:spcAft>
                <a:spcPts val="0"/>
              </a:spcAft>
              <a:buSzPts val="2300"/>
              <a:buNone/>
              <a:defRPr/>
            </a:lvl9pPr>
          </a:lstStyle>
          <a:p/>
        </p:txBody>
      </p:sp>
      <p:sp>
        <p:nvSpPr>
          <p:cNvPr id="396" name="Google Shape;396;p33"/>
          <p:cNvSpPr txBox="1"/>
          <p:nvPr>
            <p:ph idx="1" type="subTitle"/>
          </p:nvPr>
        </p:nvSpPr>
        <p:spPr>
          <a:xfrm>
            <a:off x="936638" y="1956450"/>
            <a:ext cx="3750300" cy="1803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Font typeface="Epilogue Light"/>
              <a:buChar char="●"/>
              <a:defRPr/>
            </a:lvl1pPr>
            <a:lvl2pPr lvl="1" algn="ctr">
              <a:lnSpc>
                <a:spcPct val="100000"/>
              </a:lnSpc>
              <a:spcBef>
                <a:spcPts val="0"/>
              </a:spcBef>
              <a:spcAft>
                <a:spcPts val="0"/>
              </a:spcAft>
              <a:buClr>
                <a:srgbClr val="E76A28"/>
              </a:buClr>
              <a:buSzPts val="1200"/>
              <a:buFont typeface="Nunito Light"/>
              <a:buChar char="○"/>
              <a:defRPr/>
            </a:lvl2pPr>
            <a:lvl3pPr lvl="2" algn="ctr">
              <a:lnSpc>
                <a:spcPct val="100000"/>
              </a:lnSpc>
              <a:spcBef>
                <a:spcPts val="1600"/>
              </a:spcBef>
              <a:spcAft>
                <a:spcPts val="0"/>
              </a:spcAft>
              <a:buClr>
                <a:srgbClr val="E76A28"/>
              </a:buClr>
              <a:buSzPts val="1200"/>
              <a:buFont typeface="Nunito Light"/>
              <a:buChar char="■"/>
              <a:defRPr/>
            </a:lvl3pPr>
            <a:lvl4pPr lvl="3" algn="ctr">
              <a:lnSpc>
                <a:spcPct val="100000"/>
              </a:lnSpc>
              <a:spcBef>
                <a:spcPts val="1600"/>
              </a:spcBef>
              <a:spcAft>
                <a:spcPts val="0"/>
              </a:spcAft>
              <a:buClr>
                <a:srgbClr val="E76A28"/>
              </a:buClr>
              <a:buSzPts val="1200"/>
              <a:buFont typeface="Nunito Light"/>
              <a:buChar char="●"/>
              <a:defRPr/>
            </a:lvl4pPr>
            <a:lvl5pPr lvl="4" algn="ctr">
              <a:lnSpc>
                <a:spcPct val="100000"/>
              </a:lnSpc>
              <a:spcBef>
                <a:spcPts val="1600"/>
              </a:spcBef>
              <a:spcAft>
                <a:spcPts val="0"/>
              </a:spcAft>
              <a:buClr>
                <a:srgbClr val="E76A28"/>
              </a:buClr>
              <a:buSzPts val="1200"/>
              <a:buFont typeface="Nunito Light"/>
              <a:buChar char="○"/>
              <a:defRPr/>
            </a:lvl5pPr>
            <a:lvl6pPr lvl="5" algn="ctr">
              <a:lnSpc>
                <a:spcPct val="100000"/>
              </a:lnSpc>
              <a:spcBef>
                <a:spcPts val="1600"/>
              </a:spcBef>
              <a:spcAft>
                <a:spcPts val="0"/>
              </a:spcAft>
              <a:buClr>
                <a:srgbClr val="999999"/>
              </a:buClr>
              <a:buSzPts val="1200"/>
              <a:buFont typeface="Nunito Light"/>
              <a:buChar char="■"/>
              <a:defRPr/>
            </a:lvl6pPr>
            <a:lvl7pPr lvl="6" algn="ctr">
              <a:lnSpc>
                <a:spcPct val="100000"/>
              </a:lnSpc>
              <a:spcBef>
                <a:spcPts val="1600"/>
              </a:spcBef>
              <a:spcAft>
                <a:spcPts val="0"/>
              </a:spcAft>
              <a:buClr>
                <a:srgbClr val="999999"/>
              </a:buClr>
              <a:buSzPts val="1200"/>
              <a:buFont typeface="Nunito Light"/>
              <a:buChar char="●"/>
              <a:defRPr/>
            </a:lvl7pPr>
            <a:lvl8pPr lvl="7" algn="ctr">
              <a:lnSpc>
                <a:spcPct val="100000"/>
              </a:lnSpc>
              <a:spcBef>
                <a:spcPts val="1600"/>
              </a:spcBef>
              <a:spcAft>
                <a:spcPts val="0"/>
              </a:spcAft>
              <a:buClr>
                <a:srgbClr val="999999"/>
              </a:buClr>
              <a:buSzPts val="1200"/>
              <a:buFont typeface="Nunito Light"/>
              <a:buChar char="○"/>
              <a:defRPr/>
            </a:lvl8pPr>
            <a:lvl9pPr lvl="8" algn="ctr">
              <a:lnSpc>
                <a:spcPct val="100000"/>
              </a:lnSpc>
              <a:spcBef>
                <a:spcPts val="1600"/>
              </a:spcBef>
              <a:spcAft>
                <a:spcPts val="1600"/>
              </a:spcAft>
              <a:buClr>
                <a:srgbClr val="999999"/>
              </a:buClr>
              <a:buSzPts val="1200"/>
              <a:buFont typeface="Nunito Light"/>
              <a:buChar char="■"/>
              <a:defRPr/>
            </a:lvl9pPr>
          </a:lstStyle>
          <a:p/>
        </p:txBody>
      </p:sp>
      <p:sp>
        <p:nvSpPr>
          <p:cNvPr id="397" name="Google Shape;397;p33"/>
          <p:cNvSpPr/>
          <p:nvPr>
            <p:ph idx="2" type="pic"/>
          </p:nvPr>
        </p:nvSpPr>
        <p:spPr>
          <a:xfrm>
            <a:off x="5093776" y="540000"/>
            <a:ext cx="3113700" cy="4063500"/>
          </a:xfrm>
          <a:prstGeom prst="rect">
            <a:avLst/>
          </a:prstGeom>
          <a:noFill/>
          <a:ln>
            <a:noFill/>
          </a:ln>
        </p:spPr>
      </p:sp>
      <p:grpSp>
        <p:nvGrpSpPr>
          <p:cNvPr id="398" name="Google Shape;398;p33"/>
          <p:cNvGrpSpPr/>
          <p:nvPr/>
        </p:nvGrpSpPr>
        <p:grpSpPr>
          <a:xfrm>
            <a:off x="280375" y="186925"/>
            <a:ext cx="8583300" cy="4769475"/>
            <a:chOff x="280375" y="186925"/>
            <a:chExt cx="8583300" cy="4769475"/>
          </a:xfrm>
        </p:grpSpPr>
        <p:sp>
          <p:nvSpPr>
            <p:cNvPr id="399" name="Google Shape;399;p33"/>
            <p:cNvSpPr/>
            <p:nvPr/>
          </p:nvSpPr>
          <p:spPr>
            <a:xfrm flipH="1">
              <a:off x="280375"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00" name="Google Shape;400;p33"/>
            <p:cNvSpPr/>
            <p:nvPr/>
          </p:nvSpPr>
          <p:spPr>
            <a:xfrm>
              <a:off x="8676775" y="4769500"/>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01" name="Google Shape;401;p33"/>
            <p:cNvSpPr/>
            <p:nvPr/>
          </p:nvSpPr>
          <p:spPr>
            <a:xfrm flipH="1">
              <a:off x="647400" y="186925"/>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02" name="Google Shape;402;p33"/>
            <p:cNvSpPr/>
            <p:nvPr/>
          </p:nvSpPr>
          <p:spPr>
            <a:xfrm>
              <a:off x="8302975"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03" name="Shape 403"/>
        <p:cNvGrpSpPr/>
        <p:nvPr/>
      </p:nvGrpSpPr>
      <p:grpSpPr>
        <a:xfrm>
          <a:off x="0" y="0"/>
          <a:ext cx="0" cy="0"/>
          <a:chOff x="0" y="0"/>
          <a:chExt cx="0" cy="0"/>
        </a:xfrm>
      </p:grpSpPr>
      <p:sp>
        <p:nvSpPr>
          <p:cNvPr id="404" name="Google Shape;404;p34"/>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405" name="Google Shape;405;p34"/>
          <p:cNvGrpSpPr/>
          <p:nvPr/>
        </p:nvGrpSpPr>
        <p:grpSpPr>
          <a:xfrm rot="10800000">
            <a:off x="280300" y="186475"/>
            <a:ext cx="8584028" cy="4769800"/>
            <a:chOff x="280300" y="186475"/>
            <a:chExt cx="8584028" cy="4769800"/>
          </a:xfrm>
        </p:grpSpPr>
        <p:grpSp>
          <p:nvGrpSpPr>
            <p:cNvPr id="406" name="Google Shape;406;p34"/>
            <p:cNvGrpSpPr/>
            <p:nvPr/>
          </p:nvGrpSpPr>
          <p:grpSpPr>
            <a:xfrm flipH="1">
              <a:off x="280300" y="186475"/>
              <a:ext cx="553603" cy="186900"/>
              <a:chOff x="3213997" y="4769500"/>
              <a:chExt cx="553603" cy="186900"/>
            </a:xfrm>
          </p:grpSpPr>
          <p:sp>
            <p:nvSpPr>
              <p:cNvPr id="407" name="Google Shape;407;p34"/>
              <p:cNvSpPr/>
              <p:nvPr/>
            </p:nvSpPr>
            <p:spPr>
              <a:xfrm flipH="1">
                <a:off x="3580700"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08" name="Google Shape;408;p34"/>
              <p:cNvSpPr/>
              <p:nvPr/>
            </p:nvSpPr>
            <p:spPr>
              <a:xfrm flipH="1">
                <a:off x="3213997"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409" name="Google Shape;409;p34"/>
            <p:cNvGrpSpPr/>
            <p:nvPr/>
          </p:nvGrpSpPr>
          <p:grpSpPr>
            <a:xfrm>
              <a:off x="7556832" y="4769375"/>
              <a:ext cx="1307496" cy="186900"/>
              <a:chOff x="7556832" y="4769375"/>
              <a:chExt cx="1307496" cy="186900"/>
            </a:xfrm>
          </p:grpSpPr>
          <p:sp>
            <p:nvSpPr>
              <p:cNvPr id="410" name="Google Shape;410;p34"/>
              <p:cNvSpPr/>
              <p:nvPr/>
            </p:nvSpPr>
            <p:spPr>
              <a:xfrm>
                <a:off x="8310725" y="476937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11" name="Google Shape;411;p34"/>
              <p:cNvSpPr/>
              <p:nvPr/>
            </p:nvSpPr>
            <p:spPr>
              <a:xfrm>
                <a:off x="8677428" y="476937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12" name="Google Shape;412;p34"/>
              <p:cNvSpPr/>
              <p:nvPr/>
            </p:nvSpPr>
            <p:spPr>
              <a:xfrm>
                <a:off x="7556832" y="4769375"/>
                <a:ext cx="186900" cy="186900"/>
              </a:xfrm>
              <a:prstGeom prst="ellipse">
                <a:avLst/>
              </a:prstGeom>
              <a:solidFill>
                <a:srgbClr val="E0E0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13" name="Google Shape;413;p34"/>
              <p:cNvSpPr/>
              <p:nvPr/>
            </p:nvSpPr>
            <p:spPr>
              <a:xfrm>
                <a:off x="7925697" y="4769375"/>
                <a:ext cx="186900" cy="186900"/>
              </a:xfrm>
              <a:prstGeom prst="ellipse">
                <a:avLst/>
              </a:prstGeom>
              <a:solidFill>
                <a:srgbClr val="E0E0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4" name="Shape 414"/>
        <p:cNvGrpSpPr/>
        <p:nvPr/>
      </p:nvGrpSpPr>
      <p:grpSpPr>
        <a:xfrm>
          <a:off x="0" y="0"/>
          <a:ext cx="0" cy="0"/>
          <a:chOff x="0" y="0"/>
          <a:chExt cx="0" cy="0"/>
        </a:xfrm>
      </p:grpSpPr>
      <p:sp>
        <p:nvSpPr>
          <p:cNvPr id="415" name="Google Shape;415;p35"/>
          <p:cNvSpPr txBox="1"/>
          <p:nvPr>
            <p:ph type="title"/>
          </p:nvPr>
        </p:nvSpPr>
        <p:spPr>
          <a:xfrm>
            <a:off x="2135550" y="1189100"/>
            <a:ext cx="4872900" cy="1964400"/>
          </a:xfrm>
          <a:prstGeom prst="rect">
            <a:avLst/>
          </a:prstGeom>
        </p:spPr>
        <p:txBody>
          <a:bodyPr anchorCtr="0" anchor="ctr" bIns="91425" lIns="91425" spcFirstLastPara="1" rIns="91425" wrap="square" tIns="91425">
            <a:noAutofit/>
          </a:bodyPr>
          <a:lstStyle>
            <a:lvl1pPr lvl="0" algn="ctr">
              <a:spcBef>
                <a:spcPts val="0"/>
              </a:spcBef>
              <a:spcAft>
                <a:spcPts val="0"/>
              </a:spcAft>
              <a:buSzPts val="2300"/>
              <a:buNone/>
              <a:defRPr sz="15000"/>
            </a:lvl1pPr>
            <a:lvl2pPr lvl="1" algn="ctr">
              <a:spcBef>
                <a:spcPts val="0"/>
              </a:spcBef>
              <a:spcAft>
                <a:spcPts val="0"/>
              </a:spcAft>
              <a:buSzPts val="2300"/>
              <a:buNone/>
              <a:defRPr/>
            </a:lvl2pPr>
            <a:lvl3pPr lvl="2" algn="ctr">
              <a:spcBef>
                <a:spcPts val="0"/>
              </a:spcBef>
              <a:spcAft>
                <a:spcPts val="0"/>
              </a:spcAft>
              <a:buSzPts val="2300"/>
              <a:buNone/>
              <a:defRPr/>
            </a:lvl3pPr>
            <a:lvl4pPr lvl="3" algn="ctr">
              <a:spcBef>
                <a:spcPts val="0"/>
              </a:spcBef>
              <a:spcAft>
                <a:spcPts val="0"/>
              </a:spcAft>
              <a:buSzPts val="2300"/>
              <a:buNone/>
              <a:defRPr/>
            </a:lvl4pPr>
            <a:lvl5pPr lvl="4" algn="ctr">
              <a:spcBef>
                <a:spcPts val="0"/>
              </a:spcBef>
              <a:spcAft>
                <a:spcPts val="0"/>
              </a:spcAft>
              <a:buSzPts val="2300"/>
              <a:buNone/>
              <a:defRPr/>
            </a:lvl5pPr>
            <a:lvl6pPr lvl="5" algn="ctr">
              <a:spcBef>
                <a:spcPts val="0"/>
              </a:spcBef>
              <a:spcAft>
                <a:spcPts val="0"/>
              </a:spcAft>
              <a:buSzPts val="2300"/>
              <a:buNone/>
              <a:defRPr/>
            </a:lvl6pPr>
            <a:lvl7pPr lvl="6" algn="ctr">
              <a:spcBef>
                <a:spcPts val="0"/>
              </a:spcBef>
              <a:spcAft>
                <a:spcPts val="0"/>
              </a:spcAft>
              <a:buSzPts val="2300"/>
              <a:buNone/>
              <a:defRPr/>
            </a:lvl7pPr>
            <a:lvl8pPr lvl="7" algn="ctr">
              <a:spcBef>
                <a:spcPts val="0"/>
              </a:spcBef>
              <a:spcAft>
                <a:spcPts val="0"/>
              </a:spcAft>
              <a:buSzPts val="2300"/>
              <a:buNone/>
              <a:defRPr/>
            </a:lvl8pPr>
            <a:lvl9pPr lvl="8" algn="ctr">
              <a:spcBef>
                <a:spcPts val="0"/>
              </a:spcBef>
              <a:spcAft>
                <a:spcPts val="0"/>
              </a:spcAft>
              <a:buSzPts val="2300"/>
              <a:buNone/>
              <a:defRPr/>
            </a:lvl9pPr>
          </a:lstStyle>
          <a:p/>
        </p:txBody>
      </p:sp>
      <p:sp>
        <p:nvSpPr>
          <p:cNvPr id="416" name="Google Shape;416;p35"/>
          <p:cNvSpPr txBox="1"/>
          <p:nvPr>
            <p:ph idx="1" type="subTitle"/>
          </p:nvPr>
        </p:nvSpPr>
        <p:spPr>
          <a:xfrm>
            <a:off x="2135550" y="3153500"/>
            <a:ext cx="4872900" cy="67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grpSp>
        <p:nvGrpSpPr>
          <p:cNvPr id="417" name="Google Shape;417;p35"/>
          <p:cNvGrpSpPr/>
          <p:nvPr/>
        </p:nvGrpSpPr>
        <p:grpSpPr>
          <a:xfrm flipH="1" rot="10800000">
            <a:off x="280300" y="186475"/>
            <a:ext cx="8584028" cy="4769800"/>
            <a:chOff x="280300" y="186475"/>
            <a:chExt cx="8584028" cy="4769800"/>
          </a:xfrm>
        </p:grpSpPr>
        <p:grpSp>
          <p:nvGrpSpPr>
            <p:cNvPr id="418" name="Google Shape;418;p35"/>
            <p:cNvGrpSpPr/>
            <p:nvPr/>
          </p:nvGrpSpPr>
          <p:grpSpPr>
            <a:xfrm flipH="1">
              <a:off x="280300" y="186475"/>
              <a:ext cx="553603" cy="186900"/>
              <a:chOff x="3213997" y="4769500"/>
              <a:chExt cx="553603" cy="186900"/>
            </a:xfrm>
          </p:grpSpPr>
          <p:sp>
            <p:nvSpPr>
              <p:cNvPr id="419" name="Google Shape;419;p35"/>
              <p:cNvSpPr/>
              <p:nvPr/>
            </p:nvSpPr>
            <p:spPr>
              <a:xfrm flipH="1">
                <a:off x="3580700" y="4769500"/>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20" name="Google Shape;420;p35"/>
              <p:cNvSpPr/>
              <p:nvPr/>
            </p:nvSpPr>
            <p:spPr>
              <a:xfrm flipH="1">
                <a:off x="3213997"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421" name="Google Shape;421;p35"/>
            <p:cNvGrpSpPr/>
            <p:nvPr/>
          </p:nvGrpSpPr>
          <p:grpSpPr>
            <a:xfrm>
              <a:off x="7556832" y="4769375"/>
              <a:ext cx="1307496" cy="186900"/>
              <a:chOff x="7556832" y="4769375"/>
              <a:chExt cx="1307496" cy="186900"/>
            </a:xfrm>
          </p:grpSpPr>
          <p:sp>
            <p:nvSpPr>
              <p:cNvPr id="422" name="Google Shape;422;p35"/>
              <p:cNvSpPr/>
              <p:nvPr/>
            </p:nvSpPr>
            <p:spPr>
              <a:xfrm>
                <a:off x="8310725" y="4769375"/>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23" name="Google Shape;423;p35"/>
              <p:cNvSpPr/>
              <p:nvPr/>
            </p:nvSpPr>
            <p:spPr>
              <a:xfrm>
                <a:off x="8677428" y="4769375"/>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24" name="Google Shape;424;p35"/>
              <p:cNvSpPr/>
              <p:nvPr/>
            </p:nvSpPr>
            <p:spPr>
              <a:xfrm>
                <a:off x="7556832" y="4769375"/>
                <a:ext cx="186900" cy="186900"/>
              </a:xfrm>
              <a:prstGeom prst="ellipse">
                <a:avLst/>
              </a:prstGeom>
              <a:solidFill>
                <a:srgbClr val="E0E0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25" name="Google Shape;425;p35"/>
              <p:cNvSpPr/>
              <p:nvPr/>
            </p:nvSpPr>
            <p:spPr>
              <a:xfrm>
                <a:off x="7925697" y="4769375"/>
                <a:ext cx="186900" cy="186900"/>
              </a:xfrm>
              <a:prstGeom prst="ellipse">
                <a:avLst/>
              </a:prstGeom>
              <a:solidFill>
                <a:srgbClr val="E0E0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6" name="Shape 426"/>
        <p:cNvGrpSpPr/>
        <p:nvPr/>
      </p:nvGrpSpPr>
      <p:grpSpPr>
        <a:xfrm>
          <a:off x="0" y="0"/>
          <a:ext cx="0" cy="0"/>
          <a:chOff x="0" y="0"/>
          <a:chExt cx="0" cy="0"/>
        </a:xfrm>
      </p:grpSpPr>
      <p:sp>
        <p:nvSpPr>
          <p:cNvPr id="427" name="Google Shape;427;p36"/>
          <p:cNvSpPr txBox="1"/>
          <p:nvPr>
            <p:ph type="title"/>
          </p:nvPr>
        </p:nvSpPr>
        <p:spPr>
          <a:xfrm>
            <a:off x="720000" y="4014450"/>
            <a:ext cx="7704000" cy="572700"/>
          </a:xfrm>
          <a:prstGeom prst="rect">
            <a:avLst/>
          </a:prstGeom>
          <a:solidFill>
            <a:schemeClr val="accent2"/>
          </a:solidFill>
        </p:spPr>
        <p:txBody>
          <a:bodyPr anchorCtr="0" anchor="t" bIns="91425" lIns="91425" spcFirstLastPara="1" rIns="91425" wrap="square" tIns="91425">
            <a:noAutofit/>
          </a:bodyPr>
          <a:lstStyle>
            <a:lvl1pPr lvl="0" algn="ctr">
              <a:spcBef>
                <a:spcPts val="0"/>
              </a:spcBef>
              <a:spcAft>
                <a:spcPts val="0"/>
              </a:spcAft>
              <a:buSzPts val="2300"/>
              <a:buNone/>
              <a:defRPr>
                <a:solidFill>
                  <a:schemeClr val="lt1"/>
                </a:solidFill>
              </a:defRPr>
            </a:lvl1pPr>
            <a:lvl2pPr lvl="1" algn="ctr">
              <a:spcBef>
                <a:spcPts val="0"/>
              </a:spcBef>
              <a:spcAft>
                <a:spcPts val="0"/>
              </a:spcAft>
              <a:buSzPts val="2300"/>
              <a:buNone/>
              <a:defRPr/>
            </a:lvl2pPr>
            <a:lvl3pPr lvl="2" algn="ctr">
              <a:spcBef>
                <a:spcPts val="0"/>
              </a:spcBef>
              <a:spcAft>
                <a:spcPts val="0"/>
              </a:spcAft>
              <a:buSzPts val="2300"/>
              <a:buNone/>
              <a:defRPr/>
            </a:lvl3pPr>
            <a:lvl4pPr lvl="3" algn="ctr">
              <a:spcBef>
                <a:spcPts val="0"/>
              </a:spcBef>
              <a:spcAft>
                <a:spcPts val="0"/>
              </a:spcAft>
              <a:buSzPts val="2300"/>
              <a:buNone/>
              <a:defRPr/>
            </a:lvl4pPr>
            <a:lvl5pPr lvl="4" algn="ctr">
              <a:spcBef>
                <a:spcPts val="0"/>
              </a:spcBef>
              <a:spcAft>
                <a:spcPts val="0"/>
              </a:spcAft>
              <a:buSzPts val="2300"/>
              <a:buNone/>
              <a:defRPr/>
            </a:lvl5pPr>
            <a:lvl6pPr lvl="5" algn="ctr">
              <a:spcBef>
                <a:spcPts val="0"/>
              </a:spcBef>
              <a:spcAft>
                <a:spcPts val="0"/>
              </a:spcAft>
              <a:buSzPts val="2300"/>
              <a:buNone/>
              <a:defRPr/>
            </a:lvl6pPr>
            <a:lvl7pPr lvl="6" algn="ctr">
              <a:spcBef>
                <a:spcPts val="0"/>
              </a:spcBef>
              <a:spcAft>
                <a:spcPts val="0"/>
              </a:spcAft>
              <a:buSzPts val="2300"/>
              <a:buNone/>
              <a:defRPr/>
            </a:lvl7pPr>
            <a:lvl8pPr lvl="7" algn="ctr">
              <a:spcBef>
                <a:spcPts val="0"/>
              </a:spcBef>
              <a:spcAft>
                <a:spcPts val="0"/>
              </a:spcAft>
              <a:buSzPts val="2300"/>
              <a:buNone/>
              <a:defRPr/>
            </a:lvl8pPr>
            <a:lvl9pPr lvl="8" algn="ctr">
              <a:spcBef>
                <a:spcPts val="0"/>
              </a:spcBef>
              <a:spcAft>
                <a:spcPts val="0"/>
              </a:spcAft>
              <a:buSzPts val="23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28" name="Shape 428"/>
        <p:cNvGrpSpPr/>
        <p:nvPr/>
      </p:nvGrpSpPr>
      <p:grpSpPr>
        <a:xfrm>
          <a:off x="0" y="0"/>
          <a:ext cx="0" cy="0"/>
          <a:chOff x="0" y="0"/>
          <a:chExt cx="0" cy="0"/>
        </a:xfrm>
      </p:grpSpPr>
      <p:sp>
        <p:nvSpPr>
          <p:cNvPr id="429" name="Google Shape;429;p37"/>
          <p:cNvSpPr txBox="1"/>
          <p:nvPr>
            <p:ph hasCustomPrompt="1" type="title"/>
          </p:nvPr>
        </p:nvSpPr>
        <p:spPr>
          <a:xfrm>
            <a:off x="713225" y="1795525"/>
            <a:ext cx="6693900" cy="1055100"/>
          </a:xfrm>
          <a:prstGeom prst="rect">
            <a:avLst/>
          </a:prstGeom>
        </p:spPr>
        <p:txBody>
          <a:bodyPr anchorCtr="0" anchor="b" bIns="91425" lIns="91425" spcFirstLastPara="1" rIns="91425" wrap="square" tIns="91425">
            <a:noAutofit/>
          </a:bodyPr>
          <a:lstStyle>
            <a:lvl1pPr lvl="0">
              <a:spcBef>
                <a:spcPts val="0"/>
              </a:spcBef>
              <a:spcAft>
                <a:spcPts val="0"/>
              </a:spcAft>
              <a:buSzPts val="9600"/>
              <a:buNone/>
              <a:defRPr sz="6000">
                <a:solidFill>
                  <a:schemeClr val="accent6"/>
                </a:solidFill>
                <a:latin typeface="Lexend Mega Light"/>
                <a:ea typeface="Lexend Mega Light"/>
                <a:cs typeface="Lexend Mega Light"/>
                <a:sym typeface="Lexend Mega Light"/>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430" name="Google Shape;430;p37"/>
          <p:cNvSpPr txBox="1"/>
          <p:nvPr>
            <p:ph idx="1" type="subTitle"/>
          </p:nvPr>
        </p:nvSpPr>
        <p:spPr>
          <a:xfrm>
            <a:off x="713225" y="2850875"/>
            <a:ext cx="6693900" cy="497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400"/>
            </a:lvl1pPr>
            <a:lvl2pPr lvl="1" algn="ctr">
              <a:lnSpc>
                <a:spcPct val="100000"/>
              </a:lnSpc>
              <a:spcBef>
                <a:spcPts val="0"/>
              </a:spcBef>
              <a:spcAft>
                <a:spcPts val="0"/>
              </a:spcAft>
              <a:buSzPts val="1600"/>
              <a:buNone/>
              <a:defRPr sz="1600"/>
            </a:lvl2pPr>
            <a:lvl3pPr lvl="2" algn="ctr">
              <a:lnSpc>
                <a:spcPct val="100000"/>
              </a:lnSpc>
              <a:spcBef>
                <a:spcPts val="1600"/>
              </a:spcBef>
              <a:spcAft>
                <a:spcPts val="0"/>
              </a:spcAft>
              <a:buSzPts val="1600"/>
              <a:buNone/>
              <a:defRPr sz="1600"/>
            </a:lvl3pPr>
            <a:lvl4pPr lvl="3" algn="ctr">
              <a:lnSpc>
                <a:spcPct val="100000"/>
              </a:lnSpc>
              <a:spcBef>
                <a:spcPts val="1600"/>
              </a:spcBef>
              <a:spcAft>
                <a:spcPts val="0"/>
              </a:spcAft>
              <a:buSzPts val="1600"/>
              <a:buNone/>
              <a:defRPr sz="1600"/>
            </a:lvl4pPr>
            <a:lvl5pPr lvl="4" algn="ctr">
              <a:lnSpc>
                <a:spcPct val="100000"/>
              </a:lnSpc>
              <a:spcBef>
                <a:spcPts val="1600"/>
              </a:spcBef>
              <a:spcAft>
                <a:spcPts val="0"/>
              </a:spcAft>
              <a:buSzPts val="1600"/>
              <a:buNone/>
              <a:defRPr sz="1600"/>
            </a:lvl5pPr>
            <a:lvl6pPr lvl="5" algn="ctr">
              <a:lnSpc>
                <a:spcPct val="100000"/>
              </a:lnSpc>
              <a:spcBef>
                <a:spcPts val="1600"/>
              </a:spcBef>
              <a:spcAft>
                <a:spcPts val="0"/>
              </a:spcAft>
              <a:buSzPts val="1600"/>
              <a:buNone/>
              <a:defRPr sz="1600"/>
            </a:lvl6pPr>
            <a:lvl7pPr lvl="6" algn="ctr">
              <a:lnSpc>
                <a:spcPct val="100000"/>
              </a:lnSpc>
              <a:spcBef>
                <a:spcPts val="1600"/>
              </a:spcBef>
              <a:spcAft>
                <a:spcPts val="0"/>
              </a:spcAft>
              <a:buSzPts val="1600"/>
              <a:buNone/>
              <a:defRPr sz="1600"/>
            </a:lvl7pPr>
            <a:lvl8pPr lvl="7" algn="ctr">
              <a:lnSpc>
                <a:spcPct val="100000"/>
              </a:lnSpc>
              <a:spcBef>
                <a:spcPts val="1600"/>
              </a:spcBef>
              <a:spcAft>
                <a:spcPts val="0"/>
              </a:spcAft>
              <a:buSzPts val="1600"/>
              <a:buNone/>
              <a:defRPr sz="1600"/>
            </a:lvl8pPr>
            <a:lvl9pPr lvl="8" algn="ctr">
              <a:lnSpc>
                <a:spcPct val="100000"/>
              </a:lnSpc>
              <a:spcBef>
                <a:spcPts val="1600"/>
              </a:spcBef>
              <a:spcAft>
                <a:spcPts val="1600"/>
              </a:spcAft>
              <a:buSzPts val="1600"/>
              <a:buNone/>
              <a:defRPr sz="1600"/>
            </a:lvl9pPr>
          </a:lstStyle>
          <a:p/>
        </p:txBody>
      </p:sp>
      <p:grpSp>
        <p:nvGrpSpPr>
          <p:cNvPr id="431" name="Google Shape;431;p37"/>
          <p:cNvGrpSpPr/>
          <p:nvPr/>
        </p:nvGrpSpPr>
        <p:grpSpPr>
          <a:xfrm flipH="1">
            <a:off x="280375" y="186925"/>
            <a:ext cx="8583300" cy="4769475"/>
            <a:chOff x="280375" y="186925"/>
            <a:chExt cx="8583300" cy="4769475"/>
          </a:xfrm>
        </p:grpSpPr>
        <p:sp>
          <p:nvSpPr>
            <p:cNvPr id="432" name="Google Shape;432;p37"/>
            <p:cNvSpPr/>
            <p:nvPr/>
          </p:nvSpPr>
          <p:spPr>
            <a:xfrm flipH="1">
              <a:off x="280375"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33" name="Google Shape;433;p37"/>
            <p:cNvSpPr/>
            <p:nvPr/>
          </p:nvSpPr>
          <p:spPr>
            <a:xfrm>
              <a:off x="8676775"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34" name="Google Shape;434;p37"/>
            <p:cNvSpPr/>
            <p:nvPr/>
          </p:nvSpPr>
          <p:spPr>
            <a:xfrm flipH="1">
              <a:off x="647400" y="186925"/>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35" name="Google Shape;435;p37"/>
            <p:cNvSpPr/>
            <p:nvPr/>
          </p:nvSpPr>
          <p:spPr>
            <a:xfrm>
              <a:off x="8302975" y="4769500"/>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36" name="Shape 436"/>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437" name="Shape 437"/>
        <p:cNvGrpSpPr/>
        <p:nvPr/>
      </p:nvGrpSpPr>
      <p:grpSpPr>
        <a:xfrm>
          <a:off x="0" y="0"/>
          <a:ext cx="0" cy="0"/>
          <a:chOff x="0" y="0"/>
          <a:chExt cx="0" cy="0"/>
        </a:xfrm>
      </p:grpSpPr>
      <p:sp>
        <p:nvSpPr>
          <p:cNvPr id="438" name="Google Shape;438;p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300"/>
              <a:buNone/>
              <a:defRPr/>
            </a:lvl1pPr>
            <a:lvl2pPr lvl="1">
              <a:spcBef>
                <a:spcPts val="0"/>
              </a:spcBef>
              <a:spcAft>
                <a:spcPts val="0"/>
              </a:spcAft>
              <a:buSzPts val="2300"/>
              <a:buNone/>
              <a:defRPr/>
            </a:lvl2pPr>
            <a:lvl3pPr lvl="2">
              <a:spcBef>
                <a:spcPts val="0"/>
              </a:spcBef>
              <a:spcAft>
                <a:spcPts val="0"/>
              </a:spcAft>
              <a:buSzPts val="2300"/>
              <a:buNone/>
              <a:defRPr/>
            </a:lvl3pPr>
            <a:lvl4pPr lvl="3">
              <a:spcBef>
                <a:spcPts val="0"/>
              </a:spcBef>
              <a:spcAft>
                <a:spcPts val="0"/>
              </a:spcAft>
              <a:buSzPts val="2300"/>
              <a:buNone/>
              <a:defRPr/>
            </a:lvl4pPr>
            <a:lvl5pPr lvl="4">
              <a:spcBef>
                <a:spcPts val="0"/>
              </a:spcBef>
              <a:spcAft>
                <a:spcPts val="0"/>
              </a:spcAft>
              <a:buSzPts val="2300"/>
              <a:buNone/>
              <a:defRPr/>
            </a:lvl5pPr>
            <a:lvl6pPr lvl="5">
              <a:spcBef>
                <a:spcPts val="0"/>
              </a:spcBef>
              <a:spcAft>
                <a:spcPts val="0"/>
              </a:spcAft>
              <a:buSzPts val="2300"/>
              <a:buNone/>
              <a:defRPr/>
            </a:lvl6pPr>
            <a:lvl7pPr lvl="6">
              <a:spcBef>
                <a:spcPts val="0"/>
              </a:spcBef>
              <a:spcAft>
                <a:spcPts val="0"/>
              </a:spcAft>
              <a:buSzPts val="2300"/>
              <a:buNone/>
              <a:defRPr/>
            </a:lvl7pPr>
            <a:lvl8pPr lvl="7">
              <a:spcBef>
                <a:spcPts val="0"/>
              </a:spcBef>
              <a:spcAft>
                <a:spcPts val="0"/>
              </a:spcAft>
              <a:buSzPts val="2300"/>
              <a:buNone/>
              <a:defRPr/>
            </a:lvl8pPr>
            <a:lvl9pPr lvl="8">
              <a:spcBef>
                <a:spcPts val="0"/>
              </a:spcBef>
              <a:spcAft>
                <a:spcPts val="0"/>
              </a:spcAft>
              <a:buSzPts val="2300"/>
              <a:buNone/>
              <a:defRPr/>
            </a:lvl9pPr>
          </a:lstStyle>
          <a:p/>
        </p:txBody>
      </p:sp>
      <p:sp>
        <p:nvSpPr>
          <p:cNvPr id="439" name="Google Shape;439;p39"/>
          <p:cNvSpPr txBox="1"/>
          <p:nvPr>
            <p:ph hasCustomPrompt="1" idx="2" type="title"/>
          </p:nvPr>
        </p:nvSpPr>
        <p:spPr>
          <a:xfrm>
            <a:off x="713232" y="1557083"/>
            <a:ext cx="1079100" cy="4476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solidFill>
                  <a:schemeClr val="accent6"/>
                </a:solidFill>
                <a:latin typeface="Lexend Mega Light"/>
                <a:ea typeface="Lexend Mega Light"/>
                <a:cs typeface="Lexend Mega Light"/>
                <a:sym typeface="Lexend Mega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40" name="Google Shape;440;p39"/>
          <p:cNvSpPr txBox="1"/>
          <p:nvPr>
            <p:ph hasCustomPrompt="1" idx="3" type="title"/>
          </p:nvPr>
        </p:nvSpPr>
        <p:spPr>
          <a:xfrm>
            <a:off x="713232" y="3142891"/>
            <a:ext cx="1079100" cy="4476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solidFill>
                  <a:schemeClr val="accent6"/>
                </a:solidFill>
                <a:latin typeface="Lexend Mega Light"/>
                <a:ea typeface="Lexend Mega Light"/>
                <a:cs typeface="Lexend Mega Light"/>
                <a:sym typeface="Lexend Mega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41" name="Google Shape;441;p39"/>
          <p:cNvSpPr txBox="1"/>
          <p:nvPr>
            <p:ph hasCustomPrompt="1" idx="4" type="title"/>
          </p:nvPr>
        </p:nvSpPr>
        <p:spPr>
          <a:xfrm>
            <a:off x="3474720" y="1557083"/>
            <a:ext cx="1079100" cy="4476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solidFill>
                  <a:schemeClr val="accent6"/>
                </a:solidFill>
                <a:latin typeface="Lexend Mega Light"/>
                <a:ea typeface="Lexend Mega Light"/>
                <a:cs typeface="Lexend Mega Light"/>
                <a:sym typeface="Lexend Mega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42" name="Google Shape;442;p39"/>
          <p:cNvSpPr txBox="1"/>
          <p:nvPr>
            <p:ph hasCustomPrompt="1" idx="5" type="title"/>
          </p:nvPr>
        </p:nvSpPr>
        <p:spPr>
          <a:xfrm>
            <a:off x="3474720" y="3142891"/>
            <a:ext cx="1079100" cy="4476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solidFill>
                  <a:schemeClr val="accent6"/>
                </a:solidFill>
                <a:latin typeface="Lexend Mega Light"/>
                <a:ea typeface="Lexend Mega Light"/>
                <a:cs typeface="Lexend Mega Light"/>
                <a:sym typeface="Lexend Mega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43" name="Google Shape;443;p39"/>
          <p:cNvSpPr txBox="1"/>
          <p:nvPr>
            <p:ph hasCustomPrompt="1" idx="6" type="title"/>
          </p:nvPr>
        </p:nvSpPr>
        <p:spPr>
          <a:xfrm>
            <a:off x="6227064" y="1557083"/>
            <a:ext cx="1079100" cy="4476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solidFill>
                  <a:schemeClr val="accent6"/>
                </a:solidFill>
                <a:latin typeface="Lexend Mega Light"/>
                <a:ea typeface="Lexend Mega Light"/>
                <a:cs typeface="Lexend Mega Light"/>
                <a:sym typeface="Lexend Mega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44" name="Google Shape;444;p39"/>
          <p:cNvSpPr txBox="1"/>
          <p:nvPr>
            <p:ph hasCustomPrompt="1" idx="7" type="title"/>
          </p:nvPr>
        </p:nvSpPr>
        <p:spPr>
          <a:xfrm>
            <a:off x="6227064" y="3142891"/>
            <a:ext cx="1079100" cy="4476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solidFill>
                  <a:schemeClr val="accent6"/>
                </a:solidFill>
                <a:latin typeface="Lexend Mega Light"/>
                <a:ea typeface="Lexend Mega Light"/>
                <a:cs typeface="Lexend Mega Light"/>
                <a:sym typeface="Lexend Mega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45" name="Google Shape;445;p39"/>
          <p:cNvSpPr txBox="1"/>
          <p:nvPr>
            <p:ph idx="1" type="subTitle"/>
          </p:nvPr>
        </p:nvSpPr>
        <p:spPr>
          <a:xfrm>
            <a:off x="713232" y="1928775"/>
            <a:ext cx="2194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46" name="Google Shape;446;p39"/>
          <p:cNvSpPr txBox="1"/>
          <p:nvPr>
            <p:ph idx="8" type="subTitle"/>
          </p:nvPr>
        </p:nvSpPr>
        <p:spPr>
          <a:xfrm>
            <a:off x="3474720" y="1928775"/>
            <a:ext cx="2194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47" name="Google Shape;447;p39"/>
          <p:cNvSpPr txBox="1"/>
          <p:nvPr>
            <p:ph idx="9" type="subTitle"/>
          </p:nvPr>
        </p:nvSpPr>
        <p:spPr>
          <a:xfrm>
            <a:off x="6227064" y="1928775"/>
            <a:ext cx="2194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48" name="Google Shape;448;p39"/>
          <p:cNvSpPr txBox="1"/>
          <p:nvPr>
            <p:ph idx="13" type="subTitle"/>
          </p:nvPr>
        </p:nvSpPr>
        <p:spPr>
          <a:xfrm>
            <a:off x="713232" y="3514650"/>
            <a:ext cx="2194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49" name="Google Shape;449;p39"/>
          <p:cNvSpPr txBox="1"/>
          <p:nvPr>
            <p:ph idx="14" type="subTitle"/>
          </p:nvPr>
        </p:nvSpPr>
        <p:spPr>
          <a:xfrm>
            <a:off x="3474720" y="3514650"/>
            <a:ext cx="2194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50" name="Google Shape;450;p39"/>
          <p:cNvSpPr txBox="1"/>
          <p:nvPr>
            <p:ph idx="15" type="subTitle"/>
          </p:nvPr>
        </p:nvSpPr>
        <p:spPr>
          <a:xfrm>
            <a:off x="6227064" y="3514650"/>
            <a:ext cx="2194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451" name="Google Shape;451;p39"/>
          <p:cNvGrpSpPr/>
          <p:nvPr/>
        </p:nvGrpSpPr>
        <p:grpSpPr>
          <a:xfrm>
            <a:off x="280300" y="186475"/>
            <a:ext cx="8584028" cy="4769800"/>
            <a:chOff x="280300" y="186475"/>
            <a:chExt cx="8584028" cy="4769800"/>
          </a:xfrm>
        </p:grpSpPr>
        <p:grpSp>
          <p:nvGrpSpPr>
            <p:cNvPr id="452" name="Google Shape;452;p39"/>
            <p:cNvGrpSpPr/>
            <p:nvPr/>
          </p:nvGrpSpPr>
          <p:grpSpPr>
            <a:xfrm>
              <a:off x="280300" y="186475"/>
              <a:ext cx="1297219" cy="186900"/>
              <a:chOff x="280300" y="186475"/>
              <a:chExt cx="1297219" cy="186900"/>
            </a:xfrm>
          </p:grpSpPr>
          <p:grpSp>
            <p:nvGrpSpPr>
              <p:cNvPr id="453" name="Google Shape;453;p39"/>
              <p:cNvGrpSpPr/>
              <p:nvPr/>
            </p:nvGrpSpPr>
            <p:grpSpPr>
              <a:xfrm flipH="1">
                <a:off x="280300" y="186475"/>
                <a:ext cx="553603" cy="186900"/>
                <a:chOff x="3213997" y="4769500"/>
                <a:chExt cx="553603" cy="186900"/>
              </a:xfrm>
            </p:grpSpPr>
            <p:sp>
              <p:nvSpPr>
                <p:cNvPr id="454" name="Google Shape;454;p39"/>
                <p:cNvSpPr/>
                <p:nvPr/>
              </p:nvSpPr>
              <p:spPr>
                <a:xfrm flipH="1">
                  <a:off x="3580700" y="4769500"/>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55" name="Google Shape;455;p39"/>
                <p:cNvSpPr/>
                <p:nvPr/>
              </p:nvSpPr>
              <p:spPr>
                <a:xfrm flipH="1">
                  <a:off x="3213997" y="4769500"/>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456" name="Google Shape;456;p39"/>
              <p:cNvGrpSpPr/>
              <p:nvPr/>
            </p:nvGrpSpPr>
            <p:grpSpPr>
              <a:xfrm flipH="1">
                <a:off x="1023916" y="186475"/>
                <a:ext cx="553603" cy="186900"/>
                <a:chOff x="3213997" y="4769500"/>
                <a:chExt cx="553603" cy="186900"/>
              </a:xfrm>
            </p:grpSpPr>
            <p:sp>
              <p:nvSpPr>
                <p:cNvPr id="457" name="Google Shape;457;p39"/>
                <p:cNvSpPr/>
                <p:nvPr/>
              </p:nvSpPr>
              <p:spPr>
                <a:xfrm flipH="1">
                  <a:off x="3580700"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58" name="Google Shape;458;p39"/>
                <p:cNvSpPr/>
                <p:nvPr/>
              </p:nvSpPr>
              <p:spPr>
                <a:xfrm flipH="1">
                  <a:off x="3213997"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grpSp>
          <p:nvGrpSpPr>
            <p:cNvPr id="459" name="Google Shape;459;p39"/>
            <p:cNvGrpSpPr/>
            <p:nvPr/>
          </p:nvGrpSpPr>
          <p:grpSpPr>
            <a:xfrm>
              <a:off x="7556832" y="4769375"/>
              <a:ext cx="1307496" cy="186900"/>
              <a:chOff x="7556832" y="4769375"/>
              <a:chExt cx="1307496" cy="186900"/>
            </a:xfrm>
          </p:grpSpPr>
          <p:sp>
            <p:nvSpPr>
              <p:cNvPr id="460" name="Google Shape;460;p39"/>
              <p:cNvSpPr/>
              <p:nvPr/>
            </p:nvSpPr>
            <p:spPr>
              <a:xfrm>
                <a:off x="8310725" y="4769375"/>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61" name="Google Shape;461;p39"/>
              <p:cNvSpPr/>
              <p:nvPr/>
            </p:nvSpPr>
            <p:spPr>
              <a:xfrm>
                <a:off x="8677428" y="4769375"/>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62" name="Google Shape;462;p39"/>
              <p:cNvSpPr/>
              <p:nvPr/>
            </p:nvSpPr>
            <p:spPr>
              <a:xfrm>
                <a:off x="7556832" y="476937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63" name="Google Shape;463;p39"/>
              <p:cNvSpPr/>
              <p:nvPr/>
            </p:nvSpPr>
            <p:spPr>
              <a:xfrm>
                <a:off x="7925697" y="476937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464" name="Shape 464"/>
        <p:cNvGrpSpPr/>
        <p:nvPr/>
      </p:nvGrpSpPr>
      <p:grpSpPr>
        <a:xfrm>
          <a:off x="0" y="0"/>
          <a:ext cx="0" cy="0"/>
          <a:chOff x="0" y="0"/>
          <a:chExt cx="0" cy="0"/>
        </a:xfrm>
      </p:grpSpPr>
      <p:sp>
        <p:nvSpPr>
          <p:cNvPr id="465" name="Google Shape;465;p40"/>
          <p:cNvSpPr txBox="1"/>
          <p:nvPr>
            <p:ph type="title"/>
          </p:nvPr>
        </p:nvSpPr>
        <p:spPr>
          <a:xfrm>
            <a:off x="2273075" y="3134550"/>
            <a:ext cx="4597800" cy="531900"/>
          </a:xfrm>
          <a:prstGeom prst="rect">
            <a:avLst/>
          </a:prstGeom>
        </p:spPr>
        <p:txBody>
          <a:bodyPr anchorCtr="0" anchor="t" bIns="91425" lIns="91425" spcFirstLastPara="1" rIns="91425" wrap="square" tIns="91425">
            <a:noAutofit/>
          </a:bodyPr>
          <a:lstStyle>
            <a:lvl1pPr lvl="0" algn="r">
              <a:spcBef>
                <a:spcPts val="0"/>
              </a:spcBef>
              <a:spcAft>
                <a:spcPts val="0"/>
              </a:spcAft>
              <a:buSzPts val="3000"/>
              <a:buNone/>
              <a:defRPr sz="24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466" name="Google Shape;466;p40"/>
          <p:cNvSpPr txBox="1"/>
          <p:nvPr>
            <p:ph idx="1" type="subTitle"/>
          </p:nvPr>
        </p:nvSpPr>
        <p:spPr>
          <a:xfrm>
            <a:off x="2273125" y="1477050"/>
            <a:ext cx="4597800" cy="1623000"/>
          </a:xfrm>
          <a:prstGeom prst="rect">
            <a:avLst/>
          </a:prstGeom>
        </p:spPr>
        <p:txBody>
          <a:bodyPr anchorCtr="0" anchor="b" bIns="91425" lIns="91425" spcFirstLastPara="1" rIns="91425" wrap="square" tIns="91425">
            <a:noAutofit/>
          </a:bodyPr>
          <a:lstStyle>
            <a:lvl1pPr lvl="0" algn="r">
              <a:lnSpc>
                <a:spcPct val="100000"/>
              </a:lnSpc>
              <a:spcBef>
                <a:spcPts val="0"/>
              </a:spcBef>
              <a:spcAft>
                <a:spcPts val="0"/>
              </a:spcAft>
              <a:buSzPts val="3000"/>
              <a:buNone/>
              <a:defRPr sz="2400"/>
            </a:lvl1pPr>
            <a:lvl2pPr lvl="1" algn="ctr">
              <a:lnSpc>
                <a:spcPct val="100000"/>
              </a:lnSpc>
              <a:spcBef>
                <a:spcPts val="0"/>
              </a:spcBef>
              <a:spcAft>
                <a:spcPts val="0"/>
              </a:spcAft>
              <a:buSzPts val="3000"/>
              <a:buNone/>
              <a:defRPr sz="3000"/>
            </a:lvl2pPr>
            <a:lvl3pPr lvl="2" algn="ctr">
              <a:lnSpc>
                <a:spcPct val="100000"/>
              </a:lnSpc>
              <a:spcBef>
                <a:spcPts val="1600"/>
              </a:spcBef>
              <a:spcAft>
                <a:spcPts val="0"/>
              </a:spcAft>
              <a:buSzPts val="3000"/>
              <a:buNone/>
              <a:defRPr sz="3000"/>
            </a:lvl3pPr>
            <a:lvl4pPr lvl="3" algn="ctr">
              <a:lnSpc>
                <a:spcPct val="100000"/>
              </a:lnSpc>
              <a:spcBef>
                <a:spcPts val="1600"/>
              </a:spcBef>
              <a:spcAft>
                <a:spcPts val="0"/>
              </a:spcAft>
              <a:buSzPts val="3000"/>
              <a:buNone/>
              <a:defRPr sz="3000"/>
            </a:lvl4pPr>
            <a:lvl5pPr lvl="4" algn="ctr">
              <a:lnSpc>
                <a:spcPct val="100000"/>
              </a:lnSpc>
              <a:spcBef>
                <a:spcPts val="1600"/>
              </a:spcBef>
              <a:spcAft>
                <a:spcPts val="0"/>
              </a:spcAft>
              <a:buSzPts val="3000"/>
              <a:buNone/>
              <a:defRPr sz="3000"/>
            </a:lvl5pPr>
            <a:lvl6pPr lvl="5" algn="ctr">
              <a:lnSpc>
                <a:spcPct val="100000"/>
              </a:lnSpc>
              <a:spcBef>
                <a:spcPts val="1600"/>
              </a:spcBef>
              <a:spcAft>
                <a:spcPts val="0"/>
              </a:spcAft>
              <a:buSzPts val="3000"/>
              <a:buNone/>
              <a:defRPr sz="3000"/>
            </a:lvl6pPr>
            <a:lvl7pPr lvl="6" algn="ctr">
              <a:lnSpc>
                <a:spcPct val="100000"/>
              </a:lnSpc>
              <a:spcBef>
                <a:spcPts val="1600"/>
              </a:spcBef>
              <a:spcAft>
                <a:spcPts val="0"/>
              </a:spcAft>
              <a:buSzPts val="3000"/>
              <a:buNone/>
              <a:defRPr sz="3000"/>
            </a:lvl7pPr>
            <a:lvl8pPr lvl="7" algn="ctr">
              <a:lnSpc>
                <a:spcPct val="100000"/>
              </a:lnSpc>
              <a:spcBef>
                <a:spcPts val="1600"/>
              </a:spcBef>
              <a:spcAft>
                <a:spcPts val="0"/>
              </a:spcAft>
              <a:buSzPts val="3000"/>
              <a:buNone/>
              <a:defRPr sz="3000"/>
            </a:lvl8pPr>
            <a:lvl9pPr lvl="8" algn="ctr">
              <a:lnSpc>
                <a:spcPct val="100000"/>
              </a:lnSpc>
              <a:spcBef>
                <a:spcPts val="1600"/>
              </a:spcBef>
              <a:spcAft>
                <a:spcPts val="1600"/>
              </a:spcAft>
              <a:buSzPts val="3000"/>
              <a:buNone/>
              <a:defRPr sz="3000"/>
            </a:lvl9pPr>
          </a:lstStyle>
          <a:p/>
        </p:txBody>
      </p:sp>
      <p:grpSp>
        <p:nvGrpSpPr>
          <p:cNvPr id="467" name="Google Shape;467;p40"/>
          <p:cNvGrpSpPr/>
          <p:nvPr/>
        </p:nvGrpSpPr>
        <p:grpSpPr>
          <a:xfrm>
            <a:off x="280375" y="186925"/>
            <a:ext cx="8583300" cy="4769475"/>
            <a:chOff x="280375" y="186925"/>
            <a:chExt cx="8583300" cy="4769475"/>
          </a:xfrm>
        </p:grpSpPr>
        <p:grpSp>
          <p:nvGrpSpPr>
            <p:cNvPr id="468" name="Google Shape;468;p40"/>
            <p:cNvGrpSpPr/>
            <p:nvPr/>
          </p:nvGrpSpPr>
          <p:grpSpPr>
            <a:xfrm>
              <a:off x="280375" y="4769500"/>
              <a:ext cx="1287008" cy="186900"/>
              <a:chOff x="280375" y="4769500"/>
              <a:chExt cx="1287008" cy="186900"/>
            </a:xfrm>
          </p:grpSpPr>
          <p:sp>
            <p:nvSpPr>
              <p:cNvPr id="469" name="Google Shape;469;p40"/>
              <p:cNvSpPr/>
              <p:nvPr/>
            </p:nvSpPr>
            <p:spPr>
              <a:xfrm rot="10800000">
                <a:off x="1380483"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70" name="Google Shape;470;p40"/>
              <p:cNvSpPr/>
              <p:nvPr/>
            </p:nvSpPr>
            <p:spPr>
              <a:xfrm rot="10800000">
                <a:off x="1013781"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71" name="Google Shape;471;p40"/>
              <p:cNvSpPr/>
              <p:nvPr/>
            </p:nvSpPr>
            <p:spPr>
              <a:xfrm rot="10800000">
                <a:off x="647078" y="4769500"/>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72" name="Google Shape;472;p40"/>
              <p:cNvSpPr/>
              <p:nvPr/>
            </p:nvSpPr>
            <p:spPr>
              <a:xfrm rot="10800000">
                <a:off x="280375" y="4769500"/>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473" name="Google Shape;473;p40"/>
            <p:cNvGrpSpPr/>
            <p:nvPr/>
          </p:nvGrpSpPr>
          <p:grpSpPr>
            <a:xfrm rot="10800000">
              <a:off x="5376450" y="186925"/>
              <a:ext cx="3487225" cy="186900"/>
              <a:chOff x="280375" y="4769500"/>
              <a:chExt cx="3487225" cy="186900"/>
            </a:xfrm>
          </p:grpSpPr>
          <p:sp>
            <p:nvSpPr>
              <p:cNvPr id="474" name="Google Shape;474;p40"/>
              <p:cNvSpPr/>
              <p:nvPr/>
            </p:nvSpPr>
            <p:spPr>
              <a:xfrm flipH="1">
                <a:off x="1747186" y="4769500"/>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75" name="Google Shape;475;p40"/>
              <p:cNvSpPr/>
              <p:nvPr/>
            </p:nvSpPr>
            <p:spPr>
              <a:xfrm flipH="1">
                <a:off x="1380483" y="4769500"/>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76" name="Google Shape;476;p40"/>
              <p:cNvSpPr/>
              <p:nvPr/>
            </p:nvSpPr>
            <p:spPr>
              <a:xfrm flipH="1">
                <a:off x="1013781" y="4769500"/>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77" name="Google Shape;477;p40"/>
              <p:cNvSpPr/>
              <p:nvPr/>
            </p:nvSpPr>
            <p:spPr>
              <a:xfrm flipH="1">
                <a:off x="647078" y="4769500"/>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78" name="Google Shape;478;p40"/>
              <p:cNvSpPr/>
              <p:nvPr/>
            </p:nvSpPr>
            <p:spPr>
              <a:xfrm flipH="1">
                <a:off x="280375" y="4769500"/>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79" name="Google Shape;479;p40"/>
              <p:cNvSpPr/>
              <p:nvPr/>
            </p:nvSpPr>
            <p:spPr>
              <a:xfrm flipH="1">
                <a:off x="3580700"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80" name="Google Shape;480;p40"/>
              <p:cNvSpPr/>
              <p:nvPr/>
            </p:nvSpPr>
            <p:spPr>
              <a:xfrm flipH="1">
                <a:off x="3213997"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81" name="Google Shape;481;p40"/>
              <p:cNvSpPr/>
              <p:nvPr/>
            </p:nvSpPr>
            <p:spPr>
              <a:xfrm flipH="1">
                <a:off x="2847294"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82" name="Google Shape;482;p40"/>
              <p:cNvSpPr/>
              <p:nvPr/>
            </p:nvSpPr>
            <p:spPr>
              <a:xfrm flipH="1">
                <a:off x="2480592"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83" name="Google Shape;483;p40"/>
              <p:cNvSpPr/>
              <p:nvPr/>
            </p:nvSpPr>
            <p:spPr>
              <a:xfrm flipH="1">
                <a:off x="2113889"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_1">
    <p:spTree>
      <p:nvGrpSpPr>
        <p:cNvPr id="484" name="Shape 484"/>
        <p:cNvGrpSpPr/>
        <p:nvPr/>
      </p:nvGrpSpPr>
      <p:grpSpPr>
        <a:xfrm>
          <a:off x="0" y="0"/>
          <a:ext cx="0" cy="0"/>
          <a:chOff x="0" y="0"/>
          <a:chExt cx="0" cy="0"/>
        </a:xfrm>
      </p:grpSpPr>
      <p:sp>
        <p:nvSpPr>
          <p:cNvPr id="485" name="Google Shape;485;p41"/>
          <p:cNvSpPr txBox="1"/>
          <p:nvPr>
            <p:ph type="title"/>
          </p:nvPr>
        </p:nvSpPr>
        <p:spPr>
          <a:xfrm>
            <a:off x="713225" y="539500"/>
            <a:ext cx="3915900" cy="455700"/>
          </a:xfrm>
          <a:prstGeom prst="rect">
            <a:avLst/>
          </a:prstGeom>
        </p:spPr>
        <p:txBody>
          <a:bodyPr anchorCtr="0" anchor="t" bIns="91425" lIns="91425" spcFirstLastPara="1" rIns="91425" wrap="square" tIns="91425">
            <a:noAutofit/>
          </a:bodyPr>
          <a:lstStyle>
            <a:lvl1pPr lvl="0">
              <a:spcBef>
                <a:spcPts val="0"/>
              </a:spcBef>
              <a:spcAft>
                <a:spcPts val="0"/>
              </a:spcAft>
              <a:buSzPts val="2300"/>
              <a:buNone/>
              <a:defRPr/>
            </a:lvl1pPr>
            <a:lvl2pPr lvl="1">
              <a:spcBef>
                <a:spcPts val="0"/>
              </a:spcBef>
              <a:spcAft>
                <a:spcPts val="0"/>
              </a:spcAft>
              <a:buSzPts val="2300"/>
              <a:buNone/>
              <a:defRPr/>
            </a:lvl2pPr>
            <a:lvl3pPr lvl="2">
              <a:spcBef>
                <a:spcPts val="0"/>
              </a:spcBef>
              <a:spcAft>
                <a:spcPts val="0"/>
              </a:spcAft>
              <a:buSzPts val="2300"/>
              <a:buNone/>
              <a:defRPr/>
            </a:lvl3pPr>
            <a:lvl4pPr lvl="3">
              <a:spcBef>
                <a:spcPts val="0"/>
              </a:spcBef>
              <a:spcAft>
                <a:spcPts val="0"/>
              </a:spcAft>
              <a:buSzPts val="2300"/>
              <a:buNone/>
              <a:defRPr/>
            </a:lvl4pPr>
            <a:lvl5pPr lvl="4">
              <a:spcBef>
                <a:spcPts val="0"/>
              </a:spcBef>
              <a:spcAft>
                <a:spcPts val="0"/>
              </a:spcAft>
              <a:buSzPts val="2300"/>
              <a:buNone/>
              <a:defRPr/>
            </a:lvl5pPr>
            <a:lvl6pPr lvl="5">
              <a:spcBef>
                <a:spcPts val="0"/>
              </a:spcBef>
              <a:spcAft>
                <a:spcPts val="0"/>
              </a:spcAft>
              <a:buSzPts val="2300"/>
              <a:buNone/>
              <a:defRPr/>
            </a:lvl6pPr>
            <a:lvl7pPr lvl="6">
              <a:spcBef>
                <a:spcPts val="0"/>
              </a:spcBef>
              <a:spcAft>
                <a:spcPts val="0"/>
              </a:spcAft>
              <a:buSzPts val="2300"/>
              <a:buNone/>
              <a:defRPr/>
            </a:lvl7pPr>
            <a:lvl8pPr lvl="7">
              <a:spcBef>
                <a:spcPts val="0"/>
              </a:spcBef>
              <a:spcAft>
                <a:spcPts val="0"/>
              </a:spcAft>
              <a:buSzPts val="2300"/>
              <a:buNone/>
              <a:defRPr/>
            </a:lvl8pPr>
            <a:lvl9pPr lvl="8">
              <a:spcBef>
                <a:spcPts val="0"/>
              </a:spcBef>
              <a:spcAft>
                <a:spcPts val="0"/>
              </a:spcAft>
              <a:buSzPts val="2300"/>
              <a:buNone/>
              <a:defRPr/>
            </a:lvl9pPr>
          </a:lstStyle>
          <a:p/>
        </p:txBody>
      </p:sp>
      <p:sp>
        <p:nvSpPr>
          <p:cNvPr id="486" name="Google Shape;486;p41"/>
          <p:cNvSpPr txBox="1"/>
          <p:nvPr>
            <p:ph idx="1" type="subTitle"/>
          </p:nvPr>
        </p:nvSpPr>
        <p:spPr>
          <a:xfrm>
            <a:off x="713225" y="995200"/>
            <a:ext cx="3915900" cy="699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487" name="Google Shape;487;p41"/>
          <p:cNvSpPr/>
          <p:nvPr>
            <p:ph idx="2" type="pic"/>
          </p:nvPr>
        </p:nvSpPr>
        <p:spPr>
          <a:xfrm>
            <a:off x="5629675" y="547051"/>
            <a:ext cx="2801100" cy="4049400"/>
          </a:xfrm>
          <a:prstGeom prst="rect">
            <a:avLst/>
          </a:prstGeom>
          <a:noFill/>
          <a:ln>
            <a:noFill/>
          </a:ln>
        </p:spPr>
      </p:sp>
      <p:sp>
        <p:nvSpPr>
          <p:cNvPr id="488" name="Google Shape;488;p41"/>
          <p:cNvSpPr/>
          <p:nvPr>
            <p:ph idx="3" type="pic"/>
          </p:nvPr>
        </p:nvSpPr>
        <p:spPr>
          <a:xfrm>
            <a:off x="2352039" y="1943850"/>
            <a:ext cx="1505700" cy="2652600"/>
          </a:xfrm>
          <a:prstGeom prst="rect">
            <a:avLst/>
          </a:prstGeom>
          <a:noFill/>
          <a:ln>
            <a:noFill/>
          </a:ln>
        </p:spPr>
      </p:sp>
      <p:sp>
        <p:nvSpPr>
          <p:cNvPr id="489" name="Google Shape;489;p41"/>
          <p:cNvSpPr/>
          <p:nvPr>
            <p:ph idx="4" type="pic"/>
          </p:nvPr>
        </p:nvSpPr>
        <p:spPr>
          <a:xfrm>
            <a:off x="3990853" y="1943850"/>
            <a:ext cx="1505700" cy="2652600"/>
          </a:xfrm>
          <a:prstGeom prst="rect">
            <a:avLst/>
          </a:prstGeom>
          <a:noFill/>
          <a:ln>
            <a:noFill/>
          </a:ln>
        </p:spPr>
      </p:sp>
      <p:sp>
        <p:nvSpPr>
          <p:cNvPr id="490" name="Google Shape;490;p41"/>
          <p:cNvSpPr/>
          <p:nvPr>
            <p:ph idx="5" type="pic"/>
          </p:nvPr>
        </p:nvSpPr>
        <p:spPr>
          <a:xfrm>
            <a:off x="713225" y="1943850"/>
            <a:ext cx="1505700" cy="2652600"/>
          </a:xfrm>
          <a:prstGeom prst="rect">
            <a:avLst/>
          </a:prstGeom>
          <a:noFill/>
          <a:ln>
            <a:noFill/>
          </a:ln>
        </p:spPr>
      </p:sp>
      <p:grpSp>
        <p:nvGrpSpPr>
          <p:cNvPr id="491" name="Google Shape;491;p41"/>
          <p:cNvGrpSpPr/>
          <p:nvPr/>
        </p:nvGrpSpPr>
        <p:grpSpPr>
          <a:xfrm>
            <a:off x="280375" y="4766080"/>
            <a:ext cx="8583125" cy="186900"/>
            <a:chOff x="280375" y="186925"/>
            <a:chExt cx="8583125" cy="186900"/>
          </a:xfrm>
        </p:grpSpPr>
        <p:sp>
          <p:nvSpPr>
            <p:cNvPr id="492" name="Google Shape;492;p41"/>
            <p:cNvSpPr/>
            <p:nvPr/>
          </p:nvSpPr>
          <p:spPr>
            <a:xfrm flipH="1">
              <a:off x="280375"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93" name="Google Shape;493;p41"/>
            <p:cNvSpPr/>
            <p:nvPr/>
          </p:nvSpPr>
          <p:spPr>
            <a:xfrm flipH="1">
              <a:off x="8676600"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_1_1">
    <p:spTree>
      <p:nvGrpSpPr>
        <p:cNvPr id="494" name="Shape 494"/>
        <p:cNvGrpSpPr/>
        <p:nvPr/>
      </p:nvGrpSpPr>
      <p:grpSpPr>
        <a:xfrm>
          <a:off x="0" y="0"/>
          <a:ext cx="0" cy="0"/>
          <a:chOff x="0" y="0"/>
          <a:chExt cx="0" cy="0"/>
        </a:xfrm>
      </p:grpSpPr>
      <p:sp>
        <p:nvSpPr>
          <p:cNvPr id="495" name="Google Shape;495;p42"/>
          <p:cNvSpPr txBox="1"/>
          <p:nvPr>
            <p:ph type="title"/>
          </p:nvPr>
        </p:nvSpPr>
        <p:spPr>
          <a:xfrm>
            <a:off x="722376" y="448056"/>
            <a:ext cx="7708500" cy="576000"/>
          </a:xfrm>
          <a:prstGeom prst="rect">
            <a:avLst/>
          </a:prstGeom>
        </p:spPr>
        <p:txBody>
          <a:bodyPr anchorCtr="0" anchor="t" bIns="91425" lIns="91425" spcFirstLastPara="1" rIns="91425" wrap="square" tIns="91425">
            <a:noAutofit/>
          </a:bodyPr>
          <a:lstStyle>
            <a:lvl1pPr lvl="0">
              <a:spcBef>
                <a:spcPts val="0"/>
              </a:spcBef>
              <a:spcAft>
                <a:spcPts val="0"/>
              </a:spcAft>
              <a:buSzPts val="2300"/>
              <a:buNone/>
              <a:defRPr/>
            </a:lvl1pPr>
            <a:lvl2pPr lvl="1">
              <a:spcBef>
                <a:spcPts val="0"/>
              </a:spcBef>
              <a:spcAft>
                <a:spcPts val="0"/>
              </a:spcAft>
              <a:buSzPts val="2300"/>
              <a:buNone/>
              <a:defRPr/>
            </a:lvl2pPr>
            <a:lvl3pPr lvl="2">
              <a:spcBef>
                <a:spcPts val="0"/>
              </a:spcBef>
              <a:spcAft>
                <a:spcPts val="0"/>
              </a:spcAft>
              <a:buSzPts val="2300"/>
              <a:buNone/>
              <a:defRPr/>
            </a:lvl3pPr>
            <a:lvl4pPr lvl="3">
              <a:spcBef>
                <a:spcPts val="0"/>
              </a:spcBef>
              <a:spcAft>
                <a:spcPts val="0"/>
              </a:spcAft>
              <a:buSzPts val="2300"/>
              <a:buNone/>
              <a:defRPr/>
            </a:lvl4pPr>
            <a:lvl5pPr lvl="4">
              <a:spcBef>
                <a:spcPts val="0"/>
              </a:spcBef>
              <a:spcAft>
                <a:spcPts val="0"/>
              </a:spcAft>
              <a:buSzPts val="2300"/>
              <a:buNone/>
              <a:defRPr/>
            </a:lvl5pPr>
            <a:lvl6pPr lvl="5">
              <a:spcBef>
                <a:spcPts val="0"/>
              </a:spcBef>
              <a:spcAft>
                <a:spcPts val="0"/>
              </a:spcAft>
              <a:buSzPts val="2300"/>
              <a:buNone/>
              <a:defRPr/>
            </a:lvl6pPr>
            <a:lvl7pPr lvl="6">
              <a:spcBef>
                <a:spcPts val="0"/>
              </a:spcBef>
              <a:spcAft>
                <a:spcPts val="0"/>
              </a:spcAft>
              <a:buSzPts val="2300"/>
              <a:buNone/>
              <a:defRPr/>
            </a:lvl7pPr>
            <a:lvl8pPr lvl="7">
              <a:spcBef>
                <a:spcPts val="0"/>
              </a:spcBef>
              <a:spcAft>
                <a:spcPts val="0"/>
              </a:spcAft>
              <a:buSzPts val="2300"/>
              <a:buNone/>
              <a:defRPr/>
            </a:lvl8pPr>
            <a:lvl9pPr lvl="8">
              <a:spcBef>
                <a:spcPts val="0"/>
              </a:spcBef>
              <a:spcAft>
                <a:spcPts val="0"/>
              </a:spcAft>
              <a:buSzPts val="2300"/>
              <a:buNone/>
              <a:defRPr/>
            </a:lvl9pPr>
          </a:lstStyle>
          <a:p/>
        </p:txBody>
      </p:sp>
      <p:sp>
        <p:nvSpPr>
          <p:cNvPr id="496" name="Google Shape;496;p42"/>
          <p:cNvSpPr txBox="1"/>
          <p:nvPr>
            <p:ph idx="1" type="subTitle"/>
          </p:nvPr>
        </p:nvSpPr>
        <p:spPr>
          <a:xfrm>
            <a:off x="722375" y="1151950"/>
            <a:ext cx="7708500" cy="879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Char char="●"/>
              <a:defRPr/>
            </a:lvl1pPr>
            <a:lvl2pPr lvl="1" algn="ctr">
              <a:lnSpc>
                <a:spcPct val="100000"/>
              </a:lnSpc>
              <a:spcBef>
                <a:spcPts val="0"/>
              </a:spcBef>
              <a:spcAft>
                <a:spcPts val="0"/>
              </a:spcAft>
              <a:buSzPts val="1200"/>
              <a:buChar char="○"/>
              <a:defRPr/>
            </a:lvl2pPr>
            <a:lvl3pPr lvl="2" algn="ctr">
              <a:lnSpc>
                <a:spcPct val="100000"/>
              </a:lnSpc>
              <a:spcBef>
                <a:spcPts val="1600"/>
              </a:spcBef>
              <a:spcAft>
                <a:spcPts val="0"/>
              </a:spcAft>
              <a:buSzPts val="1200"/>
              <a:buChar char="■"/>
              <a:defRPr/>
            </a:lvl3pPr>
            <a:lvl4pPr lvl="3" algn="ctr">
              <a:lnSpc>
                <a:spcPct val="100000"/>
              </a:lnSpc>
              <a:spcBef>
                <a:spcPts val="1600"/>
              </a:spcBef>
              <a:spcAft>
                <a:spcPts val="0"/>
              </a:spcAft>
              <a:buSzPts val="1200"/>
              <a:buChar char="●"/>
              <a:defRPr/>
            </a:lvl4pPr>
            <a:lvl5pPr lvl="4" algn="ctr">
              <a:lnSpc>
                <a:spcPct val="100000"/>
              </a:lnSpc>
              <a:spcBef>
                <a:spcPts val="1600"/>
              </a:spcBef>
              <a:spcAft>
                <a:spcPts val="0"/>
              </a:spcAft>
              <a:buSzPts val="1200"/>
              <a:buChar char="○"/>
              <a:defRPr/>
            </a:lvl5pPr>
            <a:lvl6pPr lvl="5" algn="ctr">
              <a:lnSpc>
                <a:spcPct val="100000"/>
              </a:lnSpc>
              <a:spcBef>
                <a:spcPts val="1600"/>
              </a:spcBef>
              <a:spcAft>
                <a:spcPts val="0"/>
              </a:spcAft>
              <a:buSzPts val="1200"/>
              <a:buChar char="■"/>
              <a:defRPr/>
            </a:lvl6pPr>
            <a:lvl7pPr lvl="6" algn="ctr">
              <a:lnSpc>
                <a:spcPct val="100000"/>
              </a:lnSpc>
              <a:spcBef>
                <a:spcPts val="1600"/>
              </a:spcBef>
              <a:spcAft>
                <a:spcPts val="0"/>
              </a:spcAft>
              <a:buSzPts val="1200"/>
              <a:buChar char="●"/>
              <a:defRPr/>
            </a:lvl7pPr>
            <a:lvl8pPr lvl="7" algn="ctr">
              <a:lnSpc>
                <a:spcPct val="100000"/>
              </a:lnSpc>
              <a:spcBef>
                <a:spcPts val="1600"/>
              </a:spcBef>
              <a:spcAft>
                <a:spcPts val="0"/>
              </a:spcAft>
              <a:buSzPts val="1200"/>
              <a:buChar char="○"/>
              <a:defRPr/>
            </a:lvl8pPr>
            <a:lvl9pPr lvl="8" algn="ctr">
              <a:lnSpc>
                <a:spcPct val="100000"/>
              </a:lnSpc>
              <a:spcBef>
                <a:spcPts val="1600"/>
              </a:spcBef>
              <a:spcAft>
                <a:spcPts val="1600"/>
              </a:spcAft>
              <a:buSzPts val="1200"/>
              <a:buChar char="■"/>
              <a:defRPr/>
            </a:lvl9pPr>
          </a:lstStyle>
          <a:p/>
        </p:txBody>
      </p:sp>
      <p:grpSp>
        <p:nvGrpSpPr>
          <p:cNvPr id="497" name="Google Shape;497;p42"/>
          <p:cNvGrpSpPr/>
          <p:nvPr/>
        </p:nvGrpSpPr>
        <p:grpSpPr>
          <a:xfrm>
            <a:off x="280375" y="186925"/>
            <a:ext cx="8583300" cy="4769475"/>
            <a:chOff x="280375" y="186925"/>
            <a:chExt cx="8583300" cy="4769475"/>
          </a:xfrm>
        </p:grpSpPr>
        <p:sp>
          <p:nvSpPr>
            <p:cNvPr id="498" name="Google Shape;498;p42"/>
            <p:cNvSpPr/>
            <p:nvPr/>
          </p:nvSpPr>
          <p:spPr>
            <a:xfrm>
              <a:off x="8676775"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99" name="Google Shape;499;p42"/>
            <p:cNvSpPr/>
            <p:nvPr/>
          </p:nvSpPr>
          <p:spPr>
            <a:xfrm flipH="1">
              <a:off x="280375"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_1_1">
    <p:spTree>
      <p:nvGrpSpPr>
        <p:cNvPr id="500" name="Shape 500"/>
        <p:cNvGrpSpPr/>
        <p:nvPr/>
      </p:nvGrpSpPr>
      <p:grpSpPr>
        <a:xfrm>
          <a:off x="0" y="0"/>
          <a:ext cx="0" cy="0"/>
          <a:chOff x="0" y="0"/>
          <a:chExt cx="0" cy="0"/>
        </a:xfrm>
      </p:grpSpPr>
      <p:sp>
        <p:nvSpPr>
          <p:cNvPr id="501" name="Google Shape;501;p43"/>
          <p:cNvSpPr txBox="1"/>
          <p:nvPr>
            <p:ph type="title"/>
          </p:nvPr>
        </p:nvSpPr>
        <p:spPr>
          <a:xfrm>
            <a:off x="722376" y="448056"/>
            <a:ext cx="7708500" cy="576000"/>
          </a:xfrm>
          <a:prstGeom prst="rect">
            <a:avLst/>
          </a:prstGeom>
        </p:spPr>
        <p:txBody>
          <a:bodyPr anchorCtr="0" anchor="t" bIns="91425" lIns="91425" spcFirstLastPara="1" rIns="91425" wrap="square" tIns="91425">
            <a:noAutofit/>
          </a:bodyPr>
          <a:lstStyle>
            <a:lvl1pPr lvl="0">
              <a:spcBef>
                <a:spcPts val="0"/>
              </a:spcBef>
              <a:spcAft>
                <a:spcPts val="0"/>
              </a:spcAft>
              <a:buSzPts val="2300"/>
              <a:buNone/>
              <a:defRPr/>
            </a:lvl1pPr>
            <a:lvl2pPr lvl="1">
              <a:spcBef>
                <a:spcPts val="0"/>
              </a:spcBef>
              <a:spcAft>
                <a:spcPts val="0"/>
              </a:spcAft>
              <a:buSzPts val="2300"/>
              <a:buNone/>
              <a:defRPr/>
            </a:lvl2pPr>
            <a:lvl3pPr lvl="2">
              <a:spcBef>
                <a:spcPts val="0"/>
              </a:spcBef>
              <a:spcAft>
                <a:spcPts val="0"/>
              </a:spcAft>
              <a:buSzPts val="2300"/>
              <a:buNone/>
              <a:defRPr/>
            </a:lvl3pPr>
            <a:lvl4pPr lvl="3">
              <a:spcBef>
                <a:spcPts val="0"/>
              </a:spcBef>
              <a:spcAft>
                <a:spcPts val="0"/>
              </a:spcAft>
              <a:buSzPts val="2300"/>
              <a:buNone/>
              <a:defRPr/>
            </a:lvl4pPr>
            <a:lvl5pPr lvl="4">
              <a:spcBef>
                <a:spcPts val="0"/>
              </a:spcBef>
              <a:spcAft>
                <a:spcPts val="0"/>
              </a:spcAft>
              <a:buSzPts val="2300"/>
              <a:buNone/>
              <a:defRPr/>
            </a:lvl5pPr>
            <a:lvl6pPr lvl="5">
              <a:spcBef>
                <a:spcPts val="0"/>
              </a:spcBef>
              <a:spcAft>
                <a:spcPts val="0"/>
              </a:spcAft>
              <a:buSzPts val="2300"/>
              <a:buNone/>
              <a:defRPr/>
            </a:lvl6pPr>
            <a:lvl7pPr lvl="6">
              <a:spcBef>
                <a:spcPts val="0"/>
              </a:spcBef>
              <a:spcAft>
                <a:spcPts val="0"/>
              </a:spcAft>
              <a:buSzPts val="2300"/>
              <a:buNone/>
              <a:defRPr/>
            </a:lvl7pPr>
            <a:lvl8pPr lvl="7">
              <a:spcBef>
                <a:spcPts val="0"/>
              </a:spcBef>
              <a:spcAft>
                <a:spcPts val="0"/>
              </a:spcAft>
              <a:buSzPts val="2300"/>
              <a:buNone/>
              <a:defRPr/>
            </a:lvl8pPr>
            <a:lvl9pPr lvl="8">
              <a:spcBef>
                <a:spcPts val="0"/>
              </a:spcBef>
              <a:spcAft>
                <a:spcPts val="0"/>
              </a:spcAft>
              <a:buSzPts val="2300"/>
              <a:buNone/>
              <a:defRPr/>
            </a:lvl9pPr>
          </a:lstStyle>
          <a:p/>
        </p:txBody>
      </p:sp>
      <p:sp>
        <p:nvSpPr>
          <p:cNvPr id="502" name="Google Shape;502;p43"/>
          <p:cNvSpPr txBox="1"/>
          <p:nvPr>
            <p:ph idx="1" type="subTitle"/>
          </p:nvPr>
        </p:nvSpPr>
        <p:spPr>
          <a:xfrm>
            <a:off x="722375" y="1152148"/>
            <a:ext cx="7708500" cy="3451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Char char="●"/>
              <a:defRPr/>
            </a:lvl1pPr>
            <a:lvl2pPr lvl="1" algn="ctr">
              <a:lnSpc>
                <a:spcPct val="100000"/>
              </a:lnSpc>
              <a:spcBef>
                <a:spcPts val="0"/>
              </a:spcBef>
              <a:spcAft>
                <a:spcPts val="0"/>
              </a:spcAft>
              <a:buSzPts val="1200"/>
              <a:buChar char="○"/>
              <a:defRPr/>
            </a:lvl2pPr>
            <a:lvl3pPr lvl="2" algn="ctr">
              <a:lnSpc>
                <a:spcPct val="100000"/>
              </a:lnSpc>
              <a:spcBef>
                <a:spcPts val="1600"/>
              </a:spcBef>
              <a:spcAft>
                <a:spcPts val="0"/>
              </a:spcAft>
              <a:buSzPts val="1200"/>
              <a:buChar char="■"/>
              <a:defRPr/>
            </a:lvl3pPr>
            <a:lvl4pPr lvl="3" algn="ctr">
              <a:lnSpc>
                <a:spcPct val="100000"/>
              </a:lnSpc>
              <a:spcBef>
                <a:spcPts val="1600"/>
              </a:spcBef>
              <a:spcAft>
                <a:spcPts val="0"/>
              </a:spcAft>
              <a:buSzPts val="1200"/>
              <a:buChar char="●"/>
              <a:defRPr/>
            </a:lvl4pPr>
            <a:lvl5pPr lvl="4" algn="ctr">
              <a:lnSpc>
                <a:spcPct val="100000"/>
              </a:lnSpc>
              <a:spcBef>
                <a:spcPts val="1600"/>
              </a:spcBef>
              <a:spcAft>
                <a:spcPts val="0"/>
              </a:spcAft>
              <a:buSzPts val="1200"/>
              <a:buChar char="○"/>
              <a:defRPr/>
            </a:lvl5pPr>
            <a:lvl6pPr lvl="5" algn="ctr">
              <a:lnSpc>
                <a:spcPct val="100000"/>
              </a:lnSpc>
              <a:spcBef>
                <a:spcPts val="1600"/>
              </a:spcBef>
              <a:spcAft>
                <a:spcPts val="0"/>
              </a:spcAft>
              <a:buSzPts val="1200"/>
              <a:buChar char="■"/>
              <a:defRPr/>
            </a:lvl6pPr>
            <a:lvl7pPr lvl="6" algn="ctr">
              <a:lnSpc>
                <a:spcPct val="100000"/>
              </a:lnSpc>
              <a:spcBef>
                <a:spcPts val="1600"/>
              </a:spcBef>
              <a:spcAft>
                <a:spcPts val="0"/>
              </a:spcAft>
              <a:buSzPts val="1200"/>
              <a:buChar char="●"/>
              <a:defRPr/>
            </a:lvl7pPr>
            <a:lvl8pPr lvl="7" algn="ctr">
              <a:lnSpc>
                <a:spcPct val="100000"/>
              </a:lnSpc>
              <a:spcBef>
                <a:spcPts val="1600"/>
              </a:spcBef>
              <a:spcAft>
                <a:spcPts val="0"/>
              </a:spcAft>
              <a:buSzPts val="1200"/>
              <a:buChar char="○"/>
              <a:defRPr/>
            </a:lvl8pPr>
            <a:lvl9pPr lvl="8" algn="ctr">
              <a:lnSpc>
                <a:spcPct val="100000"/>
              </a:lnSpc>
              <a:spcBef>
                <a:spcPts val="1600"/>
              </a:spcBef>
              <a:spcAft>
                <a:spcPts val="1600"/>
              </a:spcAft>
              <a:buSzPts val="1200"/>
              <a:buChar char="■"/>
              <a:defRPr/>
            </a:lvl9pPr>
          </a:lstStyle>
          <a:p/>
        </p:txBody>
      </p:sp>
      <p:grpSp>
        <p:nvGrpSpPr>
          <p:cNvPr id="503" name="Google Shape;503;p43"/>
          <p:cNvGrpSpPr/>
          <p:nvPr/>
        </p:nvGrpSpPr>
        <p:grpSpPr>
          <a:xfrm rot="10800000">
            <a:off x="280375" y="186925"/>
            <a:ext cx="8583300" cy="4769475"/>
            <a:chOff x="280375" y="186925"/>
            <a:chExt cx="8583300" cy="4769475"/>
          </a:xfrm>
        </p:grpSpPr>
        <p:sp>
          <p:nvSpPr>
            <p:cNvPr id="504" name="Google Shape;504;p43"/>
            <p:cNvSpPr/>
            <p:nvPr/>
          </p:nvSpPr>
          <p:spPr>
            <a:xfrm flipH="1">
              <a:off x="280375"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05" name="Google Shape;505;p43"/>
            <p:cNvSpPr/>
            <p:nvPr/>
          </p:nvSpPr>
          <p:spPr>
            <a:xfrm>
              <a:off x="8676775"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06" name="Google Shape;506;p43"/>
            <p:cNvSpPr/>
            <p:nvPr/>
          </p:nvSpPr>
          <p:spPr>
            <a:xfrm>
              <a:off x="8302975" y="4769500"/>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507" name="Shape 507"/>
        <p:cNvGrpSpPr/>
        <p:nvPr/>
      </p:nvGrpSpPr>
      <p:grpSpPr>
        <a:xfrm>
          <a:off x="0" y="0"/>
          <a:ext cx="0" cy="0"/>
          <a:chOff x="0" y="0"/>
          <a:chExt cx="0" cy="0"/>
        </a:xfrm>
      </p:grpSpPr>
      <p:sp>
        <p:nvSpPr>
          <p:cNvPr id="508" name="Google Shape;508;p4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300"/>
              <a:buNone/>
              <a:defRPr/>
            </a:lvl1pPr>
            <a:lvl2pPr lvl="1">
              <a:spcBef>
                <a:spcPts val="0"/>
              </a:spcBef>
              <a:spcAft>
                <a:spcPts val="0"/>
              </a:spcAft>
              <a:buSzPts val="2300"/>
              <a:buNone/>
              <a:defRPr/>
            </a:lvl2pPr>
            <a:lvl3pPr lvl="2">
              <a:spcBef>
                <a:spcPts val="0"/>
              </a:spcBef>
              <a:spcAft>
                <a:spcPts val="0"/>
              </a:spcAft>
              <a:buSzPts val="2300"/>
              <a:buNone/>
              <a:defRPr/>
            </a:lvl3pPr>
            <a:lvl4pPr lvl="3">
              <a:spcBef>
                <a:spcPts val="0"/>
              </a:spcBef>
              <a:spcAft>
                <a:spcPts val="0"/>
              </a:spcAft>
              <a:buSzPts val="2300"/>
              <a:buNone/>
              <a:defRPr/>
            </a:lvl4pPr>
            <a:lvl5pPr lvl="4">
              <a:spcBef>
                <a:spcPts val="0"/>
              </a:spcBef>
              <a:spcAft>
                <a:spcPts val="0"/>
              </a:spcAft>
              <a:buSzPts val="2300"/>
              <a:buNone/>
              <a:defRPr/>
            </a:lvl5pPr>
            <a:lvl6pPr lvl="5">
              <a:spcBef>
                <a:spcPts val="0"/>
              </a:spcBef>
              <a:spcAft>
                <a:spcPts val="0"/>
              </a:spcAft>
              <a:buSzPts val="2300"/>
              <a:buNone/>
              <a:defRPr/>
            </a:lvl6pPr>
            <a:lvl7pPr lvl="6">
              <a:spcBef>
                <a:spcPts val="0"/>
              </a:spcBef>
              <a:spcAft>
                <a:spcPts val="0"/>
              </a:spcAft>
              <a:buSzPts val="2300"/>
              <a:buNone/>
              <a:defRPr/>
            </a:lvl7pPr>
            <a:lvl8pPr lvl="7">
              <a:spcBef>
                <a:spcPts val="0"/>
              </a:spcBef>
              <a:spcAft>
                <a:spcPts val="0"/>
              </a:spcAft>
              <a:buSzPts val="2300"/>
              <a:buNone/>
              <a:defRPr/>
            </a:lvl8pPr>
            <a:lvl9pPr lvl="8">
              <a:spcBef>
                <a:spcPts val="0"/>
              </a:spcBef>
              <a:spcAft>
                <a:spcPts val="0"/>
              </a:spcAft>
              <a:buSzPts val="2300"/>
              <a:buNone/>
              <a:defRPr/>
            </a:lvl9pPr>
          </a:lstStyle>
          <a:p/>
        </p:txBody>
      </p:sp>
      <p:sp>
        <p:nvSpPr>
          <p:cNvPr id="509" name="Google Shape;509;p44"/>
          <p:cNvSpPr txBox="1"/>
          <p:nvPr>
            <p:ph idx="1" type="subTitle"/>
          </p:nvPr>
        </p:nvSpPr>
        <p:spPr>
          <a:xfrm>
            <a:off x="720000" y="2651765"/>
            <a:ext cx="2268300" cy="1501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510" name="Google Shape;510;p44"/>
          <p:cNvSpPr txBox="1"/>
          <p:nvPr>
            <p:ph idx="2" type="subTitle"/>
          </p:nvPr>
        </p:nvSpPr>
        <p:spPr>
          <a:xfrm>
            <a:off x="3437848" y="2651765"/>
            <a:ext cx="2268300" cy="1501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511" name="Google Shape;511;p44"/>
          <p:cNvSpPr txBox="1"/>
          <p:nvPr>
            <p:ph idx="3" type="subTitle"/>
          </p:nvPr>
        </p:nvSpPr>
        <p:spPr>
          <a:xfrm>
            <a:off x="6155700" y="2651765"/>
            <a:ext cx="2268300" cy="1501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512" name="Google Shape;512;p44"/>
          <p:cNvSpPr txBox="1"/>
          <p:nvPr>
            <p:ph idx="4" type="subTitle"/>
          </p:nvPr>
        </p:nvSpPr>
        <p:spPr>
          <a:xfrm>
            <a:off x="720000" y="2148850"/>
            <a:ext cx="2268300" cy="527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13" name="Google Shape;513;p44"/>
          <p:cNvSpPr txBox="1"/>
          <p:nvPr>
            <p:ph idx="5" type="subTitle"/>
          </p:nvPr>
        </p:nvSpPr>
        <p:spPr>
          <a:xfrm>
            <a:off x="3437852" y="2148850"/>
            <a:ext cx="2268300" cy="527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14" name="Google Shape;514;p44"/>
          <p:cNvSpPr txBox="1"/>
          <p:nvPr>
            <p:ph idx="6" type="subTitle"/>
          </p:nvPr>
        </p:nvSpPr>
        <p:spPr>
          <a:xfrm>
            <a:off x="6155700" y="2148850"/>
            <a:ext cx="2268300" cy="527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515" name="Google Shape;515;p44"/>
          <p:cNvGrpSpPr/>
          <p:nvPr/>
        </p:nvGrpSpPr>
        <p:grpSpPr>
          <a:xfrm>
            <a:off x="280375" y="186925"/>
            <a:ext cx="8583125" cy="186900"/>
            <a:chOff x="280375" y="186925"/>
            <a:chExt cx="8583125" cy="186900"/>
          </a:xfrm>
        </p:grpSpPr>
        <p:sp>
          <p:nvSpPr>
            <p:cNvPr id="516" name="Google Shape;516;p44"/>
            <p:cNvSpPr/>
            <p:nvPr/>
          </p:nvSpPr>
          <p:spPr>
            <a:xfrm flipH="1">
              <a:off x="280375"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17" name="Google Shape;517;p44"/>
            <p:cNvSpPr/>
            <p:nvPr/>
          </p:nvSpPr>
          <p:spPr>
            <a:xfrm flipH="1">
              <a:off x="8676600"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518" name="Shape 518"/>
        <p:cNvGrpSpPr/>
        <p:nvPr/>
      </p:nvGrpSpPr>
      <p:grpSpPr>
        <a:xfrm>
          <a:off x="0" y="0"/>
          <a:ext cx="0" cy="0"/>
          <a:chOff x="0" y="0"/>
          <a:chExt cx="0" cy="0"/>
        </a:xfrm>
      </p:grpSpPr>
      <p:sp>
        <p:nvSpPr>
          <p:cNvPr id="519" name="Google Shape;519;p4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300"/>
              <a:buNone/>
              <a:defRPr/>
            </a:lvl1pPr>
            <a:lvl2pPr lvl="1">
              <a:spcBef>
                <a:spcPts val="0"/>
              </a:spcBef>
              <a:spcAft>
                <a:spcPts val="0"/>
              </a:spcAft>
              <a:buSzPts val="2300"/>
              <a:buNone/>
              <a:defRPr/>
            </a:lvl2pPr>
            <a:lvl3pPr lvl="2">
              <a:spcBef>
                <a:spcPts val="0"/>
              </a:spcBef>
              <a:spcAft>
                <a:spcPts val="0"/>
              </a:spcAft>
              <a:buSzPts val="2300"/>
              <a:buNone/>
              <a:defRPr/>
            </a:lvl3pPr>
            <a:lvl4pPr lvl="3">
              <a:spcBef>
                <a:spcPts val="0"/>
              </a:spcBef>
              <a:spcAft>
                <a:spcPts val="0"/>
              </a:spcAft>
              <a:buSzPts val="2300"/>
              <a:buNone/>
              <a:defRPr/>
            </a:lvl4pPr>
            <a:lvl5pPr lvl="4">
              <a:spcBef>
                <a:spcPts val="0"/>
              </a:spcBef>
              <a:spcAft>
                <a:spcPts val="0"/>
              </a:spcAft>
              <a:buSzPts val="2300"/>
              <a:buNone/>
              <a:defRPr/>
            </a:lvl5pPr>
            <a:lvl6pPr lvl="5">
              <a:spcBef>
                <a:spcPts val="0"/>
              </a:spcBef>
              <a:spcAft>
                <a:spcPts val="0"/>
              </a:spcAft>
              <a:buSzPts val="2300"/>
              <a:buNone/>
              <a:defRPr/>
            </a:lvl6pPr>
            <a:lvl7pPr lvl="6">
              <a:spcBef>
                <a:spcPts val="0"/>
              </a:spcBef>
              <a:spcAft>
                <a:spcPts val="0"/>
              </a:spcAft>
              <a:buSzPts val="2300"/>
              <a:buNone/>
              <a:defRPr/>
            </a:lvl7pPr>
            <a:lvl8pPr lvl="7">
              <a:spcBef>
                <a:spcPts val="0"/>
              </a:spcBef>
              <a:spcAft>
                <a:spcPts val="0"/>
              </a:spcAft>
              <a:buSzPts val="2300"/>
              <a:buNone/>
              <a:defRPr/>
            </a:lvl8pPr>
            <a:lvl9pPr lvl="8">
              <a:spcBef>
                <a:spcPts val="0"/>
              </a:spcBef>
              <a:spcAft>
                <a:spcPts val="0"/>
              </a:spcAft>
              <a:buSzPts val="2300"/>
              <a:buNone/>
              <a:defRPr/>
            </a:lvl9pPr>
          </a:lstStyle>
          <a:p/>
        </p:txBody>
      </p:sp>
      <p:sp>
        <p:nvSpPr>
          <p:cNvPr id="520" name="Google Shape;520;p45"/>
          <p:cNvSpPr txBox="1"/>
          <p:nvPr>
            <p:ph idx="1" type="subTitle"/>
          </p:nvPr>
        </p:nvSpPr>
        <p:spPr>
          <a:xfrm>
            <a:off x="1481825" y="1672700"/>
            <a:ext cx="29754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521" name="Google Shape;521;p45"/>
          <p:cNvSpPr txBox="1"/>
          <p:nvPr>
            <p:ph idx="2" type="subTitle"/>
          </p:nvPr>
        </p:nvSpPr>
        <p:spPr>
          <a:xfrm>
            <a:off x="5460778" y="1672700"/>
            <a:ext cx="29754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522" name="Google Shape;522;p45"/>
          <p:cNvSpPr txBox="1"/>
          <p:nvPr>
            <p:ph idx="3" type="subTitle"/>
          </p:nvPr>
        </p:nvSpPr>
        <p:spPr>
          <a:xfrm>
            <a:off x="1481825" y="3561875"/>
            <a:ext cx="29754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523" name="Google Shape;523;p45"/>
          <p:cNvSpPr txBox="1"/>
          <p:nvPr>
            <p:ph idx="4" type="subTitle"/>
          </p:nvPr>
        </p:nvSpPr>
        <p:spPr>
          <a:xfrm>
            <a:off x="5460778" y="3561875"/>
            <a:ext cx="29754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524" name="Google Shape;524;p45"/>
          <p:cNvSpPr txBox="1"/>
          <p:nvPr>
            <p:ph idx="5" type="subTitle"/>
          </p:nvPr>
        </p:nvSpPr>
        <p:spPr>
          <a:xfrm>
            <a:off x="1481825" y="1379350"/>
            <a:ext cx="29754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25" name="Google Shape;525;p45"/>
          <p:cNvSpPr txBox="1"/>
          <p:nvPr>
            <p:ph idx="6" type="subTitle"/>
          </p:nvPr>
        </p:nvSpPr>
        <p:spPr>
          <a:xfrm>
            <a:off x="1481825" y="3268600"/>
            <a:ext cx="29754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26" name="Google Shape;526;p45"/>
          <p:cNvSpPr txBox="1"/>
          <p:nvPr>
            <p:ph idx="7" type="subTitle"/>
          </p:nvPr>
        </p:nvSpPr>
        <p:spPr>
          <a:xfrm>
            <a:off x="5460750" y="1379350"/>
            <a:ext cx="29754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27" name="Google Shape;527;p45"/>
          <p:cNvSpPr txBox="1"/>
          <p:nvPr>
            <p:ph idx="8" type="subTitle"/>
          </p:nvPr>
        </p:nvSpPr>
        <p:spPr>
          <a:xfrm>
            <a:off x="5460750" y="3268600"/>
            <a:ext cx="29754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528" name="Google Shape;528;p45"/>
          <p:cNvGrpSpPr/>
          <p:nvPr/>
        </p:nvGrpSpPr>
        <p:grpSpPr>
          <a:xfrm flipH="1">
            <a:off x="280300" y="186475"/>
            <a:ext cx="8584028" cy="4769800"/>
            <a:chOff x="280300" y="186475"/>
            <a:chExt cx="8584028" cy="4769800"/>
          </a:xfrm>
        </p:grpSpPr>
        <p:grpSp>
          <p:nvGrpSpPr>
            <p:cNvPr id="529" name="Google Shape;529;p45"/>
            <p:cNvGrpSpPr/>
            <p:nvPr/>
          </p:nvGrpSpPr>
          <p:grpSpPr>
            <a:xfrm>
              <a:off x="280300" y="186475"/>
              <a:ext cx="1297219" cy="186900"/>
              <a:chOff x="280300" y="186475"/>
              <a:chExt cx="1297219" cy="186900"/>
            </a:xfrm>
          </p:grpSpPr>
          <p:grpSp>
            <p:nvGrpSpPr>
              <p:cNvPr id="530" name="Google Shape;530;p45"/>
              <p:cNvGrpSpPr/>
              <p:nvPr/>
            </p:nvGrpSpPr>
            <p:grpSpPr>
              <a:xfrm flipH="1">
                <a:off x="280300" y="186475"/>
                <a:ext cx="553603" cy="186900"/>
                <a:chOff x="3213997" y="4769500"/>
                <a:chExt cx="553603" cy="186900"/>
              </a:xfrm>
            </p:grpSpPr>
            <p:sp>
              <p:nvSpPr>
                <p:cNvPr id="531" name="Google Shape;531;p45"/>
                <p:cNvSpPr/>
                <p:nvPr/>
              </p:nvSpPr>
              <p:spPr>
                <a:xfrm flipH="1">
                  <a:off x="3580700"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32" name="Google Shape;532;p45"/>
                <p:cNvSpPr/>
                <p:nvPr/>
              </p:nvSpPr>
              <p:spPr>
                <a:xfrm flipH="1">
                  <a:off x="3213997"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533" name="Google Shape;533;p45"/>
              <p:cNvGrpSpPr/>
              <p:nvPr/>
            </p:nvGrpSpPr>
            <p:grpSpPr>
              <a:xfrm flipH="1">
                <a:off x="1023916" y="186475"/>
                <a:ext cx="553603" cy="186900"/>
                <a:chOff x="3213997" y="4769500"/>
                <a:chExt cx="553603" cy="186900"/>
              </a:xfrm>
            </p:grpSpPr>
            <p:sp>
              <p:nvSpPr>
                <p:cNvPr id="534" name="Google Shape;534;p45"/>
                <p:cNvSpPr/>
                <p:nvPr/>
              </p:nvSpPr>
              <p:spPr>
                <a:xfrm flipH="1">
                  <a:off x="3580700" y="4769500"/>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35" name="Google Shape;535;p45"/>
                <p:cNvSpPr/>
                <p:nvPr/>
              </p:nvSpPr>
              <p:spPr>
                <a:xfrm flipH="1">
                  <a:off x="3213997" y="4769500"/>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grpSp>
          <p:nvGrpSpPr>
            <p:cNvPr id="536" name="Google Shape;536;p45"/>
            <p:cNvGrpSpPr/>
            <p:nvPr/>
          </p:nvGrpSpPr>
          <p:grpSpPr>
            <a:xfrm>
              <a:off x="7556832" y="4769375"/>
              <a:ext cx="1307496" cy="186900"/>
              <a:chOff x="7556832" y="4769375"/>
              <a:chExt cx="1307496" cy="186900"/>
            </a:xfrm>
          </p:grpSpPr>
          <p:sp>
            <p:nvSpPr>
              <p:cNvPr id="537" name="Google Shape;537;p45"/>
              <p:cNvSpPr/>
              <p:nvPr/>
            </p:nvSpPr>
            <p:spPr>
              <a:xfrm>
                <a:off x="8310725" y="476937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38" name="Google Shape;538;p45"/>
              <p:cNvSpPr/>
              <p:nvPr/>
            </p:nvSpPr>
            <p:spPr>
              <a:xfrm>
                <a:off x="8677428" y="476937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39" name="Google Shape;539;p45"/>
              <p:cNvSpPr/>
              <p:nvPr/>
            </p:nvSpPr>
            <p:spPr>
              <a:xfrm>
                <a:off x="7556832" y="4769375"/>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40" name="Google Shape;540;p45"/>
              <p:cNvSpPr/>
              <p:nvPr/>
            </p:nvSpPr>
            <p:spPr>
              <a:xfrm>
                <a:off x="7925697" y="4769375"/>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541" name="Shape 541"/>
        <p:cNvGrpSpPr/>
        <p:nvPr/>
      </p:nvGrpSpPr>
      <p:grpSpPr>
        <a:xfrm>
          <a:off x="0" y="0"/>
          <a:ext cx="0" cy="0"/>
          <a:chOff x="0" y="0"/>
          <a:chExt cx="0" cy="0"/>
        </a:xfrm>
      </p:grpSpPr>
      <p:sp>
        <p:nvSpPr>
          <p:cNvPr id="542" name="Google Shape;542;p4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300"/>
              <a:buNone/>
              <a:defRPr/>
            </a:lvl1pPr>
            <a:lvl2pPr lvl="1">
              <a:spcBef>
                <a:spcPts val="0"/>
              </a:spcBef>
              <a:spcAft>
                <a:spcPts val="0"/>
              </a:spcAft>
              <a:buSzPts val="2300"/>
              <a:buNone/>
              <a:defRPr/>
            </a:lvl2pPr>
            <a:lvl3pPr lvl="2">
              <a:spcBef>
                <a:spcPts val="0"/>
              </a:spcBef>
              <a:spcAft>
                <a:spcPts val="0"/>
              </a:spcAft>
              <a:buSzPts val="2300"/>
              <a:buNone/>
              <a:defRPr/>
            </a:lvl3pPr>
            <a:lvl4pPr lvl="3">
              <a:spcBef>
                <a:spcPts val="0"/>
              </a:spcBef>
              <a:spcAft>
                <a:spcPts val="0"/>
              </a:spcAft>
              <a:buSzPts val="2300"/>
              <a:buNone/>
              <a:defRPr/>
            </a:lvl4pPr>
            <a:lvl5pPr lvl="4">
              <a:spcBef>
                <a:spcPts val="0"/>
              </a:spcBef>
              <a:spcAft>
                <a:spcPts val="0"/>
              </a:spcAft>
              <a:buSzPts val="2300"/>
              <a:buNone/>
              <a:defRPr/>
            </a:lvl5pPr>
            <a:lvl6pPr lvl="5">
              <a:spcBef>
                <a:spcPts val="0"/>
              </a:spcBef>
              <a:spcAft>
                <a:spcPts val="0"/>
              </a:spcAft>
              <a:buSzPts val="2300"/>
              <a:buNone/>
              <a:defRPr/>
            </a:lvl6pPr>
            <a:lvl7pPr lvl="6">
              <a:spcBef>
                <a:spcPts val="0"/>
              </a:spcBef>
              <a:spcAft>
                <a:spcPts val="0"/>
              </a:spcAft>
              <a:buSzPts val="2300"/>
              <a:buNone/>
              <a:defRPr/>
            </a:lvl7pPr>
            <a:lvl8pPr lvl="7">
              <a:spcBef>
                <a:spcPts val="0"/>
              </a:spcBef>
              <a:spcAft>
                <a:spcPts val="0"/>
              </a:spcAft>
              <a:buSzPts val="2300"/>
              <a:buNone/>
              <a:defRPr/>
            </a:lvl8pPr>
            <a:lvl9pPr lvl="8">
              <a:spcBef>
                <a:spcPts val="0"/>
              </a:spcBef>
              <a:spcAft>
                <a:spcPts val="0"/>
              </a:spcAft>
              <a:buSzPts val="2300"/>
              <a:buNone/>
              <a:defRPr/>
            </a:lvl9pPr>
          </a:lstStyle>
          <a:p/>
        </p:txBody>
      </p:sp>
      <p:sp>
        <p:nvSpPr>
          <p:cNvPr id="543" name="Google Shape;543;p46"/>
          <p:cNvSpPr txBox="1"/>
          <p:nvPr>
            <p:ph idx="1" type="subTitle"/>
          </p:nvPr>
        </p:nvSpPr>
        <p:spPr>
          <a:xfrm>
            <a:off x="720000" y="1633972"/>
            <a:ext cx="2059200" cy="1105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544" name="Google Shape;544;p46"/>
          <p:cNvSpPr txBox="1"/>
          <p:nvPr>
            <p:ph idx="2" type="subTitle"/>
          </p:nvPr>
        </p:nvSpPr>
        <p:spPr>
          <a:xfrm>
            <a:off x="3579000" y="1633972"/>
            <a:ext cx="2059200" cy="1105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545" name="Google Shape;545;p46"/>
          <p:cNvSpPr txBox="1"/>
          <p:nvPr>
            <p:ph idx="3" type="subTitle"/>
          </p:nvPr>
        </p:nvSpPr>
        <p:spPr>
          <a:xfrm>
            <a:off x="720000" y="3516654"/>
            <a:ext cx="2059200" cy="1105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546" name="Google Shape;546;p46"/>
          <p:cNvSpPr txBox="1"/>
          <p:nvPr>
            <p:ph idx="4" type="subTitle"/>
          </p:nvPr>
        </p:nvSpPr>
        <p:spPr>
          <a:xfrm>
            <a:off x="3579000" y="3516654"/>
            <a:ext cx="2059200" cy="1105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547" name="Google Shape;547;p46"/>
          <p:cNvSpPr txBox="1"/>
          <p:nvPr>
            <p:ph idx="5" type="subTitle"/>
          </p:nvPr>
        </p:nvSpPr>
        <p:spPr>
          <a:xfrm>
            <a:off x="6364800" y="1633972"/>
            <a:ext cx="2059200" cy="1105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548" name="Google Shape;548;p46"/>
          <p:cNvSpPr txBox="1"/>
          <p:nvPr>
            <p:ph idx="6" type="subTitle"/>
          </p:nvPr>
        </p:nvSpPr>
        <p:spPr>
          <a:xfrm>
            <a:off x="6364800" y="3516654"/>
            <a:ext cx="2059200" cy="1105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549" name="Google Shape;549;p46"/>
          <p:cNvSpPr txBox="1"/>
          <p:nvPr>
            <p:ph idx="7" type="subTitle"/>
          </p:nvPr>
        </p:nvSpPr>
        <p:spPr>
          <a:xfrm>
            <a:off x="720000" y="1336275"/>
            <a:ext cx="20574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50" name="Google Shape;550;p46"/>
          <p:cNvSpPr txBox="1"/>
          <p:nvPr>
            <p:ph idx="8" type="subTitle"/>
          </p:nvPr>
        </p:nvSpPr>
        <p:spPr>
          <a:xfrm>
            <a:off x="3579000" y="1336275"/>
            <a:ext cx="20571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51" name="Google Shape;551;p46"/>
          <p:cNvSpPr txBox="1"/>
          <p:nvPr>
            <p:ph idx="9" type="subTitle"/>
          </p:nvPr>
        </p:nvSpPr>
        <p:spPr>
          <a:xfrm>
            <a:off x="6366666" y="1336275"/>
            <a:ext cx="20574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52" name="Google Shape;552;p46"/>
          <p:cNvSpPr txBox="1"/>
          <p:nvPr>
            <p:ph idx="13" type="subTitle"/>
          </p:nvPr>
        </p:nvSpPr>
        <p:spPr>
          <a:xfrm>
            <a:off x="720000" y="3215756"/>
            <a:ext cx="20574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53" name="Google Shape;553;p46"/>
          <p:cNvSpPr txBox="1"/>
          <p:nvPr>
            <p:ph idx="14" type="subTitle"/>
          </p:nvPr>
        </p:nvSpPr>
        <p:spPr>
          <a:xfrm>
            <a:off x="3579000" y="3215756"/>
            <a:ext cx="20571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54" name="Google Shape;554;p46"/>
          <p:cNvSpPr txBox="1"/>
          <p:nvPr>
            <p:ph idx="15" type="subTitle"/>
          </p:nvPr>
        </p:nvSpPr>
        <p:spPr>
          <a:xfrm>
            <a:off x="6366666" y="3215756"/>
            <a:ext cx="20574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555" name="Google Shape;555;p46"/>
          <p:cNvGrpSpPr/>
          <p:nvPr/>
        </p:nvGrpSpPr>
        <p:grpSpPr>
          <a:xfrm>
            <a:off x="280375" y="186925"/>
            <a:ext cx="8583300" cy="4769475"/>
            <a:chOff x="280375" y="186925"/>
            <a:chExt cx="8583300" cy="4769475"/>
          </a:xfrm>
        </p:grpSpPr>
        <p:sp>
          <p:nvSpPr>
            <p:cNvPr id="556" name="Google Shape;556;p46"/>
            <p:cNvSpPr/>
            <p:nvPr/>
          </p:nvSpPr>
          <p:spPr>
            <a:xfrm flipH="1">
              <a:off x="280375"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57" name="Google Shape;557;p46"/>
            <p:cNvSpPr/>
            <p:nvPr/>
          </p:nvSpPr>
          <p:spPr>
            <a:xfrm>
              <a:off x="8676775"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558" name="Shape 558"/>
        <p:cNvGrpSpPr/>
        <p:nvPr/>
      </p:nvGrpSpPr>
      <p:grpSpPr>
        <a:xfrm>
          <a:off x="0" y="0"/>
          <a:ext cx="0" cy="0"/>
          <a:chOff x="0" y="0"/>
          <a:chExt cx="0" cy="0"/>
        </a:xfrm>
      </p:grpSpPr>
      <p:sp>
        <p:nvSpPr>
          <p:cNvPr id="559" name="Google Shape;559;p47"/>
          <p:cNvSpPr txBox="1"/>
          <p:nvPr>
            <p:ph hasCustomPrompt="1" type="title"/>
          </p:nvPr>
        </p:nvSpPr>
        <p:spPr>
          <a:xfrm>
            <a:off x="2231252" y="2074357"/>
            <a:ext cx="4681500" cy="768900"/>
          </a:xfrm>
          <a:prstGeom prst="rect">
            <a:avLst/>
          </a:prstGeom>
          <a:noFill/>
        </p:spPr>
        <p:txBody>
          <a:bodyPr anchorCtr="0" anchor="ctr" bIns="91425" lIns="91425" spcFirstLastPara="1" rIns="91425" wrap="square" tIns="91425">
            <a:noAutofit/>
          </a:bodyPr>
          <a:lstStyle>
            <a:lvl1pPr lvl="0">
              <a:spcBef>
                <a:spcPts val="0"/>
              </a:spcBef>
              <a:spcAft>
                <a:spcPts val="0"/>
              </a:spcAft>
              <a:buClr>
                <a:schemeClr val="lt1"/>
              </a:buClr>
              <a:buSzPts val="6000"/>
              <a:buNone/>
              <a:defRPr sz="4500">
                <a:solidFill>
                  <a:schemeClr val="accent6"/>
                </a:solidFill>
                <a:latin typeface="Lexend Mega Light"/>
                <a:ea typeface="Lexend Mega Light"/>
                <a:cs typeface="Lexend Mega Light"/>
                <a:sym typeface="Lexend Mega Light"/>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560" name="Google Shape;560;p47"/>
          <p:cNvSpPr txBox="1"/>
          <p:nvPr>
            <p:ph idx="1" type="subTitle"/>
          </p:nvPr>
        </p:nvSpPr>
        <p:spPr>
          <a:xfrm>
            <a:off x="2231252" y="2843255"/>
            <a:ext cx="4681500" cy="4188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dk1"/>
              </a:buClr>
              <a:buSzPts val="1200"/>
              <a:buFont typeface="PT Sans"/>
              <a:buNone/>
              <a:defRPr>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561" name="Google Shape;561;p47"/>
          <p:cNvSpPr txBox="1"/>
          <p:nvPr>
            <p:ph hasCustomPrompt="1" idx="2" type="title"/>
          </p:nvPr>
        </p:nvSpPr>
        <p:spPr>
          <a:xfrm>
            <a:off x="2231237" y="727550"/>
            <a:ext cx="4681500" cy="768900"/>
          </a:xfrm>
          <a:prstGeom prst="rect">
            <a:avLst/>
          </a:prstGeom>
          <a:noFill/>
        </p:spPr>
        <p:txBody>
          <a:bodyPr anchorCtr="0" anchor="ctr" bIns="91425" lIns="91425" spcFirstLastPara="1" rIns="91425" wrap="square" tIns="91425">
            <a:noAutofit/>
          </a:bodyPr>
          <a:lstStyle>
            <a:lvl1pPr lvl="0">
              <a:spcBef>
                <a:spcPts val="0"/>
              </a:spcBef>
              <a:spcAft>
                <a:spcPts val="0"/>
              </a:spcAft>
              <a:buClr>
                <a:schemeClr val="lt1"/>
              </a:buClr>
              <a:buSzPts val="6000"/>
              <a:buNone/>
              <a:defRPr sz="4500">
                <a:solidFill>
                  <a:schemeClr val="accent6"/>
                </a:solidFill>
                <a:latin typeface="Lexend Mega Light"/>
                <a:ea typeface="Lexend Mega Light"/>
                <a:cs typeface="Lexend Mega Light"/>
                <a:sym typeface="Lexend Mega Light"/>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562" name="Google Shape;562;p47"/>
          <p:cNvSpPr txBox="1"/>
          <p:nvPr>
            <p:ph idx="3" type="subTitle"/>
          </p:nvPr>
        </p:nvSpPr>
        <p:spPr>
          <a:xfrm>
            <a:off x="2231237" y="1496459"/>
            <a:ext cx="4681500" cy="4188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dk1"/>
              </a:buClr>
              <a:buSzPts val="1200"/>
              <a:buFont typeface="PT Sans"/>
              <a:buNone/>
              <a:defRPr>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563" name="Google Shape;563;p47"/>
          <p:cNvSpPr txBox="1"/>
          <p:nvPr>
            <p:ph hasCustomPrompt="1" idx="4" type="title"/>
          </p:nvPr>
        </p:nvSpPr>
        <p:spPr>
          <a:xfrm>
            <a:off x="2231237" y="3422333"/>
            <a:ext cx="4681500" cy="768900"/>
          </a:xfrm>
          <a:prstGeom prst="rect">
            <a:avLst/>
          </a:prstGeom>
          <a:noFill/>
        </p:spPr>
        <p:txBody>
          <a:bodyPr anchorCtr="0" anchor="ctr" bIns="91425" lIns="91425" spcFirstLastPara="1" rIns="91425" wrap="square" tIns="91425">
            <a:noAutofit/>
          </a:bodyPr>
          <a:lstStyle>
            <a:lvl1pPr lvl="0">
              <a:spcBef>
                <a:spcPts val="0"/>
              </a:spcBef>
              <a:spcAft>
                <a:spcPts val="0"/>
              </a:spcAft>
              <a:buClr>
                <a:schemeClr val="lt1"/>
              </a:buClr>
              <a:buSzPts val="6000"/>
              <a:buNone/>
              <a:defRPr sz="4500">
                <a:solidFill>
                  <a:schemeClr val="accent6"/>
                </a:solidFill>
                <a:latin typeface="Lexend Mega Light"/>
                <a:ea typeface="Lexend Mega Light"/>
                <a:cs typeface="Lexend Mega Light"/>
                <a:sym typeface="Lexend Mega Light"/>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564" name="Google Shape;564;p47"/>
          <p:cNvSpPr txBox="1"/>
          <p:nvPr>
            <p:ph idx="5" type="subTitle"/>
          </p:nvPr>
        </p:nvSpPr>
        <p:spPr>
          <a:xfrm>
            <a:off x="2231237" y="4191230"/>
            <a:ext cx="4681500" cy="4188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dk1"/>
              </a:buClr>
              <a:buSzPts val="1200"/>
              <a:buFont typeface="PT Sans"/>
              <a:buNone/>
              <a:defRPr>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565" name="Shape 565"/>
        <p:cNvGrpSpPr/>
        <p:nvPr/>
      </p:nvGrpSpPr>
      <p:grpSpPr>
        <a:xfrm>
          <a:off x="0" y="0"/>
          <a:ext cx="0" cy="0"/>
          <a:chOff x="0" y="0"/>
          <a:chExt cx="0" cy="0"/>
        </a:xfrm>
      </p:grpSpPr>
      <p:sp>
        <p:nvSpPr>
          <p:cNvPr id="566" name="Google Shape;566;p4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300"/>
              <a:buNone/>
              <a:defRPr/>
            </a:lvl1pPr>
            <a:lvl2pPr lvl="1">
              <a:spcBef>
                <a:spcPts val="0"/>
              </a:spcBef>
              <a:spcAft>
                <a:spcPts val="0"/>
              </a:spcAft>
              <a:buSzPts val="2300"/>
              <a:buNone/>
              <a:defRPr/>
            </a:lvl2pPr>
            <a:lvl3pPr lvl="2">
              <a:spcBef>
                <a:spcPts val="0"/>
              </a:spcBef>
              <a:spcAft>
                <a:spcPts val="0"/>
              </a:spcAft>
              <a:buSzPts val="2300"/>
              <a:buNone/>
              <a:defRPr/>
            </a:lvl3pPr>
            <a:lvl4pPr lvl="3">
              <a:spcBef>
                <a:spcPts val="0"/>
              </a:spcBef>
              <a:spcAft>
                <a:spcPts val="0"/>
              </a:spcAft>
              <a:buSzPts val="2300"/>
              <a:buNone/>
              <a:defRPr/>
            </a:lvl4pPr>
            <a:lvl5pPr lvl="4">
              <a:spcBef>
                <a:spcPts val="0"/>
              </a:spcBef>
              <a:spcAft>
                <a:spcPts val="0"/>
              </a:spcAft>
              <a:buSzPts val="2300"/>
              <a:buNone/>
              <a:defRPr/>
            </a:lvl5pPr>
            <a:lvl6pPr lvl="5">
              <a:spcBef>
                <a:spcPts val="0"/>
              </a:spcBef>
              <a:spcAft>
                <a:spcPts val="0"/>
              </a:spcAft>
              <a:buSzPts val="2300"/>
              <a:buNone/>
              <a:defRPr/>
            </a:lvl6pPr>
            <a:lvl7pPr lvl="6">
              <a:spcBef>
                <a:spcPts val="0"/>
              </a:spcBef>
              <a:spcAft>
                <a:spcPts val="0"/>
              </a:spcAft>
              <a:buSzPts val="2300"/>
              <a:buNone/>
              <a:defRPr/>
            </a:lvl7pPr>
            <a:lvl8pPr lvl="7">
              <a:spcBef>
                <a:spcPts val="0"/>
              </a:spcBef>
              <a:spcAft>
                <a:spcPts val="0"/>
              </a:spcAft>
              <a:buSzPts val="2300"/>
              <a:buNone/>
              <a:defRPr/>
            </a:lvl8pPr>
            <a:lvl9pPr lvl="8">
              <a:spcBef>
                <a:spcPts val="0"/>
              </a:spcBef>
              <a:spcAft>
                <a:spcPts val="0"/>
              </a:spcAft>
              <a:buSzPts val="23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567" name="Shape 567"/>
        <p:cNvGrpSpPr/>
        <p:nvPr/>
      </p:nvGrpSpPr>
      <p:grpSpPr>
        <a:xfrm>
          <a:off x="0" y="0"/>
          <a:ext cx="0" cy="0"/>
          <a:chOff x="0" y="0"/>
          <a:chExt cx="0" cy="0"/>
        </a:xfrm>
      </p:grpSpPr>
      <p:sp>
        <p:nvSpPr>
          <p:cNvPr id="568" name="Google Shape;568;p4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300"/>
              <a:buNone/>
              <a:defRPr/>
            </a:lvl1pPr>
            <a:lvl2pPr lvl="1">
              <a:spcBef>
                <a:spcPts val="0"/>
              </a:spcBef>
              <a:spcAft>
                <a:spcPts val="0"/>
              </a:spcAft>
              <a:buSzPts val="2300"/>
              <a:buNone/>
              <a:defRPr/>
            </a:lvl2pPr>
            <a:lvl3pPr lvl="2">
              <a:spcBef>
                <a:spcPts val="0"/>
              </a:spcBef>
              <a:spcAft>
                <a:spcPts val="0"/>
              </a:spcAft>
              <a:buSzPts val="2300"/>
              <a:buNone/>
              <a:defRPr/>
            </a:lvl3pPr>
            <a:lvl4pPr lvl="3">
              <a:spcBef>
                <a:spcPts val="0"/>
              </a:spcBef>
              <a:spcAft>
                <a:spcPts val="0"/>
              </a:spcAft>
              <a:buSzPts val="2300"/>
              <a:buNone/>
              <a:defRPr/>
            </a:lvl4pPr>
            <a:lvl5pPr lvl="4">
              <a:spcBef>
                <a:spcPts val="0"/>
              </a:spcBef>
              <a:spcAft>
                <a:spcPts val="0"/>
              </a:spcAft>
              <a:buSzPts val="2300"/>
              <a:buNone/>
              <a:defRPr/>
            </a:lvl5pPr>
            <a:lvl6pPr lvl="5">
              <a:spcBef>
                <a:spcPts val="0"/>
              </a:spcBef>
              <a:spcAft>
                <a:spcPts val="0"/>
              </a:spcAft>
              <a:buSzPts val="2300"/>
              <a:buNone/>
              <a:defRPr/>
            </a:lvl6pPr>
            <a:lvl7pPr lvl="6">
              <a:spcBef>
                <a:spcPts val="0"/>
              </a:spcBef>
              <a:spcAft>
                <a:spcPts val="0"/>
              </a:spcAft>
              <a:buSzPts val="2300"/>
              <a:buNone/>
              <a:defRPr/>
            </a:lvl7pPr>
            <a:lvl8pPr lvl="7">
              <a:spcBef>
                <a:spcPts val="0"/>
              </a:spcBef>
              <a:spcAft>
                <a:spcPts val="0"/>
              </a:spcAft>
              <a:buSzPts val="2300"/>
              <a:buNone/>
              <a:defRPr/>
            </a:lvl8pPr>
            <a:lvl9pPr lvl="8">
              <a:spcBef>
                <a:spcPts val="0"/>
              </a:spcBef>
              <a:spcAft>
                <a:spcPts val="0"/>
              </a:spcAft>
              <a:buSzPts val="2300"/>
              <a:buNone/>
              <a:defRPr/>
            </a:lvl9pPr>
          </a:lstStyle>
          <a:p/>
        </p:txBody>
      </p:sp>
      <p:grpSp>
        <p:nvGrpSpPr>
          <p:cNvPr id="569" name="Google Shape;569;p49"/>
          <p:cNvGrpSpPr/>
          <p:nvPr/>
        </p:nvGrpSpPr>
        <p:grpSpPr>
          <a:xfrm>
            <a:off x="280375" y="186925"/>
            <a:ext cx="8583300" cy="4769475"/>
            <a:chOff x="280375" y="186925"/>
            <a:chExt cx="8583300" cy="4769475"/>
          </a:xfrm>
        </p:grpSpPr>
        <p:sp>
          <p:nvSpPr>
            <p:cNvPr id="570" name="Google Shape;570;p49"/>
            <p:cNvSpPr/>
            <p:nvPr/>
          </p:nvSpPr>
          <p:spPr>
            <a:xfrm>
              <a:off x="8676775"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71" name="Google Shape;571;p49"/>
            <p:cNvSpPr/>
            <p:nvPr/>
          </p:nvSpPr>
          <p:spPr>
            <a:xfrm flipH="1">
              <a:off x="280375"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572" name="Shape 572"/>
        <p:cNvGrpSpPr/>
        <p:nvPr/>
      </p:nvGrpSpPr>
      <p:grpSpPr>
        <a:xfrm>
          <a:off x="0" y="0"/>
          <a:ext cx="0" cy="0"/>
          <a:chOff x="0" y="0"/>
          <a:chExt cx="0" cy="0"/>
        </a:xfrm>
      </p:grpSpPr>
      <p:sp>
        <p:nvSpPr>
          <p:cNvPr id="573" name="Google Shape;573;p50"/>
          <p:cNvSpPr txBox="1"/>
          <p:nvPr>
            <p:ph type="title"/>
          </p:nvPr>
        </p:nvSpPr>
        <p:spPr>
          <a:xfrm>
            <a:off x="621850" y="623850"/>
            <a:ext cx="4898400" cy="1058700"/>
          </a:xfrm>
          <a:prstGeom prst="rect">
            <a:avLst/>
          </a:prstGeom>
        </p:spPr>
        <p:txBody>
          <a:bodyPr anchorCtr="0" anchor="b" bIns="91425" lIns="91425" spcFirstLastPara="1" rIns="91425" wrap="square" tIns="91425">
            <a:noAutofit/>
          </a:bodyPr>
          <a:lstStyle>
            <a:lvl1pPr lvl="0">
              <a:spcBef>
                <a:spcPts val="0"/>
              </a:spcBef>
              <a:spcAft>
                <a:spcPts val="0"/>
              </a:spcAft>
              <a:buSzPts val="2300"/>
              <a:buNone/>
              <a:defRPr sz="6000"/>
            </a:lvl1pPr>
            <a:lvl2pPr lvl="1">
              <a:spcBef>
                <a:spcPts val="0"/>
              </a:spcBef>
              <a:spcAft>
                <a:spcPts val="0"/>
              </a:spcAft>
              <a:buSzPts val="2300"/>
              <a:buNone/>
              <a:defRPr/>
            </a:lvl2pPr>
            <a:lvl3pPr lvl="2">
              <a:spcBef>
                <a:spcPts val="0"/>
              </a:spcBef>
              <a:spcAft>
                <a:spcPts val="0"/>
              </a:spcAft>
              <a:buSzPts val="2300"/>
              <a:buNone/>
              <a:defRPr/>
            </a:lvl3pPr>
            <a:lvl4pPr lvl="3">
              <a:spcBef>
                <a:spcPts val="0"/>
              </a:spcBef>
              <a:spcAft>
                <a:spcPts val="0"/>
              </a:spcAft>
              <a:buSzPts val="2300"/>
              <a:buNone/>
              <a:defRPr/>
            </a:lvl4pPr>
            <a:lvl5pPr lvl="4">
              <a:spcBef>
                <a:spcPts val="0"/>
              </a:spcBef>
              <a:spcAft>
                <a:spcPts val="0"/>
              </a:spcAft>
              <a:buSzPts val="2300"/>
              <a:buNone/>
              <a:defRPr/>
            </a:lvl5pPr>
            <a:lvl6pPr lvl="5">
              <a:spcBef>
                <a:spcPts val="0"/>
              </a:spcBef>
              <a:spcAft>
                <a:spcPts val="0"/>
              </a:spcAft>
              <a:buSzPts val="2300"/>
              <a:buNone/>
              <a:defRPr/>
            </a:lvl6pPr>
            <a:lvl7pPr lvl="6">
              <a:spcBef>
                <a:spcPts val="0"/>
              </a:spcBef>
              <a:spcAft>
                <a:spcPts val="0"/>
              </a:spcAft>
              <a:buSzPts val="2300"/>
              <a:buNone/>
              <a:defRPr/>
            </a:lvl7pPr>
            <a:lvl8pPr lvl="7">
              <a:spcBef>
                <a:spcPts val="0"/>
              </a:spcBef>
              <a:spcAft>
                <a:spcPts val="0"/>
              </a:spcAft>
              <a:buSzPts val="2300"/>
              <a:buNone/>
              <a:defRPr/>
            </a:lvl8pPr>
            <a:lvl9pPr lvl="8">
              <a:spcBef>
                <a:spcPts val="0"/>
              </a:spcBef>
              <a:spcAft>
                <a:spcPts val="0"/>
              </a:spcAft>
              <a:buSzPts val="2300"/>
              <a:buNone/>
              <a:defRPr/>
            </a:lvl9pPr>
          </a:lstStyle>
          <a:p/>
        </p:txBody>
      </p:sp>
      <p:sp>
        <p:nvSpPr>
          <p:cNvPr id="574" name="Google Shape;574;p50"/>
          <p:cNvSpPr txBox="1"/>
          <p:nvPr>
            <p:ph idx="1" type="subTitle"/>
          </p:nvPr>
        </p:nvSpPr>
        <p:spPr>
          <a:xfrm>
            <a:off x="847000" y="1714199"/>
            <a:ext cx="4448100" cy="825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400"/>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575" name="Google Shape;575;p50"/>
          <p:cNvSpPr txBox="1"/>
          <p:nvPr/>
        </p:nvSpPr>
        <p:spPr>
          <a:xfrm>
            <a:off x="847000" y="3514950"/>
            <a:ext cx="53205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200">
                <a:solidFill>
                  <a:schemeClr val="dk1"/>
                </a:solidFill>
                <a:latin typeface="Epilogue"/>
                <a:ea typeface="Epilogue"/>
                <a:cs typeface="Epilogue"/>
                <a:sym typeface="Epilogue"/>
              </a:rPr>
              <a:t>CREDITS:</a:t>
            </a:r>
            <a:r>
              <a:rPr lang="en" sz="1200">
                <a:solidFill>
                  <a:schemeClr val="dk1"/>
                </a:solidFill>
                <a:latin typeface="Epilogue"/>
                <a:ea typeface="Epilogue"/>
                <a:cs typeface="Epilogue"/>
                <a:sym typeface="Epilogue"/>
              </a:rPr>
              <a:t> This presentation template was created by </a:t>
            </a:r>
            <a:r>
              <a:rPr b="1" lang="en" sz="1200" u="sng">
                <a:solidFill>
                  <a:schemeClr val="hlink"/>
                </a:solidFill>
                <a:latin typeface="Epilogue"/>
                <a:ea typeface="Epilogue"/>
                <a:cs typeface="Epilogue"/>
                <a:sym typeface="Epilogue"/>
                <a:hlinkClick r:id="rId2"/>
              </a:rPr>
              <a:t>Slidesgo</a:t>
            </a:r>
            <a:r>
              <a:rPr lang="en" sz="1200">
                <a:solidFill>
                  <a:schemeClr val="dk1"/>
                </a:solidFill>
                <a:latin typeface="Epilogue"/>
                <a:ea typeface="Epilogue"/>
                <a:cs typeface="Epilogue"/>
                <a:sym typeface="Epilogue"/>
              </a:rPr>
              <a:t>, and includes icons by </a:t>
            </a:r>
            <a:r>
              <a:rPr b="1" lang="en" sz="1200" u="sng">
                <a:solidFill>
                  <a:schemeClr val="dk1"/>
                </a:solidFill>
                <a:latin typeface="Epilogue"/>
                <a:ea typeface="Epilogue"/>
                <a:cs typeface="Epilogue"/>
                <a:sym typeface="Epilogue"/>
                <a:hlinkClick r:id="rId3">
                  <a:extLst>
                    <a:ext uri="{A12FA001-AC4F-418D-AE19-62706E023703}">
                      <ahyp:hlinkClr val="tx"/>
                    </a:ext>
                  </a:extLst>
                </a:hlinkClick>
              </a:rPr>
              <a:t>Flaticon</a:t>
            </a:r>
            <a:r>
              <a:rPr lang="en" sz="1200">
                <a:solidFill>
                  <a:schemeClr val="dk1"/>
                </a:solidFill>
                <a:latin typeface="Epilogue"/>
                <a:ea typeface="Epilogue"/>
                <a:cs typeface="Epilogue"/>
                <a:sym typeface="Epilogue"/>
              </a:rPr>
              <a:t>, and infographics &amp; images by </a:t>
            </a:r>
            <a:r>
              <a:rPr b="1" lang="en" sz="1200" u="sng">
                <a:solidFill>
                  <a:schemeClr val="dk1"/>
                </a:solidFill>
                <a:latin typeface="Epilogue"/>
                <a:ea typeface="Epilogue"/>
                <a:cs typeface="Epilogue"/>
                <a:sym typeface="Epilogue"/>
                <a:hlinkClick r:id="rId4">
                  <a:extLst>
                    <a:ext uri="{A12FA001-AC4F-418D-AE19-62706E023703}">
                      <ahyp:hlinkClr val="tx"/>
                    </a:ext>
                  </a:extLst>
                </a:hlinkClick>
              </a:rPr>
              <a:t>Freepik</a:t>
            </a:r>
            <a:r>
              <a:rPr lang="en" sz="1200" u="sng">
                <a:solidFill>
                  <a:schemeClr val="dk1"/>
                </a:solidFill>
                <a:latin typeface="Epilogue"/>
                <a:ea typeface="Epilogue"/>
                <a:cs typeface="Epilogue"/>
                <a:sym typeface="Epilogue"/>
              </a:rPr>
              <a:t> </a:t>
            </a:r>
            <a:endParaRPr b="1" sz="1200" u="sng">
              <a:solidFill>
                <a:schemeClr val="dk1"/>
              </a:solidFill>
              <a:latin typeface="Epilogue"/>
              <a:ea typeface="Epilogue"/>
              <a:cs typeface="Epilogue"/>
              <a:sym typeface="Epilogue"/>
            </a:endParaRPr>
          </a:p>
        </p:txBody>
      </p:sp>
      <p:grpSp>
        <p:nvGrpSpPr>
          <p:cNvPr id="576" name="Google Shape;576;p50"/>
          <p:cNvGrpSpPr/>
          <p:nvPr/>
        </p:nvGrpSpPr>
        <p:grpSpPr>
          <a:xfrm flipH="1" rot="10800000">
            <a:off x="280375" y="186925"/>
            <a:ext cx="8583300" cy="4769475"/>
            <a:chOff x="280375" y="186925"/>
            <a:chExt cx="8583300" cy="4769475"/>
          </a:xfrm>
        </p:grpSpPr>
        <p:grpSp>
          <p:nvGrpSpPr>
            <p:cNvPr id="577" name="Google Shape;577;p50"/>
            <p:cNvGrpSpPr/>
            <p:nvPr/>
          </p:nvGrpSpPr>
          <p:grpSpPr>
            <a:xfrm>
              <a:off x="280375" y="4769500"/>
              <a:ext cx="1287008" cy="186900"/>
              <a:chOff x="280375" y="4769500"/>
              <a:chExt cx="1287008" cy="186900"/>
            </a:xfrm>
          </p:grpSpPr>
          <p:sp>
            <p:nvSpPr>
              <p:cNvPr id="578" name="Google Shape;578;p50"/>
              <p:cNvSpPr/>
              <p:nvPr/>
            </p:nvSpPr>
            <p:spPr>
              <a:xfrm rot="10800000">
                <a:off x="1380483"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79" name="Google Shape;579;p50"/>
              <p:cNvSpPr/>
              <p:nvPr/>
            </p:nvSpPr>
            <p:spPr>
              <a:xfrm rot="10800000">
                <a:off x="1013781"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80" name="Google Shape;580;p50"/>
              <p:cNvSpPr/>
              <p:nvPr/>
            </p:nvSpPr>
            <p:spPr>
              <a:xfrm rot="10800000">
                <a:off x="647078" y="4769500"/>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81" name="Google Shape;581;p50"/>
              <p:cNvSpPr/>
              <p:nvPr/>
            </p:nvSpPr>
            <p:spPr>
              <a:xfrm rot="10800000">
                <a:off x="280375" y="4769500"/>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582" name="Google Shape;582;p50"/>
            <p:cNvGrpSpPr/>
            <p:nvPr/>
          </p:nvGrpSpPr>
          <p:grpSpPr>
            <a:xfrm rot="10800000">
              <a:off x="5376450" y="186925"/>
              <a:ext cx="3487225" cy="186900"/>
              <a:chOff x="280375" y="4769500"/>
              <a:chExt cx="3487225" cy="186900"/>
            </a:xfrm>
          </p:grpSpPr>
          <p:sp>
            <p:nvSpPr>
              <p:cNvPr id="583" name="Google Shape;583;p50"/>
              <p:cNvSpPr/>
              <p:nvPr/>
            </p:nvSpPr>
            <p:spPr>
              <a:xfrm flipH="1">
                <a:off x="1747186" y="4769500"/>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84" name="Google Shape;584;p50"/>
              <p:cNvSpPr/>
              <p:nvPr/>
            </p:nvSpPr>
            <p:spPr>
              <a:xfrm flipH="1">
                <a:off x="1380483" y="4769500"/>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85" name="Google Shape;585;p50"/>
              <p:cNvSpPr/>
              <p:nvPr/>
            </p:nvSpPr>
            <p:spPr>
              <a:xfrm flipH="1">
                <a:off x="1013781" y="4769500"/>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86" name="Google Shape;586;p50"/>
              <p:cNvSpPr/>
              <p:nvPr/>
            </p:nvSpPr>
            <p:spPr>
              <a:xfrm flipH="1">
                <a:off x="647078" y="4769500"/>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87" name="Google Shape;587;p50"/>
              <p:cNvSpPr/>
              <p:nvPr/>
            </p:nvSpPr>
            <p:spPr>
              <a:xfrm flipH="1">
                <a:off x="280375" y="4769500"/>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88" name="Google Shape;588;p50"/>
              <p:cNvSpPr/>
              <p:nvPr/>
            </p:nvSpPr>
            <p:spPr>
              <a:xfrm flipH="1">
                <a:off x="3580700"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89" name="Google Shape;589;p50"/>
              <p:cNvSpPr/>
              <p:nvPr/>
            </p:nvSpPr>
            <p:spPr>
              <a:xfrm flipH="1">
                <a:off x="3213997"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90" name="Google Shape;590;p50"/>
              <p:cNvSpPr/>
              <p:nvPr/>
            </p:nvSpPr>
            <p:spPr>
              <a:xfrm flipH="1">
                <a:off x="2847294"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91" name="Google Shape;591;p50"/>
              <p:cNvSpPr/>
              <p:nvPr/>
            </p:nvSpPr>
            <p:spPr>
              <a:xfrm flipH="1">
                <a:off x="2480592"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92" name="Google Shape;592;p50"/>
              <p:cNvSpPr/>
              <p:nvPr/>
            </p:nvSpPr>
            <p:spPr>
              <a:xfrm flipH="1">
                <a:off x="2113889"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593" name="Shape 593"/>
        <p:cNvGrpSpPr/>
        <p:nvPr/>
      </p:nvGrpSpPr>
      <p:grpSpPr>
        <a:xfrm>
          <a:off x="0" y="0"/>
          <a:ext cx="0" cy="0"/>
          <a:chOff x="0" y="0"/>
          <a:chExt cx="0" cy="0"/>
        </a:xfrm>
      </p:grpSpPr>
      <p:grpSp>
        <p:nvGrpSpPr>
          <p:cNvPr id="594" name="Google Shape;594;p51"/>
          <p:cNvGrpSpPr/>
          <p:nvPr/>
        </p:nvGrpSpPr>
        <p:grpSpPr>
          <a:xfrm>
            <a:off x="2828413" y="186925"/>
            <a:ext cx="3487225" cy="4769475"/>
            <a:chOff x="2828413" y="186925"/>
            <a:chExt cx="3487225" cy="4769475"/>
          </a:xfrm>
        </p:grpSpPr>
        <p:grpSp>
          <p:nvGrpSpPr>
            <p:cNvPr id="595" name="Google Shape;595;p51"/>
            <p:cNvGrpSpPr/>
            <p:nvPr/>
          </p:nvGrpSpPr>
          <p:grpSpPr>
            <a:xfrm>
              <a:off x="2828413" y="186925"/>
              <a:ext cx="3487225" cy="186900"/>
              <a:chOff x="5376450" y="186925"/>
              <a:chExt cx="3487225" cy="186900"/>
            </a:xfrm>
          </p:grpSpPr>
          <p:sp>
            <p:nvSpPr>
              <p:cNvPr id="596" name="Google Shape;596;p51"/>
              <p:cNvSpPr/>
              <p:nvPr/>
            </p:nvSpPr>
            <p:spPr>
              <a:xfrm>
                <a:off x="7209964" y="186925"/>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97" name="Google Shape;597;p51"/>
              <p:cNvSpPr/>
              <p:nvPr/>
            </p:nvSpPr>
            <p:spPr>
              <a:xfrm>
                <a:off x="7576667" y="186925"/>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98" name="Google Shape;598;p51"/>
              <p:cNvSpPr/>
              <p:nvPr/>
            </p:nvSpPr>
            <p:spPr>
              <a:xfrm>
                <a:off x="7943369" y="186925"/>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99" name="Google Shape;599;p51"/>
              <p:cNvSpPr/>
              <p:nvPr/>
            </p:nvSpPr>
            <p:spPr>
              <a:xfrm>
                <a:off x="8310072" y="186925"/>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00" name="Google Shape;600;p51"/>
              <p:cNvSpPr/>
              <p:nvPr/>
            </p:nvSpPr>
            <p:spPr>
              <a:xfrm>
                <a:off x="8676775" y="186925"/>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01" name="Google Shape;601;p51"/>
              <p:cNvSpPr/>
              <p:nvPr/>
            </p:nvSpPr>
            <p:spPr>
              <a:xfrm>
                <a:off x="5376450"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02" name="Google Shape;602;p51"/>
              <p:cNvSpPr/>
              <p:nvPr/>
            </p:nvSpPr>
            <p:spPr>
              <a:xfrm>
                <a:off x="5743153"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03" name="Google Shape;603;p51"/>
              <p:cNvSpPr/>
              <p:nvPr/>
            </p:nvSpPr>
            <p:spPr>
              <a:xfrm>
                <a:off x="6109856"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04" name="Google Shape;604;p51"/>
              <p:cNvSpPr/>
              <p:nvPr/>
            </p:nvSpPr>
            <p:spPr>
              <a:xfrm>
                <a:off x="6476558"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05" name="Google Shape;605;p51"/>
              <p:cNvSpPr/>
              <p:nvPr/>
            </p:nvSpPr>
            <p:spPr>
              <a:xfrm>
                <a:off x="6843261"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606" name="Google Shape;606;p51"/>
            <p:cNvGrpSpPr/>
            <p:nvPr/>
          </p:nvGrpSpPr>
          <p:grpSpPr>
            <a:xfrm>
              <a:off x="2828413" y="4769500"/>
              <a:ext cx="3487225" cy="186900"/>
              <a:chOff x="280375" y="4769500"/>
              <a:chExt cx="3487225" cy="186900"/>
            </a:xfrm>
          </p:grpSpPr>
          <p:sp>
            <p:nvSpPr>
              <p:cNvPr id="607" name="Google Shape;607;p51"/>
              <p:cNvSpPr/>
              <p:nvPr/>
            </p:nvSpPr>
            <p:spPr>
              <a:xfrm flipH="1">
                <a:off x="1747186" y="4769500"/>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08" name="Google Shape;608;p51"/>
              <p:cNvSpPr/>
              <p:nvPr/>
            </p:nvSpPr>
            <p:spPr>
              <a:xfrm flipH="1">
                <a:off x="1380483" y="4769500"/>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09" name="Google Shape;609;p51"/>
              <p:cNvSpPr/>
              <p:nvPr/>
            </p:nvSpPr>
            <p:spPr>
              <a:xfrm flipH="1">
                <a:off x="1013781" y="4769500"/>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10" name="Google Shape;610;p51"/>
              <p:cNvSpPr/>
              <p:nvPr/>
            </p:nvSpPr>
            <p:spPr>
              <a:xfrm flipH="1">
                <a:off x="647078" y="4769500"/>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11" name="Google Shape;611;p51"/>
              <p:cNvSpPr/>
              <p:nvPr/>
            </p:nvSpPr>
            <p:spPr>
              <a:xfrm flipH="1">
                <a:off x="280375" y="4769500"/>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12" name="Google Shape;612;p51"/>
              <p:cNvSpPr/>
              <p:nvPr/>
            </p:nvSpPr>
            <p:spPr>
              <a:xfrm flipH="1">
                <a:off x="3580700"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13" name="Google Shape;613;p51"/>
              <p:cNvSpPr/>
              <p:nvPr/>
            </p:nvSpPr>
            <p:spPr>
              <a:xfrm flipH="1">
                <a:off x="3213997"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14" name="Google Shape;614;p51"/>
              <p:cNvSpPr/>
              <p:nvPr/>
            </p:nvSpPr>
            <p:spPr>
              <a:xfrm flipH="1">
                <a:off x="2847294"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15" name="Google Shape;615;p51"/>
              <p:cNvSpPr/>
              <p:nvPr/>
            </p:nvSpPr>
            <p:spPr>
              <a:xfrm flipH="1">
                <a:off x="2480592"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16" name="Google Shape;616;p51"/>
              <p:cNvSpPr/>
              <p:nvPr/>
            </p:nvSpPr>
            <p:spPr>
              <a:xfrm flipH="1">
                <a:off x="2113889"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617" name="Shape 617"/>
        <p:cNvGrpSpPr/>
        <p:nvPr/>
      </p:nvGrpSpPr>
      <p:grpSpPr>
        <a:xfrm>
          <a:off x="0" y="0"/>
          <a:ext cx="0" cy="0"/>
          <a:chOff x="0" y="0"/>
          <a:chExt cx="0" cy="0"/>
        </a:xfrm>
      </p:grpSpPr>
      <p:grpSp>
        <p:nvGrpSpPr>
          <p:cNvPr id="618" name="Google Shape;618;p52"/>
          <p:cNvGrpSpPr/>
          <p:nvPr/>
        </p:nvGrpSpPr>
        <p:grpSpPr>
          <a:xfrm>
            <a:off x="280300" y="186472"/>
            <a:ext cx="8584025" cy="4769794"/>
            <a:chOff x="280300" y="186472"/>
            <a:chExt cx="8584025" cy="4769794"/>
          </a:xfrm>
        </p:grpSpPr>
        <p:grpSp>
          <p:nvGrpSpPr>
            <p:cNvPr id="619" name="Google Shape;619;p52"/>
            <p:cNvGrpSpPr/>
            <p:nvPr/>
          </p:nvGrpSpPr>
          <p:grpSpPr>
            <a:xfrm rot="-5400000">
              <a:off x="8122265" y="741631"/>
              <a:ext cx="1297219" cy="186900"/>
              <a:chOff x="280300" y="186475"/>
              <a:chExt cx="1297219" cy="186900"/>
            </a:xfrm>
          </p:grpSpPr>
          <p:grpSp>
            <p:nvGrpSpPr>
              <p:cNvPr id="620" name="Google Shape;620;p52"/>
              <p:cNvGrpSpPr/>
              <p:nvPr/>
            </p:nvGrpSpPr>
            <p:grpSpPr>
              <a:xfrm flipH="1">
                <a:off x="280300" y="186475"/>
                <a:ext cx="553603" cy="186900"/>
                <a:chOff x="3213997" y="4769500"/>
                <a:chExt cx="553603" cy="186900"/>
              </a:xfrm>
            </p:grpSpPr>
            <p:sp>
              <p:nvSpPr>
                <p:cNvPr id="621" name="Google Shape;621;p52"/>
                <p:cNvSpPr/>
                <p:nvPr/>
              </p:nvSpPr>
              <p:spPr>
                <a:xfrm flipH="1">
                  <a:off x="3580700"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22" name="Google Shape;622;p52"/>
                <p:cNvSpPr/>
                <p:nvPr/>
              </p:nvSpPr>
              <p:spPr>
                <a:xfrm flipH="1">
                  <a:off x="3213997"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623" name="Google Shape;623;p52"/>
              <p:cNvGrpSpPr/>
              <p:nvPr/>
            </p:nvGrpSpPr>
            <p:grpSpPr>
              <a:xfrm flipH="1">
                <a:off x="1023916" y="186475"/>
                <a:ext cx="553603" cy="186900"/>
                <a:chOff x="3213997" y="4769500"/>
                <a:chExt cx="553603" cy="186900"/>
              </a:xfrm>
            </p:grpSpPr>
            <p:sp>
              <p:nvSpPr>
                <p:cNvPr id="624" name="Google Shape;624;p52"/>
                <p:cNvSpPr/>
                <p:nvPr/>
              </p:nvSpPr>
              <p:spPr>
                <a:xfrm flipH="1">
                  <a:off x="3580700" y="4769500"/>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25" name="Google Shape;625;p52"/>
                <p:cNvSpPr/>
                <p:nvPr/>
              </p:nvSpPr>
              <p:spPr>
                <a:xfrm flipH="1">
                  <a:off x="3213997" y="4769500"/>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grpSp>
          <p:nvGrpSpPr>
            <p:cNvPr id="626" name="Google Shape;626;p52"/>
            <p:cNvGrpSpPr/>
            <p:nvPr/>
          </p:nvGrpSpPr>
          <p:grpSpPr>
            <a:xfrm flipH="1" rot="-5400000">
              <a:off x="-274860" y="4214206"/>
              <a:ext cx="1297219" cy="186900"/>
              <a:chOff x="280300" y="186475"/>
              <a:chExt cx="1297219" cy="186900"/>
            </a:xfrm>
          </p:grpSpPr>
          <p:grpSp>
            <p:nvGrpSpPr>
              <p:cNvPr id="627" name="Google Shape;627;p52"/>
              <p:cNvGrpSpPr/>
              <p:nvPr/>
            </p:nvGrpSpPr>
            <p:grpSpPr>
              <a:xfrm flipH="1">
                <a:off x="280300" y="186475"/>
                <a:ext cx="553603" cy="186900"/>
                <a:chOff x="3213997" y="4769500"/>
                <a:chExt cx="553603" cy="186900"/>
              </a:xfrm>
            </p:grpSpPr>
            <p:sp>
              <p:nvSpPr>
                <p:cNvPr id="628" name="Google Shape;628;p52"/>
                <p:cNvSpPr/>
                <p:nvPr/>
              </p:nvSpPr>
              <p:spPr>
                <a:xfrm flipH="1">
                  <a:off x="3580700"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29" name="Google Shape;629;p52"/>
                <p:cNvSpPr/>
                <p:nvPr/>
              </p:nvSpPr>
              <p:spPr>
                <a:xfrm flipH="1">
                  <a:off x="3213997"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630" name="Google Shape;630;p52"/>
              <p:cNvGrpSpPr/>
              <p:nvPr/>
            </p:nvGrpSpPr>
            <p:grpSpPr>
              <a:xfrm flipH="1">
                <a:off x="1023916" y="186475"/>
                <a:ext cx="553603" cy="186900"/>
                <a:chOff x="3213997" y="4769500"/>
                <a:chExt cx="553603" cy="186900"/>
              </a:xfrm>
            </p:grpSpPr>
            <p:sp>
              <p:nvSpPr>
                <p:cNvPr id="631" name="Google Shape;631;p52"/>
                <p:cNvSpPr/>
                <p:nvPr/>
              </p:nvSpPr>
              <p:spPr>
                <a:xfrm flipH="1">
                  <a:off x="3580700" y="4769500"/>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32" name="Google Shape;632;p52"/>
                <p:cNvSpPr/>
                <p:nvPr/>
              </p:nvSpPr>
              <p:spPr>
                <a:xfrm flipH="1">
                  <a:off x="3213997" y="4769500"/>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gr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36" name="Shape 636"/>
        <p:cNvGrpSpPr/>
        <p:nvPr/>
      </p:nvGrpSpPr>
      <p:grpSpPr>
        <a:xfrm>
          <a:off x="0" y="0"/>
          <a:ext cx="0" cy="0"/>
          <a:chOff x="0" y="0"/>
          <a:chExt cx="0" cy="0"/>
        </a:xfrm>
      </p:grpSpPr>
      <p:sp>
        <p:nvSpPr>
          <p:cNvPr id="637" name="Google Shape;637;p54"/>
          <p:cNvSpPr txBox="1"/>
          <p:nvPr>
            <p:ph type="ctrTitle"/>
          </p:nvPr>
        </p:nvSpPr>
        <p:spPr>
          <a:xfrm>
            <a:off x="713225" y="1042416"/>
            <a:ext cx="7086600" cy="17667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200"/>
              <a:buNone/>
              <a:defRPr sz="5200">
                <a:latin typeface="Russo One"/>
                <a:ea typeface="Russo One"/>
                <a:cs typeface="Russo One"/>
                <a:sym typeface="Russo One"/>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638" name="Google Shape;638;p54"/>
          <p:cNvSpPr txBox="1"/>
          <p:nvPr>
            <p:ph idx="1" type="subTitle"/>
          </p:nvPr>
        </p:nvSpPr>
        <p:spPr>
          <a:xfrm>
            <a:off x="713225" y="3712464"/>
            <a:ext cx="2496300" cy="640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4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639" name="Google Shape;639;p54"/>
          <p:cNvGrpSpPr/>
          <p:nvPr/>
        </p:nvGrpSpPr>
        <p:grpSpPr>
          <a:xfrm>
            <a:off x="280375" y="186925"/>
            <a:ext cx="8583300" cy="4769475"/>
            <a:chOff x="280375" y="186925"/>
            <a:chExt cx="8583300" cy="4769475"/>
          </a:xfrm>
        </p:grpSpPr>
        <p:grpSp>
          <p:nvGrpSpPr>
            <p:cNvPr id="640" name="Google Shape;640;p54"/>
            <p:cNvGrpSpPr/>
            <p:nvPr/>
          </p:nvGrpSpPr>
          <p:grpSpPr>
            <a:xfrm>
              <a:off x="5376450" y="186925"/>
              <a:ext cx="3487225" cy="186900"/>
              <a:chOff x="5376450" y="186925"/>
              <a:chExt cx="3487225" cy="186900"/>
            </a:xfrm>
          </p:grpSpPr>
          <p:sp>
            <p:nvSpPr>
              <p:cNvPr id="641" name="Google Shape;641;p54"/>
              <p:cNvSpPr/>
              <p:nvPr/>
            </p:nvSpPr>
            <p:spPr>
              <a:xfrm>
                <a:off x="7209964" y="186925"/>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42" name="Google Shape;642;p54"/>
              <p:cNvSpPr/>
              <p:nvPr/>
            </p:nvSpPr>
            <p:spPr>
              <a:xfrm>
                <a:off x="7576667" y="186925"/>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43" name="Google Shape;643;p54"/>
              <p:cNvSpPr/>
              <p:nvPr/>
            </p:nvSpPr>
            <p:spPr>
              <a:xfrm>
                <a:off x="7943369" y="186925"/>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44" name="Google Shape;644;p54"/>
              <p:cNvSpPr/>
              <p:nvPr/>
            </p:nvSpPr>
            <p:spPr>
              <a:xfrm>
                <a:off x="8310072" y="186925"/>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45" name="Google Shape;645;p54"/>
              <p:cNvSpPr/>
              <p:nvPr/>
            </p:nvSpPr>
            <p:spPr>
              <a:xfrm>
                <a:off x="8676775" y="186925"/>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46" name="Google Shape;646;p54"/>
              <p:cNvSpPr/>
              <p:nvPr/>
            </p:nvSpPr>
            <p:spPr>
              <a:xfrm>
                <a:off x="5376450"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47" name="Google Shape;647;p54"/>
              <p:cNvSpPr/>
              <p:nvPr/>
            </p:nvSpPr>
            <p:spPr>
              <a:xfrm>
                <a:off x="5743153"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48" name="Google Shape;648;p54"/>
              <p:cNvSpPr/>
              <p:nvPr/>
            </p:nvSpPr>
            <p:spPr>
              <a:xfrm>
                <a:off x="6109856"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49" name="Google Shape;649;p54"/>
              <p:cNvSpPr/>
              <p:nvPr/>
            </p:nvSpPr>
            <p:spPr>
              <a:xfrm>
                <a:off x="6476558"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50" name="Google Shape;650;p54"/>
              <p:cNvSpPr/>
              <p:nvPr/>
            </p:nvSpPr>
            <p:spPr>
              <a:xfrm>
                <a:off x="6843261"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651" name="Google Shape;651;p54"/>
            <p:cNvGrpSpPr/>
            <p:nvPr/>
          </p:nvGrpSpPr>
          <p:grpSpPr>
            <a:xfrm>
              <a:off x="280375" y="4769500"/>
              <a:ext cx="3487225" cy="186900"/>
              <a:chOff x="280375" y="4769500"/>
              <a:chExt cx="3487225" cy="186900"/>
            </a:xfrm>
          </p:grpSpPr>
          <p:sp>
            <p:nvSpPr>
              <p:cNvPr id="652" name="Google Shape;652;p54"/>
              <p:cNvSpPr/>
              <p:nvPr/>
            </p:nvSpPr>
            <p:spPr>
              <a:xfrm flipH="1">
                <a:off x="1747186" y="4769500"/>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53" name="Google Shape;653;p54"/>
              <p:cNvSpPr/>
              <p:nvPr/>
            </p:nvSpPr>
            <p:spPr>
              <a:xfrm flipH="1">
                <a:off x="1380483" y="4769500"/>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54" name="Google Shape;654;p54"/>
              <p:cNvSpPr/>
              <p:nvPr/>
            </p:nvSpPr>
            <p:spPr>
              <a:xfrm flipH="1">
                <a:off x="1013781" y="4769500"/>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55" name="Google Shape;655;p54"/>
              <p:cNvSpPr/>
              <p:nvPr/>
            </p:nvSpPr>
            <p:spPr>
              <a:xfrm flipH="1">
                <a:off x="647078" y="4769500"/>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56" name="Google Shape;656;p54"/>
              <p:cNvSpPr/>
              <p:nvPr/>
            </p:nvSpPr>
            <p:spPr>
              <a:xfrm flipH="1">
                <a:off x="280375" y="4769500"/>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57" name="Google Shape;657;p54"/>
              <p:cNvSpPr/>
              <p:nvPr/>
            </p:nvSpPr>
            <p:spPr>
              <a:xfrm flipH="1">
                <a:off x="3580700"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58" name="Google Shape;658;p54"/>
              <p:cNvSpPr/>
              <p:nvPr/>
            </p:nvSpPr>
            <p:spPr>
              <a:xfrm flipH="1">
                <a:off x="3213997"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59" name="Google Shape;659;p54"/>
              <p:cNvSpPr/>
              <p:nvPr/>
            </p:nvSpPr>
            <p:spPr>
              <a:xfrm flipH="1">
                <a:off x="2847294"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60" name="Google Shape;660;p54"/>
              <p:cNvSpPr/>
              <p:nvPr/>
            </p:nvSpPr>
            <p:spPr>
              <a:xfrm flipH="1">
                <a:off x="2480592"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61" name="Google Shape;661;p54"/>
              <p:cNvSpPr/>
              <p:nvPr/>
            </p:nvSpPr>
            <p:spPr>
              <a:xfrm flipH="1">
                <a:off x="2113889"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62" name="Shape 662"/>
        <p:cNvGrpSpPr/>
        <p:nvPr/>
      </p:nvGrpSpPr>
      <p:grpSpPr>
        <a:xfrm>
          <a:off x="0" y="0"/>
          <a:ext cx="0" cy="0"/>
          <a:chOff x="0" y="0"/>
          <a:chExt cx="0" cy="0"/>
        </a:xfrm>
      </p:grpSpPr>
      <p:sp>
        <p:nvSpPr>
          <p:cNvPr id="663" name="Google Shape;663;p55"/>
          <p:cNvSpPr txBox="1"/>
          <p:nvPr>
            <p:ph type="title"/>
          </p:nvPr>
        </p:nvSpPr>
        <p:spPr>
          <a:xfrm>
            <a:off x="4176338" y="2301363"/>
            <a:ext cx="3878100" cy="1516500"/>
          </a:xfrm>
          <a:prstGeom prst="rect">
            <a:avLst/>
          </a:prstGeom>
        </p:spPr>
        <p:txBody>
          <a:bodyPr anchorCtr="0" anchor="ctr" bIns="91425" lIns="91425" spcFirstLastPara="1" rIns="91425" wrap="square" tIns="91425">
            <a:noAutofit/>
          </a:bodyPr>
          <a:lstStyle>
            <a:lvl1pPr lvl="0" algn="r">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64" name="Google Shape;664;p55"/>
          <p:cNvSpPr txBox="1"/>
          <p:nvPr>
            <p:ph hasCustomPrompt="1" idx="2" type="title"/>
          </p:nvPr>
        </p:nvSpPr>
        <p:spPr>
          <a:xfrm>
            <a:off x="6524674" y="1325463"/>
            <a:ext cx="1529700" cy="841800"/>
          </a:xfrm>
          <a:prstGeom prst="rect">
            <a:avLst/>
          </a:prstGeom>
          <a:noFill/>
        </p:spPr>
        <p:txBody>
          <a:bodyPr anchorCtr="0" anchor="ctr" bIns="91425" lIns="91425" spcFirstLastPara="1" rIns="91425" wrap="square" tIns="91425">
            <a:noAutofit/>
          </a:bodyPr>
          <a:lstStyle>
            <a:lvl1pPr lvl="0" algn="r">
              <a:spcBef>
                <a:spcPts val="0"/>
              </a:spcBef>
              <a:spcAft>
                <a:spcPts val="0"/>
              </a:spcAft>
              <a:buClr>
                <a:schemeClr val="lt1"/>
              </a:buClr>
              <a:buSzPts val="6000"/>
              <a:buNone/>
              <a:defRPr sz="6000">
                <a:solidFill>
                  <a:schemeClr val="accent6"/>
                </a:solidFill>
                <a:latin typeface="Lexend Mega Light"/>
                <a:ea typeface="Lexend Mega Light"/>
                <a:cs typeface="Lexend Mega Light"/>
                <a:sym typeface="Lexend Mega Light"/>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665" name="Google Shape;665;p55"/>
          <p:cNvSpPr/>
          <p:nvPr>
            <p:ph idx="3" type="pic"/>
          </p:nvPr>
        </p:nvSpPr>
        <p:spPr>
          <a:xfrm>
            <a:off x="1089550" y="539913"/>
            <a:ext cx="2760600" cy="4063500"/>
          </a:xfrm>
          <a:prstGeom prst="rect">
            <a:avLst/>
          </a:prstGeom>
          <a:noFill/>
          <a:ln>
            <a:noFill/>
          </a:ln>
        </p:spPr>
      </p:sp>
      <p:grpSp>
        <p:nvGrpSpPr>
          <p:cNvPr id="666" name="Google Shape;666;p55"/>
          <p:cNvGrpSpPr/>
          <p:nvPr/>
        </p:nvGrpSpPr>
        <p:grpSpPr>
          <a:xfrm>
            <a:off x="280375" y="186925"/>
            <a:ext cx="8583300" cy="4769475"/>
            <a:chOff x="280375" y="186925"/>
            <a:chExt cx="8583300" cy="4769475"/>
          </a:xfrm>
        </p:grpSpPr>
        <p:grpSp>
          <p:nvGrpSpPr>
            <p:cNvPr id="667" name="Google Shape;667;p55"/>
            <p:cNvGrpSpPr/>
            <p:nvPr/>
          </p:nvGrpSpPr>
          <p:grpSpPr>
            <a:xfrm flipH="1" rot="10800000">
              <a:off x="5376450" y="4769500"/>
              <a:ext cx="3487225" cy="186900"/>
              <a:chOff x="5376450" y="186925"/>
              <a:chExt cx="3487225" cy="186900"/>
            </a:xfrm>
          </p:grpSpPr>
          <p:sp>
            <p:nvSpPr>
              <p:cNvPr id="668" name="Google Shape;668;p55"/>
              <p:cNvSpPr/>
              <p:nvPr/>
            </p:nvSpPr>
            <p:spPr>
              <a:xfrm>
                <a:off x="7209964" y="186925"/>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69" name="Google Shape;669;p55"/>
              <p:cNvSpPr/>
              <p:nvPr/>
            </p:nvSpPr>
            <p:spPr>
              <a:xfrm>
                <a:off x="7576667" y="186925"/>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70" name="Google Shape;670;p55"/>
              <p:cNvSpPr/>
              <p:nvPr/>
            </p:nvSpPr>
            <p:spPr>
              <a:xfrm>
                <a:off x="7943369" y="186925"/>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71" name="Google Shape;671;p55"/>
              <p:cNvSpPr/>
              <p:nvPr/>
            </p:nvSpPr>
            <p:spPr>
              <a:xfrm>
                <a:off x="8310072" y="186925"/>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72" name="Google Shape;672;p55"/>
              <p:cNvSpPr/>
              <p:nvPr/>
            </p:nvSpPr>
            <p:spPr>
              <a:xfrm>
                <a:off x="8676775" y="186925"/>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73" name="Google Shape;673;p55"/>
              <p:cNvSpPr/>
              <p:nvPr/>
            </p:nvSpPr>
            <p:spPr>
              <a:xfrm>
                <a:off x="5376450"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74" name="Google Shape;674;p55"/>
              <p:cNvSpPr/>
              <p:nvPr/>
            </p:nvSpPr>
            <p:spPr>
              <a:xfrm>
                <a:off x="5743153"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75" name="Google Shape;675;p55"/>
              <p:cNvSpPr/>
              <p:nvPr/>
            </p:nvSpPr>
            <p:spPr>
              <a:xfrm>
                <a:off x="6109856"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76" name="Google Shape;676;p55"/>
              <p:cNvSpPr/>
              <p:nvPr/>
            </p:nvSpPr>
            <p:spPr>
              <a:xfrm>
                <a:off x="6476558"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77" name="Google Shape;677;p55"/>
              <p:cNvSpPr/>
              <p:nvPr/>
            </p:nvSpPr>
            <p:spPr>
              <a:xfrm>
                <a:off x="6843261"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678" name="Google Shape;678;p55"/>
            <p:cNvGrpSpPr/>
            <p:nvPr/>
          </p:nvGrpSpPr>
          <p:grpSpPr>
            <a:xfrm flipH="1" rot="10800000">
              <a:off x="280375" y="186925"/>
              <a:ext cx="3487225" cy="186900"/>
              <a:chOff x="280375" y="4769500"/>
              <a:chExt cx="3487225" cy="186900"/>
            </a:xfrm>
          </p:grpSpPr>
          <p:sp>
            <p:nvSpPr>
              <p:cNvPr id="679" name="Google Shape;679;p55"/>
              <p:cNvSpPr/>
              <p:nvPr/>
            </p:nvSpPr>
            <p:spPr>
              <a:xfrm flipH="1">
                <a:off x="1747186" y="4769500"/>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80" name="Google Shape;680;p55"/>
              <p:cNvSpPr/>
              <p:nvPr/>
            </p:nvSpPr>
            <p:spPr>
              <a:xfrm flipH="1">
                <a:off x="1380483" y="4769500"/>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81" name="Google Shape;681;p55"/>
              <p:cNvSpPr/>
              <p:nvPr/>
            </p:nvSpPr>
            <p:spPr>
              <a:xfrm flipH="1">
                <a:off x="1013781" y="4769500"/>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82" name="Google Shape;682;p55"/>
              <p:cNvSpPr/>
              <p:nvPr/>
            </p:nvSpPr>
            <p:spPr>
              <a:xfrm flipH="1">
                <a:off x="647078" y="4769500"/>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83" name="Google Shape;683;p55"/>
              <p:cNvSpPr/>
              <p:nvPr/>
            </p:nvSpPr>
            <p:spPr>
              <a:xfrm flipH="1">
                <a:off x="280375" y="4769500"/>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84" name="Google Shape;684;p55"/>
              <p:cNvSpPr/>
              <p:nvPr/>
            </p:nvSpPr>
            <p:spPr>
              <a:xfrm flipH="1">
                <a:off x="3580700"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85" name="Google Shape;685;p55"/>
              <p:cNvSpPr/>
              <p:nvPr/>
            </p:nvSpPr>
            <p:spPr>
              <a:xfrm flipH="1">
                <a:off x="3213997"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86" name="Google Shape;686;p55"/>
              <p:cNvSpPr/>
              <p:nvPr/>
            </p:nvSpPr>
            <p:spPr>
              <a:xfrm flipH="1">
                <a:off x="2847294"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87" name="Google Shape;687;p55"/>
              <p:cNvSpPr/>
              <p:nvPr/>
            </p:nvSpPr>
            <p:spPr>
              <a:xfrm flipH="1">
                <a:off x="2480592"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88" name="Google Shape;688;p55"/>
              <p:cNvSpPr/>
              <p:nvPr/>
            </p:nvSpPr>
            <p:spPr>
              <a:xfrm flipH="1">
                <a:off x="2113889"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89" name="Shape 689"/>
        <p:cNvGrpSpPr/>
        <p:nvPr/>
      </p:nvGrpSpPr>
      <p:grpSpPr>
        <a:xfrm>
          <a:off x="0" y="0"/>
          <a:ext cx="0" cy="0"/>
          <a:chOff x="0" y="0"/>
          <a:chExt cx="0" cy="0"/>
        </a:xfrm>
      </p:grpSpPr>
      <p:sp>
        <p:nvSpPr>
          <p:cNvPr id="690" name="Google Shape;690;p5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300"/>
              <a:buNone/>
              <a:defRPr/>
            </a:lvl1pPr>
            <a:lvl2pPr lvl="1">
              <a:spcBef>
                <a:spcPts val="0"/>
              </a:spcBef>
              <a:spcAft>
                <a:spcPts val="0"/>
              </a:spcAft>
              <a:buSzPts val="2300"/>
              <a:buNone/>
              <a:defRPr/>
            </a:lvl2pPr>
            <a:lvl3pPr lvl="2">
              <a:spcBef>
                <a:spcPts val="0"/>
              </a:spcBef>
              <a:spcAft>
                <a:spcPts val="0"/>
              </a:spcAft>
              <a:buSzPts val="2300"/>
              <a:buNone/>
              <a:defRPr/>
            </a:lvl3pPr>
            <a:lvl4pPr lvl="3">
              <a:spcBef>
                <a:spcPts val="0"/>
              </a:spcBef>
              <a:spcAft>
                <a:spcPts val="0"/>
              </a:spcAft>
              <a:buSzPts val="2300"/>
              <a:buNone/>
              <a:defRPr/>
            </a:lvl4pPr>
            <a:lvl5pPr lvl="4">
              <a:spcBef>
                <a:spcPts val="0"/>
              </a:spcBef>
              <a:spcAft>
                <a:spcPts val="0"/>
              </a:spcAft>
              <a:buSzPts val="2300"/>
              <a:buNone/>
              <a:defRPr/>
            </a:lvl5pPr>
            <a:lvl6pPr lvl="5">
              <a:spcBef>
                <a:spcPts val="0"/>
              </a:spcBef>
              <a:spcAft>
                <a:spcPts val="0"/>
              </a:spcAft>
              <a:buSzPts val="2300"/>
              <a:buNone/>
              <a:defRPr/>
            </a:lvl6pPr>
            <a:lvl7pPr lvl="6">
              <a:spcBef>
                <a:spcPts val="0"/>
              </a:spcBef>
              <a:spcAft>
                <a:spcPts val="0"/>
              </a:spcAft>
              <a:buSzPts val="2300"/>
              <a:buNone/>
              <a:defRPr/>
            </a:lvl7pPr>
            <a:lvl8pPr lvl="7">
              <a:spcBef>
                <a:spcPts val="0"/>
              </a:spcBef>
              <a:spcAft>
                <a:spcPts val="0"/>
              </a:spcAft>
              <a:buSzPts val="2300"/>
              <a:buNone/>
              <a:defRPr/>
            </a:lvl8pPr>
            <a:lvl9pPr lvl="8">
              <a:spcBef>
                <a:spcPts val="0"/>
              </a:spcBef>
              <a:spcAft>
                <a:spcPts val="0"/>
              </a:spcAft>
              <a:buSzPts val="2300"/>
              <a:buNone/>
              <a:defRPr/>
            </a:lvl9pPr>
          </a:lstStyle>
          <a:p/>
        </p:txBody>
      </p:sp>
      <p:sp>
        <p:nvSpPr>
          <p:cNvPr id="691" name="Google Shape;691;p56"/>
          <p:cNvSpPr txBox="1"/>
          <p:nvPr>
            <p:ph idx="1" type="body"/>
          </p:nvPr>
        </p:nvSpPr>
        <p:spPr>
          <a:xfrm>
            <a:off x="720000" y="1215752"/>
            <a:ext cx="7704000" cy="34164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Font typeface="Nunito Light"/>
              <a:buChar char="●"/>
              <a:defRPr/>
            </a:lvl1pPr>
            <a:lvl2pPr indent="-304800" lvl="1" marL="914400">
              <a:lnSpc>
                <a:spcPct val="100000"/>
              </a:lnSpc>
              <a:spcBef>
                <a:spcPts val="0"/>
              </a:spcBef>
              <a:spcAft>
                <a:spcPts val="0"/>
              </a:spcAft>
              <a:buSzPts val="1200"/>
              <a:buFont typeface="Nunito Light"/>
              <a:buChar char="○"/>
              <a:defRPr/>
            </a:lvl2pPr>
            <a:lvl3pPr indent="-304800" lvl="2" marL="1371600">
              <a:lnSpc>
                <a:spcPct val="100000"/>
              </a:lnSpc>
              <a:spcBef>
                <a:spcPts val="0"/>
              </a:spcBef>
              <a:spcAft>
                <a:spcPts val="0"/>
              </a:spcAft>
              <a:buSzPts val="1200"/>
              <a:buFont typeface="Nunito Light"/>
              <a:buChar char="■"/>
              <a:defRPr/>
            </a:lvl3pPr>
            <a:lvl4pPr indent="-304800" lvl="3" marL="1828800">
              <a:lnSpc>
                <a:spcPct val="100000"/>
              </a:lnSpc>
              <a:spcBef>
                <a:spcPts val="0"/>
              </a:spcBef>
              <a:spcAft>
                <a:spcPts val="0"/>
              </a:spcAft>
              <a:buSzPts val="1200"/>
              <a:buFont typeface="Nunito Light"/>
              <a:buChar char="●"/>
              <a:defRPr/>
            </a:lvl4pPr>
            <a:lvl5pPr indent="-304800" lvl="4" marL="2286000">
              <a:lnSpc>
                <a:spcPct val="100000"/>
              </a:lnSpc>
              <a:spcBef>
                <a:spcPts val="0"/>
              </a:spcBef>
              <a:spcAft>
                <a:spcPts val="0"/>
              </a:spcAft>
              <a:buSzPts val="1200"/>
              <a:buFont typeface="Nunito Light"/>
              <a:buChar char="○"/>
              <a:defRPr/>
            </a:lvl5pPr>
            <a:lvl6pPr indent="-304800" lvl="5" marL="2743200">
              <a:lnSpc>
                <a:spcPct val="100000"/>
              </a:lnSpc>
              <a:spcBef>
                <a:spcPts val="0"/>
              </a:spcBef>
              <a:spcAft>
                <a:spcPts val="0"/>
              </a:spcAft>
              <a:buSzPts val="1200"/>
              <a:buFont typeface="Nunito Light"/>
              <a:buChar char="■"/>
              <a:defRPr/>
            </a:lvl6pPr>
            <a:lvl7pPr indent="-304800" lvl="6" marL="3200400">
              <a:lnSpc>
                <a:spcPct val="100000"/>
              </a:lnSpc>
              <a:spcBef>
                <a:spcPts val="0"/>
              </a:spcBef>
              <a:spcAft>
                <a:spcPts val="0"/>
              </a:spcAft>
              <a:buSzPts val="1200"/>
              <a:buFont typeface="Nunito Light"/>
              <a:buChar char="●"/>
              <a:defRPr/>
            </a:lvl7pPr>
            <a:lvl8pPr indent="-304800" lvl="7" marL="3657600">
              <a:lnSpc>
                <a:spcPct val="100000"/>
              </a:lnSpc>
              <a:spcBef>
                <a:spcPts val="0"/>
              </a:spcBef>
              <a:spcAft>
                <a:spcPts val="0"/>
              </a:spcAft>
              <a:buSzPts val="1200"/>
              <a:buFont typeface="Nunito Light"/>
              <a:buChar char="○"/>
              <a:defRPr/>
            </a:lvl8pPr>
            <a:lvl9pPr indent="-304800" lvl="8" marL="4114800">
              <a:lnSpc>
                <a:spcPct val="100000"/>
              </a:lnSpc>
              <a:spcBef>
                <a:spcPts val="0"/>
              </a:spcBef>
              <a:spcAft>
                <a:spcPts val="0"/>
              </a:spcAft>
              <a:buSzPts val="1200"/>
              <a:buFont typeface="Nunito Light"/>
              <a:buChar char="■"/>
              <a:defRPr/>
            </a:lvl9pPr>
          </a:lstStyle>
          <a:p/>
        </p:txBody>
      </p:sp>
      <p:grpSp>
        <p:nvGrpSpPr>
          <p:cNvPr id="692" name="Google Shape;692;p56"/>
          <p:cNvGrpSpPr/>
          <p:nvPr/>
        </p:nvGrpSpPr>
        <p:grpSpPr>
          <a:xfrm rot="10800000">
            <a:off x="280375" y="186925"/>
            <a:ext cx="8583300" cy="4769475"/>
            <a:chOff x="280375" y="186925"/>
            <a:chExt cx="8583300" cy="4769475"/>
          </a:xfrm>
        </p:grpSpPr>
        <p:sp>
          <p:nvSpPr>
            <p:cNvPr id="693" name="Google Shape;693;p56"/>
            <p:cNvSpPr/>
            <p:nvPr/>
          </p:nvSpPr>
          <p:spPr>
            <a:xfrm flipH="1">
              <a:off x="280375" y="186925"/>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94" name="Google Shape;694;p56"/>
            <p:cNvSpPr/>
            <p:nvPr/>
          </p:nvSpPr>
          <p:spPr>
            <a:xfrm>
              <a:off x="8676775" y="4769500"/>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95" name="Google Shape;695;p56"/>
            <p:cNvSpPr/>
            <p:nvPr/>
          </p:nvSpPr>
          <p:spPr>
            <a:xfrm flipH="1">
              <a:off x="647400"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96" name="Google Shape;696;p56"/>
            <p:cNvSpPr/>
            <p:nvPr/>
          </p:nvSpPr>
          <p:spPr>
            <a:xfrm>
              <a:off x="8302975"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97" name="Shape 697"/>
        <p:cNvGrpSpPr/>
        <p:nvPr/>
      </p:nvGrpSpPr>
      <p:grpSpPr>
        <a:xfrm>
          <a:off x="0" y="0"/>
          <a:ext cx="0" cy="0"/>
          <a:chOff x="0" y="0"/>
          <a:chExt cx="0" cy="0"/>
        </a:xfrm>
      </p:grpSpPr>
      <p:sp>
        <p:nvSpPr>
          <p:cNvPr id="698" name="Google Shape;698;p57"/>
          <p:cNvSpPr txBox="1"/>
          <p:nvPr>
            <p:ph type="title"/>
          </p:nvPr>
        </p:nvSpPr>
        <p:spPr>
          <a:xfrm>
            <a:off x="722376" y="448056"/>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300"/>
              <a:buNone/>
              <a:defRPr/>
            </a:lvl1pPr>
            <a:lvl2pPr lvl="1">
              <a:spcBef>
                <a:spcPts val="0"/>
              </a:spcBef>
              <a:spcAft>
                <a:spcPts val="0"/>
              </a:spcAft>
              <a:buSzPts val="2300"/>
              <a:buNone/>
              <a:defRPr/>
            </a:lvl2pPr>
            <a:lvl3pPr lvl="2">
              <a:spcBef>
                <a:spcPts val="0"/>
              </a:spcBef>
              <a:spcAft>
                <a:spcPts val="0"/>
              </a:spcAft>
              <a:buSzPts val="2300"/>
              <a:buNone/>
              <a:defRPr/>
            </a:lvl3pPr>
            <a:lvl4pPr lvl="3">
              <a:spcBef>
                <a:spcPts val="0"/>
              </a:spcBef>
              <a:spcAft>
                <a:spcPts val="0"/>
              </a:spcAft>
              <a:buSzPts val="2300"/>
              <a:buNone/>
              <a:defRPr/>
            </a:lvl4pPr>
            <a:lvl5pPr lvl="4">
              <a:spcBef>
                <a:spcPts val="0"/>
              </a:spcBef>
              <a:spcAft>
                <a:spcPts val="0"/>
              </a:spcAft>
              <a:buSzPts val="2300"/>
              <a:buNone/>
              <a:defRPr/>
            </a:lvl5pPr>
            <a:lvl6pPr lvl="5">
              <a:spcBef>
                <a:spcPts val="0"/>
              </a:spcBef>
              <a:spcAft>
                <a:spcPts val="0"/>
              </a:spcAft>
              <a:buSzPts val="2300"/>
              <a:buNone/>
              <a:defRPr/>
            </a:lvl6pPr>
            <a:lvl7pPr lvl="6">
              <a:spcBef>
                <a:spcPts val="0"/>
              </a:spcBef>
              <a:spcAft>
                <a:spcPts val="0"/>
              </a:spcAft>
              <a:buSzPts val="2300"/>
              <a:buNone/>
              <a:defRPr/>
            </a:lvl7pPr>
            <a:lvl8pPr lvl="7">
              <a:spcBef>
                <a:spcPts val="0"/>
              </a:spcBef>
              <a:spcAft>
                <a:spcPts val="0"/>
              </a:spcAft>
              <a:buSzPts val="2300"/>
              <a:buNone/>
              <a:defRPr/>
            </a:lvl8pPr>
            <a:lvl9pPr lvl="8">
              <a:spcBef>
                <a:spcPts val="0"/>
              </a:spcBef>
              <a:spcAft>
                <a:spcPts val="0"/>
              </a:spcAft>
              <a:buSzPts val="2300"/>
              <a:buNone/>
              <a:defRPr/>
            </a:lvl9pPr>
          </a:lstStyle>
          <a:p/>
        </p:txBody>
      </p:sp>
      <p:sp>
        <p:nvSpPr>
          <p:cNvPr id="699" name="Google Shape;699;p57"/>
          <p:cNvSpPr txBox="1"/>
          <p:nvPr>
            <p:ph idx="1" type="subTitle"/>
          </p:nvPr>
        </p:nvSpPr>
        <p:spPr>
          <a:xfrm>
            <a:off x="5075649" y="2650349"/>
            <a:ext cx="2505600" cy="1755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b="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00" name="Google Shape;700;p57"/>
          <p:cNvSpPr txBox="1"/>
          <p:nvPr>
            <p:ph idx="2" type="subTitle"/>
          </p:nvPr>
        </p:nvSpPr>
        <p:spPr>
          <a:xfrm>
            <a:off x="1334375" y="2650349"/>
            <a:ext cx="2505600" cy="1755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b="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01" name="Google Shape;701;p57"/>
          <p:cNvSpPr txBox="1"/>
          <p:nvPr>
            <p:ph idx="3" type="subTitle"/>
          </p:nvPr>
        </p:nvSpPr>
        <p:spPr>
          <a:xfrm>
            <a:off x="1334375" y="2152890"/>
            <a:ext cx="2505600" cy="5589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02" name="Google Shape;702;p57"/>
          <p:cNvSpPr txBox="1"/>
          <p:nvPr>
            <p:ph idx="4" type="subTitle"/>
          </p:nvPr>
        </p:nvSpPr>
        <p:spPr>
          <a:xfrm>
            <a:off x="5075650" y="2152890"/>
            <a:ext cx="2505600" cy="5589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3" name="Shape 703"/>
        <p:cNvGrpSpPr/>
        <p:nvPr/>
      </p:nvGrpSpPr>
      <p:grpSpPr>
        <a:xfrm>
          <a:off x="0" y="0"/>
          <a:ext cx="0" cy="0"/>
          <a:chOff x="0" y="0"/>
          <a:chExt cx="0" cy="0"/>
        </a:xfrm>
      </p:grpSpPr>
      <p:sp>
        <p:nvSpPr>
          <p:cNvPr id="704" name="Google Shape;704;p5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300"/>
              <a:buNone/>
              <a:defRPr/>
            </a:lvl1pPr>
            <a:lvl2pPr lvl="1">
              <a:spcBef>
                <a:spcPts val="0"/>
              </a:spcBef>
              <a:spcAft>
                <a:spcPts val="0"/>
              </a:spcAft>
              <a:buSzPts val="2300"/>
              <a:buNone/>
              <a:defRPr/>
            </a:lvl2pPr>
            <a:lvl3pPr lvl="2">
              <a:spcBef>
                <a:spcPts val="0"/>
              </a:spcBef>
              <a:spcAft>
                <a:spcPts val="0"/>
              </a:spcAft>
              <a:buSzPts val="2300"/>
              <a:buNone/>
              <a:defRPr/>
            </a:lvl3pPr>
            <a:lvl4pPr lvl="3">
              <a:spcBef>
                <a:spcPts val="0"/>
              </a:spcBef>
              <a:spcAft>
                <a:spcPts val="0"/>
              </a:spcAft>
              <a:buSzPts val="2300"/>
              <a:buNone/>
              <a:defRPr/>
            </a:lvl4pPr>
            <a:lvl5pPr lvl="4">
              <a:spcBef>
                <a:spcPts val="0"/>
              </a:spcBef>
              <a:spcAft>
                <a:spcPts val="0"/>
              </a:spcAft>
              <a:buSzPts val="2300"/>
              <a:buNone/>
              <a:defRPr/>
            </a:lvl5pPr>
            <a:lvl6pPr lvl="5">
              <a:spcBef>
                <a:spcPts val="0"/>
              </a:spcBef>
              <a:spcAft>
                <a:spcPts val="0"/>
              </a:spcAft>
              <a:buSzPts val="2300"/>
              <a:buNone/>
              <a:defRPr/>
            </a:lvl6pPr>
            <a:lvl7pPr lvl="6">
              <a:spcBef>
                <a:spcPts val="0"/>
              </a:spcBef>
              <a:spcAft>
                <a:spcPts val="0"/>
              </a:spcAft>
              <a:buSzPts val="2300"/>
              <a:buNone/>
              <a:defRPr/>
            </a:lvl7pPr>
            <a:lvl8pPr lvl="7">
              <a:spcBef>
                <a:spcPts val="0"/>
              </a:spcBef>
              <a:spcAft>
                <a:spcPts val="0"/>
              </a:spcAft>
              <a:buSzPts val="2300"/>
              <a:buNone/>
              <a:defRPr/>
            </a:lvl8pPr>
            <a:lvl9pPr lvl="8">
              <a:spcBef>
                <a:spcPts val="0"/>
              </a:spcBef>
              <a:spcAft>
                <a:spcPts val="0"/>
              </a:spcAft>
              <a:buSzPts val="2300"/>
              <a:buNone/>
              <a:defRPr/>
            </a:lvl9pPr>
          </a:lstStyle>
          <a:p/>
        </p:txBody>
      </p:sp>
      <p:grpSp>
        <p:nvGrpSpPr>
          <p:cNvPr id="705" name="Google Shape;705;p58"/>
          <p:cNvGrpSpPr/>
          <p:nvPr/>
        </p:nvGrpSpPr>
        <p:grpSpPr>
          <a:xfrm>
            <a:off x="280375" y="186925"/>
            <a:ext cx="8583300" cy="4769475"/>
            <a:chOff x="280375" y="186925"/>
            <a:chExt cx="8583300" cy="4769475"/>
          </a:xfrm>
        </p:grpSpPr>
        <p:sp>
          <p:nvSpPr>
            <p:cNvPr id="706" name="Google Shape;706;p58"/>
            <p:cNvSpPr/>
            <p:nvPr/>
          </p:nvSpPr>
          <p:spPr>
            <a:xfrm flipH="1">
              <a:off x="280375"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07" name="Google Shape;707;p58"/>
            <p:cNvSpPr/>
            <p:nvPr/>
          </p:nvSpPr>
          <p:spPr>
            <a:xfrm>
              <a:off x="8676775"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08" name="Shape 708"/>
        <p:cNvGrpSpPr/>
        <p:nvPr/>
      </p:nvGrpSpPr>
      <p:grpSpPr>
        <a:xfrm>
          <a:off x="0" y="0"/>
          <a:ext cx="0" cy="0"/>
          <a:chOff x="0" y="0"/>
          <a:chExt cx="0" cy="0"/>
        </a:xfrm>
      </p:grpSpPr>
      <p:sp>
        <p:nvSpPr>
          <p:cNvPr id="709" name="Google Shape;709;p59"/>
          <p:cNvSpPr txBox="1"/>
          <p:nvPr>
            <p:ph type="title"/>
          </p:nvPr>
        </p:nvSpPr>
        <p:spPr>
          <a:xfrm>
            <a:off x="936638" y="1383750"/>
            <a:ext cx="3750300" cy="572700"/>
          </a:xfrm>
          <a:prstGeom prst="rect">
            <a:avLst/>
          </a:prstGeom>
        </p:spPr>
        <p:txBody>
          <a:bodyPr anchorCtr="0" anchor="b" bIns="91425" lIns="91425" spcFirstLastPara="1" rIns="91425" wrap="square" tIns="91425">
            <a:noAutofit/>
          </a:bodyPr>
          <a:lstStyle>
            <a:lvl1pPr lvl="0">
              <a:spcBef>
                <a:spcPts val="0"/>
              </a:spcBef>
              <a:spcAft>
                <a:spcPts val="0"/>
              </a:spcAft>
              <a:buSzPts val="2300"/>
              <a:buNone/>
              <a:defRPr/>
            </a:lvl1pPr>
            <a:lvl2pPr lvl="1">
              <a:spcBef>
                <a:spcPts val="0"/>
              </a:spcBef>
              <a:spcAft>
                <a:spcPts val="0"/>
              </a:spcAft>
              <a:buSzPts val="2300"/>
              <a:buNone/>
              <a:defRPr/>
            </a:lvl2pPr>
            <a:lvl3pPr lvl="2">
              <a:spcBef>
                <a:spcPts val="0"/>
              </a:spcBef>
              <a:spcAft>
                <a:spcPts val="0"/>
              </a:spcAft>
              <a:buSzPts val="2300"/>
              <a:buNone/>
              <a:defRPr/>
            </a:lvl3pPr>
            <a:lvl4pPr lvl="3">
              <a:spcBef>
                <a:spcPts val="0"/>
              </a:spcBef>
              <a:spcAft>
                <a:spcPts val="0"/>
              </a:spcAft>
              <a:buSzPts val="2300"/>
              <a:buNone/>
              <a:defRPr/>
            </a:lvl4pPr>
            <a:lvl5pPr lvl="4">
              <a:spcBef>
                <a:spcPts val="0"/>
              </a:spcBef>
              <a:spcAft>
                <a:spcPts val="0"/>
              </a:spcAft>
              <a:buSzPts val="2300"/>
              <a:buNone/>
              <a:defRPr/>
            </a:lvl5pPr>
            <a:lvl6pPr lvl="5">
              <a:spcBef>
                <a:spcPts val="0"/>
              </a:spcBef>
              <a:spcAft>
                <a:spcPts val="0"/>
              </a:spcAft>
              <a:buSzPts val="2300"/>
              <a:buNone/>
              <a:defRPr/>
            </a:lvl6pPr>
            <a:lvl7pPr lvl="6">
              <a:spcBef>
                <a:spcPts val="0"/>
              </a:spcBef>
              <a:spcAft>
                <a:spcPts val="0"/>
              </a:spcAft>
              <a:buSzPts val="2300"/>
              <a:buNone/>
              <a:defRPr/>
            </a:lvl7pPr>
            <a:lvl8pPr lvl="7">
              <a:spcBef>
                <a:spcPts val="0"/>
              </a:spcBef>
              <a:spcAft>
                <a:spcPts val="0"/>
              </a:spcAft>
              <a:buSzPts val="2300"/>
              <a:buNone/>
              <a:defRPr/>
            </a:lvl8pPr>
            <a:lvl9pPr lvl="8">
              <a:spcBef>
                <a:spcPts val="0"/>
              </a:spcBef>
              <a:spcAft>
                <a:spcPts val="0"/>
              </a:spcAft>
              <a:buSzPts val="2300"/>
              <a:buNone/>
              <a:defRPr/>
            </a:lvl9pPr>
          </a:lstStyle>
          <a:p/>
        </p:txBody>
      </p:sp>
      <p:sp>
        <p:nvSpPr>
          <p:cNvPr id="710" name="Google Shape;710;p59"/>
          <p:cNvSpPr txBox="1"/>
          <p:nvPr>
            <p:ph idx="1" type="subTitle"/>
          </p:nvPr>
        </p:nvSpPr>
        <p:spPr>
          <a:xfrm>
            <a:off x="936638" y="1956450"/>
            <a:ext cx="3750300" cy="1803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Font typeface="Epilogue Light"/>
              <a:buChar char="●"/>
              <a:defRPr/>
            </a:lvl1pPr>
            <a:lvl2pPr lvl="1" algn="ctr">
              <a:lnSpc>
                <a:spcPct val="100000"/>
              </a:lnSpc>
              <a:spcBef>
                <a:spcPts val="0"/>
              </a:spcBef>
              <a:spcAft>
                <a:spcPts val="0"/>
              </a:spcAft>
              <a:buClr>
                <a:srgbClr val="E76A28"/>
              </a:buClr>
              <a:buSzPts val="1200"/>
              <a:buFont typeface="Nunito Light"/>
              <a:buChar char="○"/>
              <a:defRPr/>
            </a:lvl2pPr>
            <a:lvl3pPr lvl="2" algn="ctr">
              <a:lnSpc>
                <a:spcPct val="100000"/>
              </a:lnSpc>
              <a:spcBef>
                <a:spcPts val="1600"/>
              </a:spcBef>
              <a:spcAft>
                <a:spcPts val="0"/>
              </a:spcAft>
              <a:buClr>
                <a:srgbClr val="E76A28"/>
              </a:buClr>
              <a:buSzPts val="1200"/>
              <a:buFont typeface="Nunito Light"/>
              <a:buChar char="■"/>
              <a:defRPr/>
            </a:lvl3pPr>
            <a:lvl4pPr lvl="3" algn="ctr">
              <a:lnSpc>
                <a:spcPct val="100000"/>
              </a:lnSpc>
              <a:spcBef>
                <a:spcPts val="1600"/>
              </a:spcBef>
              <a:spcAft>
                <a:spcPts val="0"/>
              </a:spcAft>
              <a:buClr>
                <a:srgbClr val="E76A28"/>
              </a:buClr>
              <a:buSzPts val="1200"/>
              <a:buFont typeface="Nunito Light"/>
              <a:buChar char="●"/>
              <a:defRPr/>
            </a:lvl4pPr>
            <a:lvl5pPr lvl="4" algn="ctr">
              <a:lnSpc>
                <a:spcPct val="100000"/>
              </a:lnSpc>
              <a:spcBef>
                <a:spcPts val="1600"/>
              </a:spcBef>
              <a:spcAft>
                <a:spcPts val="0"/>
              </a:spcAft>
              <a:buClr>
                <a:srgbClr val="E76A28"/>
              </a:buClr>
              <a:buSzPts val="1200"/>
              <a:buFont typeface="Nunito Light"/>
              <a:buChar char="○"/>
              <a:defRPr/>
            </a:lvl5pPr>
            <a:lvl6pPr lvl="5" algn="ctr">
              <a:lnSpc>
                <a:spcPct val="100000"/>
              </a:lnSpc>
              <a:spcBef>
                <a:spcPts val="1600"/>
              </a:spcBef>
              <a:spcAft>
                <a:spcPts val="0"/>
              </a:spcAft>
              <a:buClr>
                <a:srgbClr val="999999"/>
              </a:buClr>
              <a:buSzPts val="1200"/>
              <a:buFont typeface="Nunito Light"/>
              <a:buChar char="■"/>
              <a:defRPr/>
            </a:lvl6pPr>
            <a:lvl7pPr lvl="6" algn="ctr">
              <a:lnSpc>
                <a:spcPct val="100000"/>
              </a:lnSpc>
              <a:spcBef>
                <a:spcPts val="1600"/>
              </a:spcBef>
              <a:spcAft>
                <a:spcPts val="0"/>
              </a:spcAft>
              <a:buClr>
                <a:srgbClr val="999999"/>
              </a:buClr>
              <a:buSzPts val="1200"/>
              <a:buFont typeface="Nunito Light"/>
              <a:buChar char="●"/>
              <a:defRPr/>
            </a:lvl7pPr>
            <a:lvl8pPr lvl="7" algn="ctr">
              <a:lnSpc>
                <a:spcPct val="100000"/>
              </a:lnSpc>
              <a:spcBef>
                <a:spcPts val="1600"/>
              </a:spcBef>
              <a:spcAft>
                <a:spcPts val="0"/>
              </a:spcAft>
              <a:buClr>
                <a:srgbClr val="999999"/>
              </a:buClr>
              <a:buSzPts val="1200"/>
              <a:buFont typeface="Nunito Light"/>
              <a:buChar char="○"/>
              <a:defRPr/>
            </a:lvl8pPr>
            <a:lvl9pPr lvl="8" algn="ctr">
              <a:lnSpc>
                <a:spcPct val="100000"/>
              </a:lnSpc>
              <a:spcBef>
                <a:spcPts val="1600"/>
              </a:spcBef>
              <a:spcAft>
                <a:spcPts val="1600"/>
              </a:spcAft>
              <a:buClr>
                <a:srgbClr val="999999"/>
              </a:buClr>
              <a:buSzPts val="1200"/>
              <a:buFont typeface="Nunito Light"/>
              <a:buChar char="■"/>
              <a:defRPr/>
            </a:lvl9pPr>
          </a:lstStyle>
          <a:p/>
        </p:txBody>
      </p:sp>
      <p:sp>
        <p:nvSpPr>
          <p:cNvPr id="711" name="Google Shape;711;p59"/>
          <p:cNvSpPr/>
          <p:nvPr>
            <p:ph idx="2" type="pic"/>
          </p:nvPr>
        </p:nvSpPr>
        <p:spPr>
          <a:xfrm>
            <a:off x="5093776" y="540000"/>
            <a:ext cx="3113700" cy="4063500"/>
          </a:xfrm>
          <a:prstGeom prst="rect">
            <a:avLst/>
          </a:prstGeom>
          <a:noFill/>
          <a:ln>
            <a:noFill/>
          </a:ln>
        </p:spPr>
      </p:sp>
      <p:grpSp>
        <p:nvGrpSpPr>
          <p:cNvPr id="712" name="Google Shape;712;p59"/>
          <p:cNvGrpSpPr/>
          <p:nvPr/>
        </p:nvGrpSpPr>
        <p:grpSpPr>
          <a:xfrm>
            <a:off x="280375" y="186925"/>
            <a:ext cx="8583300" cy="4769475"/>
            <a:chOff x="280375" y="186925"/>
            <a:chExt cx="8583300" cy="4769475"/>
          </a:xfrm>
        </p:grpSpPr>
        <p:sp>
          <p:nvSpPr>
            <p:cNvPr id="713" name="Google Shape;713;p59"/>
            <p:cNvSpPr/>
            <p:nvPr/>
          </p:nvSpPr>
          <p:spPr>
            <a:xfrm flipH="1">
              <a:off x="280375"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14" name="Google Shape;714;p59"/>
            <p:cNvSpPr/>
            <p:nvPr/>
          </p:nvSpPr>
          <p:spPr>
            <a:xfrm>
              <a:off x="8676775" y="4769500"/>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15" name="Google Shape;715;p59"/>
            <p:cNvSpPr/>
            <p:nvPr/>
          </p:nvSpPr>
          <p:spPr>
            <a:xfrm flipH="1">
              <a:off x="647400" y="186925"/>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16" name="Google Shape;716;p59"/>
            <p:cNvSpPr/>
            <p:nvPr/>
          </p:nvSpPr>
          <p:spPr>
            <a:xfrm>
              <a:off x="8302975"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17" name="Shape 717"/>
        <p:cNvGrpSpPr/>
        <p:nvPr/>
      </p:nvGrpSpPr>
      <p:grpSpPr>
        <a:xfrm>
          <a:off x="0" y="0"/>
          <a:ext cx="0" cy="0"/>
          <a:chOff x="0" y="0"/>
          <a:chExt cx="0" cy="0"/>
        </a:xfrm>
      </p:grpSpPr>
      <p:sp>
        <p:nvSpPr>
          <p:cNvPr id="718" name="Google Shape;718;p60"/>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719" name="Google Shape;719;p60"/>
          <p:cNvGrpSpPr/>
          <p:nvPr/>
        </p:nvGrpSpPr>
        <p:grpSpPr>
          <a:xfrm rot="10800000">
            <a:off x="280300" y="186475"/>
            <a:ext cx="8584028" cy="4769800"/>
            <a:chOff x="280300" y="186475"/>
            <a:chExt cx="8584028" cy="4769800"/>
          </a:xfrm>
        </p:grpSpPr>
        <p:grpSp>
          <p:nvGrpSpPr>
            <p:cNvPr id="720" name="Google Shape;720;p60"/>
            <p:cNvGrpSpPr/>
            <p:nvPr/>
          </p:nvGrpSpPr>
          <p:grpSpPr>
            <a:xfrm flipH="1">
              <a:off x="280300" y="186475"/>
              <a:ext cx="553603" cy="186900"/>
              <a:chOff x="3213997" y="4769500"/>
              <a:chExt cx="553603" cy="186900"/>
            </a:xfrm>
          </p:grpSpPr>
          <p:sp>
            <p:nvSpPr>
              <p:cNvPr id="721" name="Google Shape;721;p60"/>
              <p:cNvSpPr/>
              <p:nvPr/>
            </p:nvSpPr>
            <p:spPr>
              <a:xfrm flipH="1">
                <a:off x="3580700"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22" name="Google Shape;722;p60"/>
              <p:cNvSpPr/>
              <p:nvPr/>
            </p:nvSpPr>
            <p:spPr>
              <a:xfrm flipH="1">
                <a:off x="3213997"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723" name="Google Shape;723;p60"/>
            <p:cNvGrpSpPr/>
            <p:nvPr/>
          </p:nvGrpSpPr>
          <p:grpSpPr>
            <a:xfrm>
              <a:off x="7556832" y="4769375"/>
              <a:ext cx="1307496" cy="186900"/>
              <a:chOff x="7556832" y="4769375"/>
              <a:chExt cx="1307496" cy="186900"/>
            </a:xfrm>
          </p:grpSpPr>
          <p:sp>
            <p:nvSpPr>
              <p:cNvPr id="724" name="Google Shape;724;p60"/>
              <p:cNvSpPr/>
              <p:nvPr/>
            </p:nvSpPr>
            <p:spPr>
              <a:xfrm>
                <a:off x="8310725" y="476937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25" name="Google Shape;725;p60"/>
              <p:cNvSpPr/>
              <p:nvPr/>
            </p:nvSpPr>
            <p:spPr>
              <a:xfrm>
                <a:off x="8677428" y="476937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26" name="Google Shape;726;p60"/>
              <p:cNvSpPr/>
              <p:nvPr/>
            </p:nvSpPr>
            <p:spPr>
              <a:xfrm>
                <a:off x="7556832" y="4769375"/>
                <a:ext cx="186900" cy="186900"/>
              </a:xfrm>
              <a:prstGeom prst="ellipse">
                <a:avLst/>
              </a:prstGeom>
              <a:solidFill>
                <a:srgbClr val="E0E0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27" name="Google Shape;727;p60"/>
              <p:cNvSpPr/>
              <p:nvPr/>
            </p:nvSpPr>
            <p:spPr>
              <a:xfrm>
                <a:off x="7925697" y="4769375"/>
                <a:ext cx="186900" cy="186900"/>
              </a:xfrm>
              <a:prstGeom prst="ellipse">
                <a:avLst/>
              </a:prstGeom>
              <a:solidFill>
                <a:srgbClr val="E0E0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28" name="Shape 728"/>
        <p:cNvGrpSpPr/>
        <p:nvPr/>
      </p:nvGrpSpPr>
      <p:grpSpPr>
        <a:xfrm>
          <a:off x="0" y="0"/>
          <a:ext cx="0" cy="0"/>
          <a:chOff x="0" y="0"/>
          <a:chExt cx="0" cy="0"/>
        </a:xfrm>
      </p:grpSpPr>
      <p:sp>
        <p:nvSpPr>
          <p:cNvPr id="729" name="Google Shape;729;p61"/>
          <p:cNvSpPr txBox="1"/>
          <p:nvPr>
            <p:ph type="title"/>
          </p:nvPr>
        </p:nvSpPr>
        <p:spPr>
          <a:xfrm>
            <a:off x="2135550" y="1189100"/>
            <a:ext cx="4872900" cy="1964400"/>
          </a:xfrm>
          <a:prstGeom prst="rect">
            <a:avLst/>
          </a:prstGeom>
        </p:spPr>
        <p:txBody>
          <a:bodyPr anchorCtr="0" anchor="ctr" bIns="91425" lIns="91425" spcFirstLastPara="1" rIns="91425" wrap="square" tIns="91425">
            <a:noAutofit/>
          </a:bodyPr>
          <a:lstStyle>
            <a:lvl1pPr lvl="0" algn="ctr">
              <a:spcBef>
                <a:spcPts val="0"/>
              </a:spcBef>
              <a:spcAft>
                <a:spcPts val="0"/>
              </a:spcAft>
              <a:buSzPts val="2300"/>
              <a:buNone/>
              <a:defRPr sz="15000"/>
            </a:lvl1pPr>
            <a:lvl2pPr lvl="1" algn="ctr">
              <a:spcBef>
                <a:spcPts val="0"/>
              </a:spcBef>
              <a:spcAft>
                <a:spcPts val="0"/>
              </a:spcAft>
              <a:buSzPts val="2300"/>
              <a:buNone/>
              <a:defRPr/>
            </a:lvl2pPr>
            <a:lvl3pPr lvl="2" algn="ctr">
              <a:spcBef>
                <a:spcPts val="0"/>
              </a:spcBef>
              <a:spcAft>
                <a:spcPts val="0"/>
              </a:spcAft>
              <a:buSzPts val="2300"/>
              <a:buNone/>
              <a:defRPr/>
            </a:lvl3pPr>
            <a:lvl4pPr lvl="3" algn="ctr">
              <a:spcBef>
                <a:spcPts val="0"/>
              </a:spcBef>
              <a:spcAft>
                <a:spcPts val="0"/>
              </a:spcAft>
              <a:buSzPts val="2300"/>
              <a:buNone/>
              <a:defRPr/>
            </a:lvl4pPr>
            <a:lvl5pPr lvl="4" algn="ctr">
              <a:spcBef>
                <a:spcPts val="0"/>
              </a:spcBef>
              <a:spcAft>
                <a:spcPts val="0"/>
              </a:spcAft>
              <a:buSzPts val="2300"/>
              <a:buNone/>
              <a:defRPr/>
            </a:lvl5pPr>
            <a:lvl6pPr lvl="5" algn="ctr">
              <a:spcBef>
                <a:spcPts val="0"/>
              </a:spcBef>
              <a:spcAft>
                <a:spcPts val="0"/>
              </a:spcAft>
              <a:buSzPts val="2300"/>
              <a:buNone/>
              <a:defRPr/>
            </a:lvl6pPr>
            <a:lvl7pPr lvl="6" algn="ctr">
              <a:spcBef>
                <a:spcPts val="0"/>
              </a:spcBef>
              <a:spcAft>
                <a:spcPts val="0"/>
              </a:spcAft>
              <a:buSzPts val="2300"/>
              <a:buNone/>
              <a:defRPr/>
            </a:lvl7pPr>
            <a:lvl8pPr lvl="7" algn="ctr">
              <a:spcBef>
                <a:spcPts val="0"/>
              </a:spcBef>
              <a:spcAft>
                <a:spcPts val="0"/>
              </a:spcAft>
              <a:buSzPts val="2300"/>
              <a:buNone/>
              <a:defRPr/>
            </a:lvl8pPr>
            <a:lvl9pPr lvl="8" algn="ctr">
              <a:spcBef>
                <a:spcPts val="0"/>
              </a:spcBef>
              <a:spcAft>
                <a:spcPts val="0"/>
              </a:spcAft>
              <a:buSzPts val="2300"/>
              <a:buNone/>
              <a:defRPr/>
            </a:lvl9pPr>
          </a:lstStyle>
          <a:p/>
        </p:txBody>
      </p:sp>
      <p:sp>
        <p:nvSpPr>
          <p:cNvPr id="730" name="Google Shape;730;p61"/>
          <p:cNvSpPr txBox="1"/>
          <p:nvPr>
            <p:ph idx="1" type="subTitle"/>
          </p:nvPr>
        </p:nvSpPr>
        <p:spPr>
          <a:xfrm>
            <a:off x="2135550" y="3153500"/>
            <a:ext cx="4872900" cy="67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grpSp>
        <p:nvGrpSpPr>
          <p:cNvPr id="731" name="Google Shape;731;p61"/>
          <p:cNvGrpSpPr/>
          <p:nvPr/>
        </p:nvGrpSpPr>
        <p:grpSpPr>
          <a:xfrm flipH="1" rot="10800000">
            <a:off x="280300" y="186475"/>
            <a:ext cx="8584028" cy="4769800"/>
            <a:chOff x="280300" y="186475"/>
            <a:chExt cx="8584028" cy="4769800"/>
          </a:xfrm>
        </p:grpSpPr>
        <p:grpSp>
          <p:nvGrpSpPr>
            <p:cNvPr id="732" name="Google Shape;732;p61"/>
            <p:cNvGrpSpPr/>
            <p:nvPr/>
          </p:nvGrpSpPr>
          <p:grpSpPr>
            <a:xfrm flipH="1">
              <a:off x="280300" y="186475"/>
              <a:ext cx="553603" cy="186900"/>
              <a:chOff x="3213997" y="4769500"/>
              <a:chExt cx="553603" cy="186900"/>
            </a:xfrm>
          </p:grpSpPr>
          <p:sp>
            <p:nvSpPr>
              <p:cNvPr id="733" name="Google Shape;733;p61"/>
              <p:cNvSpPr/>
              <p:nvPr/>
            </p:nvSpPr>
            <p:spPr>
              <a:xfrm flipH="1">
                <a:off x="3580700" y="4769500"/>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34" name="Google Shape;734;p61"/>
              <p:cNvSpPr/>
              <p:nvPr/>
            </p:nvSpPr>
            <p:spPr>
              <a:xfrm flipH="1">
                <a:off x="3213997"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735" name="Google Shape;735;p61"/>
            <p:cNvGrpSpPr/>
            <p:nvPr/>
          </p:nvGrpSpPr>
          <p:grpSpPr>
            <a:xfrm>
              <a:off x="7556832" y="4769375"/>
              <a:ext cx="1307496" cy="186900"/>
              <a:chOff x="7556832" y="4769375"/>
              <a:chExt cx="1307496" cy="186900"/>
            </a:xfrm>
          </p:grpSpPr>
          <p:sp>
            <p:nvSpPr>
              <p:cNvPr id="736" name="Google Shape;736;p61"/>
              <p:cNvSpPr/>
              <p:nvPr/>
            </p:nvSpPr>
            <p:spPr>
              <a:xfrm>
                <a:off x="8310725" y="4769375"/>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37" name="Google Shape;737;p61"/>
              <p:cNvSpPr/>
              <p:nvPr/>
            </p:nvSpPr>
            <p:spPr>
              <a:xfrm>
                <a:off x="8677428" y="4769375"/>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38" name="Google Shape;738;p61"/>
              <p:cNvSpPr/>
              <p:nvPr/>
            </p:nvSpPr>
            <p:spPr>
              <a:xfrm>
                <a:off x="7556832" y="4769375"/>
                <a:ext cx="186900" cy="186900"/>
              </a:xfrm>
              <a:prstGeom prst="ellipse">
                <a:avLst/>
              </a:prstGeom>
              <a:solidFill>
                <a:srgbClr val="E0E0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39" name="Google Shape;739;p61"/>
              <p:cNvSpPr/>
              <p:nvPr/>
            </p:nvSpPr>
            <p:spPr>
              <a:xfrm>
                <a:off x="7925697" y="4769375"/>
                <a:ext cx="186900" cy="186900"/>
              </a:xfrm>
              <a:prstGeom prst="ellipse">
                <a:avLst/>
              </a:prstGeom>
              <a:solidFill>
                <a:srgbClr val="E0E0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40" name="Shape 740"/>
        <p:cNvGrpSpPr/>
        <p:nvPr/>
      </p:nvGrpSpPr>
      <p:grpSpPr>
        <a:xfrm>
          <a:off x="0" y="0"/>
          <a:ext cx="0" cy="0"/>
          <a:chOff x="0" y="0"/>
          <a:chExt cx="0" cy="0"/>
        </a:xfrm>
      </p:grpSpPr>
      <p:sp>
        <p:nvSpPr>
          <p:cNvPr id="741" name="Google Shape;741;p62"/>
          <p:cNvSpPr txBox="1"/>
          <p:nvPr>
            <p:ph type="title"/>
          </p:nvPr>
        </p:nvSpPr>
        <p:spPr>
          <a:xfrm>
            <a:off x="720000" y="4014450"/>
            <a:ext cx="7704000" cy="572700"/>
          </a:xfrm>
          <a:prstGeom prst="rect">
            <a:avLst/>
          </a:prstGeom>
          <a:solidFill>
            <a:schemeClr val="accent2"/>
          </a:solidFill>
        </p:spPr>
        <p:txBody>
          <a:bodyPr anchorCtr="0" anchor="t" bIns="91425" lIns="91425" spcFirstLastPara="1" rIns="91425" wrap="square" tIns="91425">
            <a:noAutofit/>
          </a:bodyPr>
          <a:lstStyle>
            <a:lvl1pPr lvl="0" algn="ctr">
              <a:spcBef>
                <a:spcPts val="0"/>
              </a:spcBef>
              <a:spcAft>
                <a:spcPts val="0"/>
              </a:spcAft>
              <a:buSzPts val="2300"/>
              <a:buNone/>
              <a:defRPr>
                <a:solidFill>
                  <a:schemeClr val="lt1"/>
                </a:solidFill>
              </a:defRPr>
            </a:lvl1pPr>
            <a:lvl2pPr lvl="1" algn="ctr">
              <a:spcBef>
                <a:spcPts val="0"/>
              </a:spcBef>
              <a:spcAft>
                <a:spcPts val="0"/>
              </a:spcAft>
              <a:buSzPts val="2300"/>
              <a:buNone/>
              <a:defRPr/>
            </a:lvl2pPr>
            <a:lvl3pPr lvl="2" algn="ctr">
              <a:spcBef>
                <a:spcPts val="0"/>
              </a:spcBef>
              <a:spcAft>
                <a:spcPts val="0"/>
              </a:spcAft>
              <a:buSzPts val="2300"/>
              <a:buNone/>
              <a:defRPr/>
            </a:lvl3pPr>
            <a:lvl4pPr lvl="3" algn="ctr">
              <a:spcBef>
                <a:spcPts val="0"/>
              </a:spcBef>
              <a:spcAft>
                <a:spcPts val="0"/>
              </a:spcAft>
              <a:buSzPts val="2300"/>
              <a:buNone/>
              <a:defRPr/>
            </a:lvl4pPr>
            <a:lvl5pPr lvl="4" algn="ctr">
              <a:spcBef>
                <a:spcPts val="0"/>
              </a:spcBef>
              <a:spcAft>
                <a:spcPts val="0"/>
              </a:spcAft>
              <a:buSzPts val="2300"/>
              <a:buNone/>
              <a:defRPr/>
            </a:lvl5pPr>
            <a:lvl6pPr lvl="5" algn="ctr">
              <a:spcBef>
                <a:spcPts val="0"/>
              </a:spcBef>
              <a:spcAft>
                <a:spcPts val="0"/>
              </a:spcAft>
              <a:buSzPts val="2300"/>
              <a:buNone/>
              <a:defRPr/>
            </a:lvl6pPr>
            <a:lvl7pPr lvl="6" algn="ctr">
              <a:spcBef>
                <a:spcPts val="0"/>
              </a:spcBef>
              <a:spcAft>
                <a:spcPts val="0"/>
              </a:spcAft>
              <a:buSzPts val="2300"/>
              <a:buNone/>
              <a:defRPr/>
            </a:lvl7pPr>
            <a:lvl8pPr lvl="7" algn="ctr">
              <a:spcBef>
                <a:spcPts val="0"/>
              </a:spcBef>
              <a:spcAft>
                <a:spcPts val="0"/>
              </a:spcAft>
              <a:buSzPts val="2300"/>
              <a:buNone/>
              <a:defRPr/>
            </a:lvl8pPr>
            <a:lvl9pPr lvl="8" algn="ctr">
              <a:spcBef>
                <a:spcPts val="0"/>
              </a:spcBef>
              <a:spcAft>
                <a:spcPts val="0"/>
              </a:spcAft>
              <a:buSzPts val="23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42" name="Shape 742"/>
        <p:cNvGrpSpPr/>
        <p:nvPr/>
      </p:nvGrpSpPr>
      <p:grpSpPr>
        <a:xfrm>
          <a:off x="0" y="0"/>
          <a:ext cx="0" cy="0"/>
          <a:chOff x="0" y="0"/>
          <a:chExt cx="0" cy="0"/>
        </a:xfrm>
      </p:grpSpPr>
      <p:sp>
        <p:nvSpPr>
          <p:cNvPr id="743" name="Google Shape;743;p63"/>
          <p:cNvSpPr txBox="1"/>
          <p:nvPr>
            <p:ph hasCustomPrompt="1" type="title"/>
          </p:nvPr>
        </p:nvSpPr>
        <p:spPr>
          <a:xfrm>
            <a:off x="713225" y="1795525"/>
            <a:ext cx="6693900" cy="1055100"/>
          </a:xfrm>
          <a:prstGeom prst="rect">
            <a:avLst/>
          </a:prstGeom>
        </p:spPr>
        <p:txBody>
          <a:bodyPr anchorCtr="0" anchor="b" bIns="91425" lIns="91425" spcFirstLastPara="1" rIns="91425" wrap="square" tIns="91425">
            <a:noAutofit/>
          </a:bodyPr>
          <a:lstStyle>
            <a:lvl1pPr lvl="0">
              <a:spcBef>
                <a:spcPts val="0"/>
              </a:spcBef>
              <a:spcAft>
                <a:spcPts val="0"/>
              </a:spcAft>
              <a:buSzPts val="9600"/>
              <a:buNone/>
              <a:defRPr sz="6000">
                <a:solidFill>
                  <a:schemeClr val="accent6"/>
                </a:solidFill>
                <a:latin typeface="Lexend Mega Light"/>
                <a:ea typeface="Lexend Mega Light"/>
                <a:cs typeface="Lexend Mega Light"/>
                <a:sym typeface="Lexend Mega Light"/>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744" name="Google Shape;744;p63"/>
          <p:cNvSpPr txBox="1"/>
          <p:nvPr>
            <p:ph idx="1" type="subTitle"/>
          </p:nvPr>
        </p:nvSpPr>
        <p:spPr>
          <a:xfrm>
            <a:off x="713225" y="2850875"/>
            <a:ext cx="6693900" cy="497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400"/>
            </a:lvl1pPr>
            <a:lvl2pPr lvl="1" algn="ctr">
              <a:lnSpc>
                <a:spcPct val="100000"/>
              </a:lnSpc>
              <a:spcBef>
                <a:spcPts val="0"/>
              </a:spcBef>
              <a:spcAft>
                <a:spcPts val="0"/>
              </a:spcAft>
              <a:buSzPts val="1600"/>
              <a:buNone/>
              <a:defRPr sz="1600"/>
            </a:lvl2pPr>
            <a:lvl3pPr lvl="2" algn="ctr">
              <a:lnSpc>
                <a:spcPct val="100000"/>
              </a:lnSpc>
              <a:spcBef>
                <a:spcPts val="1600"/>
              </a:spcBef>
              <a:spcAft>
                <a:spcPts val="0"/>
              </a:spcAft>
              <a:buSzPts val="1600"/>
              <a:buNone/>
              <a:defRPr sz="1600"/>
            </a:lvl3pPr>
            <a:lvl4pPr lvl="3" algn="ctr">
              <a:lnSpc>
                <a:spcPct val="100000"/>
              </a:lnSpc>
              <a:spcBef>
                <a:spcPts val="1600"/>
              </a:spcBef>
              <a:spcAft>
                <a:spcPts val="0"/>
              </a:spcAft>
              <a:buSzPts val="1600"/>
              <a:buNone/>
              <a:defRPr sz="1600"/>
            </a:lvl4pPr>
            <a:lvl5pPr lvl="4" algn="ctr">
              <a:lnSpc>
                <a:spcPct val="100000"/>
              </a:lnSpc>
              <a:spcBef>
                <a:spcPts val="1600"/>
              </a:spcBef>
              <a:spcAft>
                <a:spcPts val="0"/>
              </a:spcAft>
              <a:buSzPts val="1600"/>
              <a:buNone/>
              <a:defRPr sz="1600"/>
            </a:lvl5pPr>
            <a:lvl6pPr lvl="5" algn="ctr">
              <a:lnSpc>
                <a:spcPct val="100000"/>
              </a:lnSpc>
              <a:spcBef>
                <a:spcPts val="1600"/>
              </a:spcBef>
              <a:spcAft>
                <a:spcPts val="0"/>
              </a:spcAft>
              <a:buSzPts val="1600"/>
              <a:buNone/>
              <a:defRPr sz="1600"/>
            </a:lvl6pPr>
            <a:lvl7pPr lvl="6" algn="ctr">
              <a:lnSpc>
                <a:spcPct val="100000"/>
              </a:lnSpc>
              <a:spcBef>
                <a:spcPts val="1600"/>
              </a:spcBef>
              <a:spcAft>
                <a:spcPts val="0"/>
              </a:spcAft>
              <a:buSzPts val="1600"/>
              <a:buNone/>
              <a:defRPr sz="1600"/>
            </a:lvl7pPr>
            <a:lvl8pPr lvl="7" algn="ctr">
              <a:lnSpc>
                <a:spcPct val="100000"/>
              </a:lnSpc>
              <a:spcBef>
                <a:spcPts val="1600"/>
              </a:spcBef>
              <a:spcAft>
                <a:spcPts val="0"/>
              </a:spcAft>
              <a:buSzPts val="1600"/>
              <a:buNone/>
              <a:defRPr sz="1600"/>
            </a:lvl8pPr>
            <a:lvl9pPr lvl="8" algn="ctr">
              <a:lnSpc>
                <a:spcPct val="100000"/>
              </a:lnSpc>
              <a:spcBef>
                <a:spcPts val="1600"/>
              </a:spcBef>
              <a:spcAft>
                <a:spcPts val="1600"/>
              </a:spcAft>
              <a:buSzPts val="1600"/>
              <a:buNone/>
              <a:defRPr sz="1600"/>
            </a:lvl9pPr>
          </a:lstStyle>
          <a:p/>
        </p:txBody>
      </p:sp>
      <p:grpSp>
        <p:nvGrpSpPr>
          <p:cNvPr id="745" name="Google Shape;745;p63"/>
          <p:cNvGrpSpPr/>
          <p:nvPr/>
        </p:nvGrpSpPr>
        <p:grpSpPr>
          <a:xfrm flipH="1">
            <a:off x="280375" y="186925"/>
            <a:ext cx="8583300" cy="4769475"/>
            <a:chOff x="280375" y="186925"/>
            <a:chExt cx="8583300" cy="4769475"/>
          </a:xfrm>
        </p:grpSpPr>
        <p:sp>
          <p:nvSpPr>
            <p:cNvPr id="746" name="Google Shape;746;p63"/>
            <p:cNvSpPr/>
            <p:nvPr/>
          </p:nvSpPr>
          <p:spPr>
            <a:xfrm flipH="1">
              <a:off x="280375"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47" name="Google Shape;747;p63"/>
            <p:cNvSpPr/>
            <p:nvPr/>
          </p:nvSpPr>
          <p:spPr>
            <a:xfrm>
              <a:off x="8676775"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48" name="Google Shape;748;p63"/>
            <p:cNvSpPr/>
            <p:nvPr/>
          </p:nvSpPr>
          <p:spPr>
            <a:xfrm flipH="1">
              <a:off x="647400" y="186925"/>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49" name="Google Shape;749;p63"/>
            <p:cNvSpPr/>
            <p:nvPr/>
          </p:nvSpPr>
          <p:spPr>
            <a:xfrm>
              <a:off x="8302975" y="4769500"/>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0" name="Shape 750"/>
        <p:cNvGrpSpPr/>
        <p:nvPr/>
      </p:nvGrpSpPr>
      <p:grpSpPr>
        <a:xfrm>
          <a:off x="0" y="0"/>
          <a:ext cx="0" cy="0"/>
          <a:chOff x="0" y="0"/>
          <a:chExt cx="0" cy="0"/>
        </a:xfrm>
      </p:grpSpPr>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751" name="Shape 751"/>
        <p:cNvGrpSpPr/>
        <p:nvPr/>
      </p:nvGrpSpPr>
      <p:grpSpPr>
        <a:xfrm>
          <a:off x="0" y="0"/>
          <a:ext cx="0" cy="0"/>
          <a:chOff x="0" y="0"/>
          <a:chExt cx="0" cy="0"/>
        </a:xfrm>
      </p:grpSpPr>
      <p:sp>
        <p:nvSpPr>
          <p:cNvPr id="752" name="Google Shape;752;p6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300"/>
              <a:buNone/>
              <a:defRPr/>
            </a:lvl1pPr>
            <a:lvl2pPr lvl="1">
              <a:spcBef>
                <a:spcPts val="0"/>
              </a:spcBef>
              <a:spcAft>
                <a:spcPts val="0"/>
              </a:spcAft>
              <a:buSzPts val="2300"/>
              <a:buNone/>
              <a:defRPr/>
            </a:lvl2pPr>
            <a:lvl3pPr lvl="2">
              <a:spcBef>
                <a:spcPts val="0"/>
              </a:spcBef>
              <a:spcAft>
                <a:spcPts val="0"/>
              </a:spcAft>
              <a:buSzPts val="2300"/>
              <a:buNone/>
              <a:defRPr/>
            </a:lvl3pPr>
            <a:lvl4pPr lvl="3">
              <a:spcBef>
                <a:spcPts val="0"/>
              </a:spcBef>
              <a:spcAft>
                <a:spcPts val="0"/>
              </a:spcAft>
              <a:buSzPts val="2300"/>
              <a:buNone/>
              <a:defRPr/>
            </a:lvl4pPr>
            <a:lvl5pPr lvl="4">
              <a:spcBef>
                <a:spcPts val="0"/>
              </a:spcBef>
              <a:spcAft>
                <a:spcPts val="0"/>
              </a:spcAft>
              <a:buSzPts val="2300"/>
              <a:buNone/>
              <a:defRPr/>
            </a:lvl5pPr>
            <a:lvl6pPr lvl="5">
              <a:spcBef>
                <a:spcPts val="0"/>
              </a:spcBef>
              <a:spcAft>
                <a:spcPts val="0"/>
              </a:spcAft>
              <a:buSzPts val="2300"/>
              <a:buNone/>
              <a:defRPr/>
            </a:lvl6pPr>
            <a:lvl7pPr lvl="6">
              <a:spcBef>
                <a:spcPts val="0"/>
              </a:spcBef>
              <a:spcAft>
                <a:spcPts val="0"/>
              </a:spcAft>
              <a:buSzPts val="2300"/>
              <a:buNone/>
              <a:defRPr/>
            </a:lvl7pPr>
            <a:lvl8pPr lvl="7">
              <a:spcBef>
                <a:spcPts val="0"/>
              </a:spcBef>
              <a:spcAft>
                <a:spcPts val="0"/>
              </a:spcAft>
              <a:buSzPts val="2300"/>
              <a:buNone/>
              <a:defRPr/>
            </a:lvl8pPr>
            <a:lvl9pPr lvl="8">
              <a:spcBef>
                <a:spcPts val="0"/>
              </a:spcBef>
              <a:spcAft>
                <a:spcPts val="0"/>
              </a:spcAft>
              <a:buSzPts val="2300"/>
              <a:buNone/>
              <a:defRPr/>
            </a:lvl9pPr>
          </a:lstStyle>
          <a:p/>
        </p:txBody>
      </p:sp>
      <p:sp>
        <p:nvSpPr>
          <p:cNvPr id="753" name="Google Shape;753;p65"/>
          <p:cNvSpPr txBox="1"/>
          <p:nvPr>
            <p:ph hasCustomPrompt="1" idx="2" type="title"/>
          </p:nvPr>
        </p:nvSpPr>
        <p:spPr>
          <a:xfrm>
            <a:off x="713232" y="1557083"/>
            <a:ext cx="1079100" cy="4476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solidFill>
                  <a:schemeClr val="accent6"/>
                </a:solidFill>
                <a:latin typeface="Lexend Mega Light"/>
                <a:ea typeface="Lexend Mega Light"/>
                <a:cs typeface="Lexend Mega Light"/>
                <a:sym typeface="Lexend Mega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754" name="Google Shape;754;p65"/>
          <p:cNvSpPr txBox="1"/>
          <p:nvPr>
            <p:ph hasCustomPrompt="1" idx="3" type="title"/>
          </p:nvPr>
        </p:nvSpPr>
        <p:spPr>
          <a:xfrm>
            <a:off x="713232" y="3142891"/>
            <a:ext cx="1079100" cy="4476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solidFill>
                  <a:schemeClr val="accent6"/>
                </a:solidFill>
                <a:latin typeface="Lexend Mega Light"/>
                <a:ea typeface="Lexend Mega Light"/>
                <a:cs typeface="Lexend Mega Light"/>
                <a:sym typeface="Lexend Mega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755" name="Google Shape;755;p65"/>
          <p:cNvSpPr txBox="1"/>
          <p:nvPr>
            <p:ph hasCustomPrompt="1" idx="4" type="title"/>
          </p:nvPr>
        </p:nvSpPr>
        <p:spPr>
          <a:xfrm>
            <a:off x="3474720" y="1557083"/>
            <a:ext cx="1079100" cy="4476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solidFill>
                  <a:schemeClr val="accent6"/>
                </a:solidFill>
                <a:latin typeface="Lexend Mega Light"/>
                <a:ea typeface="Lexend Mega Light"/>
                <a:cs typeface="Lexend Mega Light"/>
                <a:sym typeface="Lexend Mega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756" name="Google Shape;756;p65"/>
          <p:cNvSpPr txBox="1"/>
          <p:nvPr>
            <p:ph hasCustomPrompt="1" idx="5" type="title"/>
          </p:nvPr>
        </p:nvSpPr>
        <p:spPr>
          <a:xfrm>
            <a:off x="3474720" y="3142891"/>
            <a:ext cx="1079100" cy="4476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solidFill>
                  <a:schemeClr val="accent6"/>
                </a:solidFill>
                <a:latin typeface="Lexend Mega Light"/>
                <a:ea typeface="Lexend Mega Light"/>
                <a:cs typeface="Lexend Mega Light"/>
                <a:sym typeface="Lexend Mega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757" name="Google Shape;757;p65"/>
          <p:cNvSpPr txBox="1"/>
          <p:nvPr>
            <p:ph hasCustomPrompt="1" idx="6" type="title"/>
          </p:nvPr>
        </p:nvSpPr>
        <p:spPr>
          <a:xfrm>
            <a:off x="6227064" y="1557083"/>
            <a:ext cx="1079100" cy="4476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solidFill>
                  <a:schemeClr val="accent6"/>
                </a:solidFill>
                <a:latin typeface="Lexend Mega Light"/>
                <a:ea typeface="Lexend Mega Light"/>
                <a:cs typeface="Lexend Mega Light"/>
                <a:sym typeface="Lexend Mega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758" name="Google Shape;758;p65"/>
          <p:cNvSpPr txBox="1"/>
          <p:nvPr>
            <p:ph hasCustomPrompt="1" idx="7" type="title"/>
          </p:nvPr>
        </p:nvSpPr>
        <p:spPr>
          <a:xfrm>
            <a:off x="6227064" y="3142891"/>
            <a:ext cx="1079100" cy="4476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solidFill>
                  <a:schemeClr val="accent6"/>
                </a:solidFill>
                <a:latin typeface="Lexend Mega Light"/>
                <a:ea typeface="Lexend Mega Light"/>
                <a:cs typeface="Lexend Mega Light"/>
                <a:sym typeface="Lexend Mega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759" name="Google Shape;759;p65"/>
          <p:cNvSpPr txBox="1"/>
          <p:nvPr>
            <p:ph idx="1" type="subTitle"/>
          </p:nvPr>
        </p:nvSpPr>
        <p:spPr>
          <a:xfrm>
            <a:off x="713232" y="1928775"/>
            <a:ext cx="2194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60" name="Google Shape;760;p65"/>
          <p:cNvSpPr txBox="1"/>
          <p:nvPr>
            <p:ph idx="8" type="subTitle"/>
          </p:nvPr>
        </p:nvSpPr>
        <p:spPr>
          <a:xfrm>
            <a:off x="3474720" y="1928775"/>
            <a:ext cx="2194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61" name="Google Shape;761;p65"/>
          <p:cNvSpPr txBox="1"/>
          <p:nvPr>
            <p:ph idx="9" type="subTitle"/>
          </p:nvPr>
        </p:nvSpPr>
        <p:spPr>
          <a:xfrm>
            <a:off x="6227064" y="1928775"/>
            <a:ext cx="2194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62" name="Google Shape;762;p65"/>
          <p:cNvSpPr txBox="1"/>
          <p:nvPr>
            <p:ph idx="13" type="subTitle"/>
          </p:nvPr>
        </p:nvSpPr>
        <p:spPr>
          <a:xfrm>
            <a:off x="713232" y="3514650"/>
            <a:ext cx="2194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63" name="Google Shape;763;p65"/>
          <p:cNvSpPr txBox="1"/>
          <p:nvPr>
            <p:ph idx="14" type="subTitle"/>
          </p:nvPr>
        </p:nvSpPr>
        <p:spPr>
          <a:xfrm>
            <a:off x="3474720" y="3514650"/>
            <a:ext cx="2194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64" name="Google Shape;764;p65"/>
          <p:cNvSpPr txBox="1"/>
          <p:nvPr>
            <p:ph idx="15" type="subTitle"/>
          </p:nvPr>
        </p:nvSpPr>
        <p:spPr>
          <a:xfrm>
            <a:off x="6227064" y="3514650"/>
            <a:ext cx="2194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765" name="Google Shape;765;p65"/>
          <p:cNvGrpSpPr/>
          <p:nvPr/>
        </p:nvGrpSpPr>
        <p:grpSpPr>
          <a:xfrm>
            <a:off x="280300" y="186475"/>
            <a:ext cx="8584028" cy="4769800"/>
            <a:chOff x="280300" y="186475"/>
            <a:chExt cx="8584028" cy="4769800"/>
          </a:xfrm>
        </p:grpSpPr>
        <p:grpSp>
          <p:nvGrpSpPr>
            <p:cNvPr id="766" name="Google Shape;766;p65"/>
            <p:cNvGrpSpPr/>
            <p:nvPr/>
          </p:nvGrpSpPr>
          <p:grpSpPr>
            <a:xfrm>
              <a:off x="280300" y="186475"/>
              <a:ext cx="1297219" cy="186900"/>
              <a:chOff x="280300" y="186475"/>
              <a:chExt cx="1297219" cy="186900"/>
            </a:xfrm>
          </p:grpSpPr>
          <p:grpSp>
            <p:nvGrpSpPr>
              <p:cNvPr id="767" name="Google Shape;767;p65"/>
              <p:cNvGrpSpPr/>
              <p:nvPr/>
            </p:nvGrpSpPr>
            <p:grpSpPr>
              <a:xfrm flipH="1">
                <a:off x="280300" y="186475"/>
                <a:ext cx="553603" cy="186900"/>
                <a:chOff x="3213997" y="4769500"/>
                <a:chExt cx="553603" cy="186900"/>
              </a:xfrm>
            </p:grpSpPr>
            <p:sp>
              <p:nvSpPr>
                <p:cNvPr id="768" name="Google Shape;768;p65"/>
                <p:cNvSpPr/>
                <p:nvPr/>
              </p:nvSpPr>
              <p:spPr>
                <a:xfrm flipH="1">
                  <a:off x="3580700" y="4769500"/>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69" name="Google Shape;769;p65"/>
                <p:cNvSpPr/>
                <p:nvPr/>
              </p:nvSpPr>
              <p:spPr>
                <a:xfrm flipH="1">
                  <a:off x="3213997" y="4769500"/>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770" name="Google Shape;770;p65"/>
              <p:cNvGrpSpPr/>
              <p:nvPr/>
            </p:nvGrpSpPr>
            <p:grpSpPr>
              <a:xfrm flipH="1">
                <a:off x="1023916" y="186475"/>
                <a:ext cx="553603" cy="186900"/>
                <a:chOff x="3213997" y="4769500"/>
                <a:chExt cx="553603" cy="186900"/>
              </a:xfrm>
            </p:grpSpPr>
            <p:sp>
              <p:nvSpPr>
                <p:cNvPr id="771" name="Google Shape;771;p65"/>
                <p:cNvSpPr/>
                <p:nvPr/>
              </p:nvSpPr>
              <p:spPr>
                <a:xfrm flipH="1">
                  <a:off x="3580700"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72" name="Google Shape;772;p65"/>
                <p:cNvSpPr/>
                <p:nvPr/>
              </p:nvSpPr>
              <p:spPr>
                <a:xfrm flipH="1">
                  <a:off x="3213997"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grpSp>
          <p:nvGrpSpPr>
            <p:cNvPr id="773" name="Google Shape;773;p65"/>
            <p:cNvGrpSpPr/>
            <p:nvPr/>
          </p:nvGrpSpPr>
          <p:grpSpPr>
            <a:xfrm>
              <a:off x="7556832" y="4769375"/>
              <a:ext cx="1307496" cy="186900"/>
              <a:chOff x="7556832" y="4769375"/>
              <a:chExt cx="1307496" cy="186900"/>
            </a:xfrm>
          </p:grpSpPr>
          <p:sp>
            <p:nvSpPr>
              <p:cNvPr id="774" name="Google Shape;774;p65"/>
              <p:cNvSpPr/>
              <p:nvPr/>
            </p:nvSpPr>
            <p:spPr>
              <a:xfrm>
                <a:off x="8310725" y="4769375"/>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75" name="Google Shape;775;p65"/>
              <p:cNvSpPr/>
              <p:nvPr/>
            </p:nvSpPr>
            <p:spPr>
              <a:xfrm>
                <a:off x="8677428" y="4769375"/>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76" name="Google Shape;776;p65"/>
              <p:cNvSpPr/>
              <p:nvPr/>
            </p:nvSpPr>
            <p:spPr>
              <a:xfrm>
                <a:off x="7556832" y="476937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77" name="Google Shape;777;p65"/>
              <p:cNvSpPr/>
              <p:nvPr/>
            </p:nvSpPr>
            <p:spPr>
              <a:xfrm>
                <a:off x="7925697" y="476937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778" name="Shape 778"/>
        <p:cNvGrpSpPr/>
        <p:nvPr/>
      </p:nvGrpSpPr>
      <p:grpSpPr>
        <a:xfrm>
          <a:off x="0" y="0"/>
          <a:ext cx="0" cy="0"/>
          <a:chOff x="0" y="0"/>
          <a:chExt cx="0" cy="0"/>
        </a:xfrm>
      </p:grpSpPr>
      <p:sp>
        <p:nvSpPr>
          <p:cNvPr id="779" name="Google Shape;779;p66"/>
          <p:cNvSpPr txBox="1"/>
          <p:nvPr>
            <p:ph type="title"/>
          </p:nvPr>
        </p:nvSpPr>
        <p:spPr>
          <a:xfrm>
            <a:off x="2273075" y="3134550"/>
            <a:ext cx="4597800" cy="531900"/>
          </a:xfrm>
          <a:prstGeom prst="rect">
            <a:avLst/>
          </a:prstGeom>
        </p:spPr>
        <p:txBody>
          <a:bodyPr anchorCtr="0" anchor="t" bIns="91425" lIns="91425" spcFirstLastPara="1" rIns="91425" wrap="square" tIns="91425">
            <a:noAutofit/>
          </a:bodyPr>
          <a:lstStyle>
            <a:lvl1pPr lvl="0" algn="r">
              <a:spcBef>
                <a:spcPts val="0"/>
              </a:spcBef>
              <a:spcAft>
                <a:spcPts val="0"/>
              </a:spcAft>
              <a:buSzPts val="3000"/>
              <a:buNone/>
              <a:defRPr sz="24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780" name="Google Shape;780;p66"/>
          <p:cNvSpPr txBox="1"/>
          <p:nvPr>
            <p:ph idx="1" type="subTitle"/>
          </p:nvPr>
        </p:nvSpPr>
        <p:spPr>
          <a:xfrm>
            <a:off x="2273125" y="1477050"/>
            <a:ext cx="4597800" cy="1623000"/>
          </a:xfrm>
          <a:prstGeom prst="rect">
            <a:avLst/>
          </a:prstGeom>
        </p:spPr>
        <p:txBody>
          <a:bodyPr anchorCtr="0" anchor="b" bIns="91425" lIns="91425" spcFirstLastPara="1" rIns="91425" wrap="square" tIns="91425">
            <a:noAutofit/>
          </a:bodyPr>
          <a:lstStyle>
            <a:lvl1pPr lvl="0" algn="r">
              <a:lnSpc>
                <a:spcPct val="100000"/>
              </a:lnSpc>
              <a:spcBef>
                <a:spcPts val="0"/>
              </a:spcBef>
              <a:spcAft>
                <a:spcPts val="0"/>
              </a:spcAft>
              <a:buSzPts val="3000"/>
              <a:buNone/>
              <a:defRPr sz="2400"/>
            </a:lvl1pPr>
            <a:lvl2pPr lvl="1" algn="ctr">
              <a:lnSpc>
                <a:spcPct val="100000"/>
              </a:lnSpc>
              <a:spcBef>
                <a:spcPts val="0"/>
              </a:spcBef>
              <a:spcAft>
                <a:spcPts val="0"/>
              </a:spcAft>
              <a:buSzPts val="3000"/>
              <a:buNone/>
              <a:defRPr sz="3000"/>
            </a:lvl2pPr>
            <a:lvl3pPr lvl="2" algn="ctr">
              <a:lnSpc>
                <a:spcPct val="100000"/>
              </a:lnSpc>
              <a:spcBef>
                <a:spcPts val="1600"/>
              </a:spcBef>
              <a:spcAft>
                <a:spcPts val="0"/>
              </a:spcAft>
              <a:buSzPts val="3000"/>
              <a:buNone/>
              <a:defRPr sz="3000"/>
            </a:lvl3pPr>
            <a:lvl4pPr lvl="3" algn="ctr">
              <a:lnSpc>
                <a:spcPct val="100000"/>
              </a:lnSpc>
              <a:spcBef>
                <a:spcPts val="1600"/>
              </a:spcBef>
              <a:spcAft>
                <a:spcPts val="0"/>
              </a:spcAft>
              <a:buSzPts val="3000"/>
              <a:buNone/>
              <a:defRPr sz="3000"/>
            </a:lvl4pPr>
            <a:lvl5pPr lvl="4" algn="ctr">
              <a:lnSpc>
                <a:spcPct val="100000"/>
              </a:lnSpc>
              <a:spcBef>
                <a:spcPts val="1600"/>
              </a:spcBef>
              <a:spcAft>
                <a:spcPts val="0"/>
              </a:spcAft>
              <a:buSzPts val="3000"/>
              <a:buNone/>
              <a:defRPr sz="3000"/>
            </a:lvl5pPr>
            <a:lvl6pPr lvl="5" algn="ctr">
              <a:lnSpc>
                <a:spcPct val="100000"/>
              </a:lnSpc>
              <a:spcBef>
                <a:spcPts val="1600"/>
              </a:spcBef>
              <a:spcAft>
                <a:spcPts val="0"/>
              </a:spcAft>
              <a:buSzPts val="3000"/>
              <a:buNone/>
              <a:defRPr sz="3000"/>
            </a:lvl6pPr>
            <a:lvl7pPr lvl="6" algn="ctr">
              <a:lnSpc>
                <a:spcPct val="100000"/>
              </a:lnSpc>
              <a:spcBef>
                <a:spcPts val="1600"/>
              </a:spcBef>
              <a:spcAft>
                <a:spcPts val="0"/>
              </a:spcAft>
              <a:buSzPts val="3000"/>
              <a:buNone/>
              <a:defRPr sz="3000"/>
            </a:lvl7pPr>
            <a:lvl8pPr lvl="7" algn="ctr">
              <a:lnSpc>
                <a:spcPct val="100000"/>
              </a:lnSpc>
              <a:spcBef>
                <a:spcPts val="1600"/>
              </a:spcBef>
              <a:spcAft>
                <a:spcPts val="0"/>
              </a:spcAft>
              <a:buSzPts val="3000"/>
              <a:buNone/>
              <a:defRPr sz="3000"/>
            </a:lvl8pPr>
            <a:lvl9pPr lvl="8" algn="ctr">
              <a:lnSpc>
                <a:spcPct val="100000"/>
              </a:lnSpc>
              <a:spcBef>
                <a:spcPts val="1600"/>
              </a:spcBef>
              <a:spcAft>
                <a:spcPts val="1600"/>
              </a:spcAft>
              <a:buSzPts val="3000"/>
              <a:buNone/>
              <a:defRPr sz="3000"/>
            </a:lvl9pPr>
          </a:lstStyle>
          <a:p/>
        </p:txBody>
      </p:sp>
      <p:grpSp>
        <p:nvGrpSpPr>
          <p:cNvPr id="781" name="Google Shape;781;p66"/>
          <p:cNvGrpSpPr/>
          <p:nvPr/>
        </p:nvGrpSpPr>
        <p:grpSpPr>
          <a:xfrm>
            <a:off x="280375" y="186925"/>
            <a:ext cx="8583300" cy="4769475"/>
            <a:chOff x="280375" y="186925"/>
            <a:chExt cx="8583300" cy="4769475"/>
          </a:xfrm>
        </p:grpSpPr>
        <p:grpSp>
          <p:nvGrpSpPr>
            <p:cNvPr id="782" name="Google Shape;782;p66"/>
            <p:cNvGrpSpPr/>
            <p:nvPr/>
          </p:nvGrpSpPr>
          <p:grpSpPr>
            <a:xfrm>
              <a:off x="280375" y="4769500"/>
              <a:ext cx="1287008" cy="186900"/>
              <a:chOff x="280375" y="4769500"/>
              <a:chExt cx="1287008" cy="186900"/>
            </a:xfrm>
          </p:grpSpPr>
          <p:sp>
            <p:nvSpPr>
              <p:cNvPr id="783" name="Google Shape;783;p66"/>
              <p:cNvSpPr/>
              <p:nvPr/>
            </p:nvSpPr>
            <p:spPr>
              <a:xfrm rot="10800000">
                <a:off x="1380483"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84" name="Google Shape;784;p66"/>
              <p:cNvSpPr/>
              <p:nvPr/>
            </p:nvSpPr>
            <p:spPr>
              <a:xfrm rot="10800000">
                <a:off x="1013781"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85" name="Google Shape;785;p66"/>
              <p:cNvSpPr/>
              <p:nvPr/>
            </p:nvSpPr>
            <p:spPr>
              <a:xfrm rot="10800000">
                <a:off x="647078" y="4769500"/>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86" name="Google Shape;786;p66"/>
              <p:cNvSpPr/>
              <p:nvPr/>
            </p:nvSpPr>
            <p:spPr>
              <a:xfrm rot="10800000">
                <a:off x="280375" y="4769500"/>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787" name="Google Shape;787;p66"/>
            <p:cNvGrpSpPr/>
            <p:nvPr/>
          </p:nvGrpSpPr>
          <p:grpSpPr>
            <a:xfrm rot="10800000">
              <a:off x="5376450" y="186925"/>
              <a:ext cx="3487225" cy="186900"/>
              <a:chOff x="280375" y="4769500"/>
              <a:chExt cx="3487225" cy="186900"/>
            </a:xfrm>
          </p:grpSpPr>
          <p:sp>
            <p:nvSpPr>
              <p:cNvPr id="788" name="Google Shape;788;p66"/>
              <p:cNvSpPr/>
              <p:nvPr/>
            </p:nvSpPr>
            <p:spPr>
              <a:xfrm flipH="1">
                <a:off x="1747186" y="4769500"/>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89" name="Google Shape;789;p66"/>
              <p:cNvSpPr/>
              <p:nvPr/>
            </p:nvSpPr>
            <p:spPr>
              <a:xfrm flipH="1">
                <a:off x="1380483" y="4769500"/>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90" name="Google Shape;790;p66"/>
              <p:cNvSpPr/>
              <p:nvPr/>
            </p:nvSpPr>
            <p:spPr>
              <a:xfrm flipH="1">
                <a:off x="1013781" y="4769500"/>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91" name="Google Shape;791;p66"/>
              <p:cNvSpPr/>
              <p:nvPr/>
            </p:nvSpPr>
            <p:spPr>
              <a:xfrm flipH="1">
                <a:off x="647078" y="4769500"/>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92" name="Google Shape;792;p66"/>
              <p:cNvSpPr/>
              <p:nvPr/>
            </p:nvSpPr>
            <p:spPr>
              <a:xfrm flipH="1">
                <a:off x="280375" y="4769500"/>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93" name="Google Shape;793;p66"/>
              <p:cNvSpPr/>
              <p:nvPr/>
            </p:nvSpPr>
            <p:spPr>
              <a:xfrm flipH="1">
                <a:off x="3580700"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94" name="Google Shape;794;p66"/>
              <p:cNvSpPr/>
              <p:nvPr/>
            </p:nvSpPr>
            <p:spPr>
              <a:xfrm flipH="1">
                <a:off x="3213997"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95" name="Google Shape;795;p66"/>
              <p:cNvSpPr/>
              <p:nvPr/>
            </p:nvSpPr>
            <p:spPr>
              <a:xfrm flipH="1">
                <a:off x="2847294"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96" name="Google Shape;796;p66"/>
              <p:cNvSpPr/>
              <p:nvPr/>
            </p:nvSpPr>
            <p:spPr>
              <a:xfrm flipH="1">
                <a:off x="2480592"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97" name="Google Shape;797;p66"/>
              <p:cNvSpPr/>
              <p:nvPr/>
            </p:nvSpPr>
            <p:spPr>
              <a:xfrm flipH="1">
                <a:off x="2113889"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_1">
    <p:spTree>
      <p:nvGrpSpPr>
        <p:cNvPr id="798" name="Shape 798"/>
        <p:cNvGrpSpPr/>
        <p:nvPr/>
      </p:nvGrpSpPr>
      <p:grpSpPr>
        <a:xfrm>
          <a:off x="0" y="0"/>
          <a:ext cx="0" cy="0"/>
          <a:chOff x="0" y="0"/>
          <a:chExt cx="0" cy="0"/>
        </a:xfrm>
      </p:grpSpPr>
      <p:sp>
        <p:nvSpPr>
          <p:cNvPr id="799" name="Google Shape;799;p67"/>
          <p:cNvSpPr txBox="1"/>
          <p:nvPr>
            <p:ph type="title"/>
          </p:nvPr>
        </p:nvSpPr>
        <p:spPr>
          <a:xfrm>
            <a:off x="713225" y="539500"/>
            <a:ext cx="3915900" cy="455700"/>
          </a:xfrm>
          <a:prstGeom prst="rect">
            <a:avLst/>
          </a:prstGeom>
        </p:spPr>
        <p:txBody>
          <a:bodyPr anchorCtr="0" anchor="t" bIns="91425" lIns="91425" spcFirstLastPara="1" rIns="91425" wrap="square" tIns="91425">
            <a:noAutofit/>
          </a:bodyPr>
          <a:lstStyle>
            <a:lvl1pPr lvl="0">
              <a:spcBef>
                <a:spcPts val="0"/>
              </a:spcBef>
              <a:spcAft>
                <a:spcPts val="0"/>
              </a:spcAft>
              <a:buSzPts val="2300"/>
              <a:buNone/>
              <a:defRPr/>
            </a:lvl1pPr>
            <a:lvl2pPr lvl="1">
              <a:spcBef>
                <a:spcPts val="0"/>
              </a:spcBef>
              <a:spcAft>
                <a:spcPts val="0"/>
              </a:spcAft>
              <a:buSzPts val="2300"/>
              <a:buNone/>
              <a:defRPr/>
            </a:lvl2pPr>
            <a:lvl3pPr lvl="2">
              <a:spcBef>
                <a:spcPts val="0"/>
              </a:spcBef>
              <a:spcAft>
                <a:spcPts val="0"/>
              </a:spcAft>
              <a:buSzPts val="2300"/>
              <a:buNone/>
              <a:defRPr/>
            </a:lvl3pPr>
            <a:lvl4pPr lvl="3">
              <a:spcBef>
                <a:spcPts val="0"/>
              </a:spcBef>
              <a:spcAft>
                <a:spcPts val="0"/>
              </a:spcAft>
              <a:buSzPts val="2300"/>
              <a:buNone/>
              <a:defRPr/>
            </a:lvl4pPr>
            <a:lvl5pPr lvl="4">
              <a:spcBef>
                <a:spcPts val="0"/>
              </a:spcBef>
              <a:spcAft>
                <a:spcPts val="0"/>
              </a:spcAft>
              <a:buSzPts val="2300"/>
              <a:buNone/>
              <a:defRPr/>
            </a:lvl5pPr>
            <a:lvl6pPr lvl="5">
              <a:spcBef>
                <a:spcPts val="0"/>
              </a:spcBef>
              <a:spcAft>
                <a:spcPts val="0"/>
              </a:spcAft>
              <a:buSzPts val="2300"/>
              <a:buNone/>
              <a:defRPr/>
            </a:lvl6pPr>
            <a:lvl7pPr lvl="6">
              <a:spcBef>
                <a:spcPts val="0"/>
              </a:spcBef>
              <a:spcAft>
                <a:spcPts val="0"/>
              </a:spcAft>
              <a:buSzPts val="2300"/>
              <a:buNone/>
              <a:defRPr/>
            </a:lvl7pPr>
            <a:lvl8pPr lvl="7">
              <a:spcBef>
                <a:spcPts val="0"/>
              </a:spcBef>
              <a:spcAft>
                <a:spcPts val="0"/>
              </a:spcAft>
              <a:buSzPts val="2300"/>
              <a:buNone/>
              <a:defRPr/>
            </a:lvl8pPr>
            <a:lvl9pPr lvl="8">
              <a:spcBef>
                <a:spcPts val="0"/>
              </a:spcBef>
              <a:spcAft>
                <a:spcPts val="0"/>
              </a:spcAft>
              <a:buSzPts val="2300"/>
              <a:buNone/>
              <a:defRPr/>
            </a:lvl9pPr>
          </a:lstStyle>
          <a:p/>
        </p:txBody>
      </p:sp>
      <p:sp>
        <p:nvSpPr>
          <p:cNvPr id="800" name="Google Shape;800;p67"/>
          <p:cNvSpPr txBox="1"/>
          <p:nvPr>
            <p:ph idx="1" type="subTitle"/>
          </p:nvPr>
        </p:nvSpPr>
        <p:spPr>
          <a:xfrm>
            <a:off x="713225" y="995200"/>
            <a:ext cx="3915900" cy="699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801" name="Google Shape;801;p67"/>
          <p:cNvSpPr/>
          <p:nvPr>
            <p:ph idx="2" type="pic"/>
          </p:nvPr>
        </p:nvSpPr>
        <p:spPr>
          <a:xfrm>
            <a:off x="5629675" y="547051"/>
            <a:ext cx="2801100" cy="4049400"/>
          </a:xfrm>
          <a:prstGeom prst="rect">
            <a:avLst/>
          </a:prstGeom>
          <a:noFill/>
          <a:ln>
            <a:noFill/>
          </a:ln>
        </p:spPr>
      </p:sp>
      <p:sp>
        <p:nvSpPr>
          <p:cNvPr id="802" name="Google Shape;802;p67"/>
          <p:cNvSpPr/>
          <p:nvPr>
            <p:ph idx="3" type="pic"/>
          </p:nvPr>
        </p:nvSpPr>
        <p:spPr>
          <a:xfrm>
            <a:off x="2352039" y="1943850"/>
            <a:ext cx="1505700" cy="2652600"/>
          </a:xfrm>
          <a:prstGeom prst="rect">
            <a:avLst/>
          </a:prstGeom>
          <a:noFill/>
          <a:ln>
            <a:noFill/>
          </a:ln>
        </p:spPr>
      </p:sp>
      <p:sp>
        <p:nvSpPr>
          <p:cNvPr id="803" name="Google Shape;803;p67"/>
          <p:cNvSpPr/>
          <p:nvPr>
            <p:ph idx="4" type="pic"/>
          </p:nvPr>
        </p:nvSpPr>
        <p:spPr>
          <a:xfrm>
            <a:off x="3990853" y="1943850"/>
            <a:ext cx="1505700" cy="2652600"/>
          </a:xfrm>
          <a:prstGeom prst="rect">
            <a:avLst/>
          </a:prstGeom>
          <a:noFill/>
          <a:ln>
            <a:noFill/>
          </a:ln>
        </p:spPr>
      </p:sp>
      <p:sp>
        <p:nvSpPr>
          <p:cNvPr id="804" name="Google Shape;804;p67"/>
          <p:cNvSpPr/>
          <p:nvPr>
            <p:ph idx="5" type="pic"/>
          </p:nvPr>
        </p:nvSpPr>
        <p:spPr>
          <a:xfrm>
            <a:off x="713225" y="1943850"/>
            <a:ext cx="1505700" cy="2652600"/>
          </a:xfrm>
          <a:prstGeom prst="rect">
            <a:avLst/>
          </a:prstGeom>
          <a:noFill/>
          <a:ln>
            <a:noFill/>
          </a:ln>
        </p:spPr>
      </p:sp>
      <p:grpSp>
        <p:nvGrpSpPr>
          <p:cNvPr id="805" name="Google Shape;805;p67"/>
          <p:cNvGrpSpPr/>
          <p:nvPr/>
        </p:nvGrpSpPr>
        <p:grpSpPr>
          <a:xfrm>
            <a:off x="280375" y="4766080"/>
            <a:ext cx="8583125" cy="186900"/>
            <a:chOff x="280375" y="186925"/>
            <a:chExt cx="8583125" cy="186900"/>
          </a:xfrm>
        </p:grpSpPr>
        <p:sp>
          <p:nvSpPr>
            <p:cNvPr id="806" name="Google Shape;806;p67"/>
            <p:cNvSpPr/>
            <p:nvPr/>
          </p:nvSpPr>
          <p:spPr>
            <a:xfrm flipH="1">
              <a:off x="280375"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07" name="Google Shape;807;p67"/>
            <p:cNvSpPr/>
            <p:nvPr/>
          </p:nvSpPr>
          <p:spPr>
            <a:xfrm flipH="1">
              <a:off x="8676600"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_1_1">
    <p:spTree>
      <p:nvGrpSpPr>
        <p:cNvPr id="808" name="Shape 808"/>
        <p:cNvGrpSpPr/>
        <p:nvPr/>
      </p:nvGrpSpPr>
      <p:grpSpPr>
        <a:xfrm>
          <a:off x="0" y="0"/>
          <a:ext cx="0" cy="0"/>
          <a:chOff x="0" y="0"/>
          <a:chExt cx="0" cy="0"/>
        </a:xfrm>
      </p:grpSpPr>
      <p:sp>
        <p:nvSpPr>
          <p:cNvPr id="809" name="Google Shape;809;p68"/>
          <p:cNvSpPr txBox="1"/>
          <p:nvPr>
            <p:ph type="title"/>
          </p:nvPr>
        </p:nvSpPr>
        <p:spPr>
          <a:xfrm>
            <a:off x="722376" y="448056"/>
            <a:ext cx="7708500" cy="576000"/>
          </a:xfrm>
          <a:prstGeom prst="rect">
            <a:avLst/>
          </a:prstGeom>
        </p:spPr>
        <p:txBody>
          <a:bodyPr anchorCtr="0" anchor="t" bIns="91425" lIns="91425" spcFirstLastPara="1" rIns="91425" wrap="square" tIns="91425">
            <a:noAutofit/>
          </a:bodyPr>
          <a:lstStyle>
            <a:lvl1pPr lvl="0">
              <a:spcBef>
                <a:spcPts val="0"/>
              </a:spcBef>
              <a:spcAft>
                <a:spcPts val="0"/>
              </a:spcAft>
              <a:buSzPts val="2300"/>
              <a:buNone/>
              <a:defRPr/>
            </a:lvl1pPr>
            <a:lvl2pPr lvl="1">
              <a:spcBef>
                <a:spcPts val="0"/>
              </a:spcBef>
              <a:spcAft>
                <a:spcPts val="0"/>
              </a:spcAft>
              <a:buSzPts val="2300"/>
              <a:buNone/>
              <a:defRPr/>
            </a:lvl2pPr>
            <a:lvl3pPr lvl="2">
              <a:spcBef>
                <a:spcPts val="0"/>
              </a:spcBef>
              <a:spcAft>
                <a:spcPts val="0"/>
              </a:spcAft>
              <a:buSzPts val="2300"/>
              <a:buNone/>
              <a:defRPr/>
            </a:lvl3pPr>
            <a:lvl4pPr lvl="3">
              <a:spcBef>
                <a:spcPts val="0"/>
              </a:spcBef>
              <a:spcAft>
                <a:spcPts val="0"/>
              </a:spcAft>
              <a:buSzPts val="2300"/>
              <a:buNone/>
              <a:defRPr/>
            </a:lvl4pPr>
            <a:lvl5pPr lvl="4">
              <a:spcBef>
                <a:spcPts val="0"/>
              </a:spcBef>
              <a:spcAft>
                <a:spcPts val="0"/>
              </a:spcAft>
              <a:buSzPts val="2300"/>
              <a:buNone/>
              <a:defRPr/>
            </a:lvl5pPr>
            <a:lvl6pPr lvl="5">
              <a:spcBef>
                <a:spcPts val="0"/>
              </a:spcBef>
              <a:spcAft>
                <a:spcPts val="0"/>
              </a:spcAft>
              <a:buSzPts val="2300"/>
              <a:buNone/>
              <a:defRPr/>
            </a:lvl6pPr>
            <a:lvl7pPr lvl="6">
              <a:spcBef>
                <a:spcPts val="0"/>
              </a:spcBef>
              <a:spcAft>
                <a:spcPts val="0"/>
              </a:spcAft>
              <a:buSzPts val="2300"/>
              <a:buNone/>
              <a:defRPr/>
            </a:lvl7pPr>
            <a:lvl8pPr lvl="7">
              <a:spcBef>
                <a:spcPts val="0"/>
              </a:spcBef>
              <a:spcAft>
                <a:spcPts val="0"/>
              </a:spcAft>
              <a:buSzPts val="2300"/>
              <a:buNone/>
              <a:defRPr/>
            </a:lvl8pPr>
            <a:lvl9pPr lvl="8">
              <a:spcBef>
                <a:spcPts val="0"/>
              </a:spcBef>
              <a:spcAft>
                <a:spcPts val="0"/>
              </a:spcAft>
              <a:buSzPts val="2300"/>
              <a:buNone/>
              <a:defRPr/>
            </a:lvl9pPr>
          </a:lstStyle>
          <a:p/>
        </p:txBody>
      </p:sp>
      <p:sp>
        <p:nvSpPr>
          <p:cNvPr id="810" name="Google Shape;810;p68"/>
          <p:cNvSpPr txBox="1"/>
          <p:nvPr>
            <p:ph idx="1" type="subTitle"/>
          </p:nvPr>
        </p:nvSpPr>
        <p:spPr>
          <a:xfrm>
            <a:off x="722375" y="1151950"/>
            <a:ext cx="7708500" cy="879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Char char="●"/>
              <a:defRPr/>
            </a:lvl1pPr>
            <a:lvl2pPr lvl="1" algn="ctr">
              <a:lnSpc>
                <a:spcPct val="100000"/>
              </a:lnSpc>
              <a:spcBef>
                <a:spcPts val="0"/>
              </a:spcBef>
              <a:spcAft>
                <a:spcPts val="0"/>
              </a:spcAft>
              <a:buSzPts val="1200"/>
              <a:buChar char="○"/>
              <a:defRPr/>
            </a:lvl2pPr>
            <a:lvl3pPr lvl="2" algn="ctr">
              <a:lnSpc>
                <a:spcPct val="100000"/>
              </a:lnSpc>
              <a:spcBef>
                <a:spcPts val="1600"/>
              </a:spcBef>
              <a:spcAft>
                <a:spcPts val="0"/>
              </a:spcAft>
              <a:buSzPts val="1200"/>
              <a:buChar char="■"/>
              <a:defRPr/>
            </a:lvl3pPr>
            <a:lvl4pPr lvl="3" algn="ctr">
              <a:lnSpc>
                <a:spcPct val="100000"/>
              </a:lnSpc>
              <a:spcBef>
                <a:spcPts val="1600"/>
              </a:spcBef>
              <a:spcAft>
                <a:spcPts val="0"/>
              </a:spcAft>
              <a:buSzPts val="1200"/>
              <a:buChar char="●"/>
              <a:defRPr/>
            </a:lvl4pPr>
            <a:lvl5pPr lvl="4" algn="ctr">
              <a:lnSpc>
                <a:spcPct val="100000"/>
              </a:lnSpc>
              <a:spcBef>
                <a:spcPts val="1600"/>
              </a:spcBef>
              <a:spcAft>
                <a:spcPts val="0"/>
              </a:spcAft>
              <a:buSzPts val="1200"/>
              <a:buChar char="○"/>
              <a:defRPr/>
            </a:lvl5pPr>
            <a:lvl6pPr lvl="5" algn="ctr">
              <a:lnSpc>
                <a:spcPct val="100000"/>
              </a:lnSpc>
              <a:spcBef>
                <a:spcPts val="1600"/>
              </a:spcBef>
              <a:spcAft>
                <a:spcPts val="0"/>
              </a:spcAft>
              <a:buSzPts val="1200"/>
              <a:buChar char="■"/>
              <a:defRPr/>
            </a:lvl6pPr>
            <a:lvl7pPr lvl="6" algn="ctr">
              <a:lnSpc>
                <a:spcPct val="100000"/>
              </a:lnSpc>
              <a:spcBef>
                <a:spcPts val="1600"/>
              </a:spcBef>
              <a:spcAft>
                <a:spcPts val="0"/>
              </a:spcAft>
              <a:buSzPts val="1200"/>
              <a:buChar char="●"/>
              <a:defRPr/>
            </a:lvl7pPr>
            <a:lvl8pPr lvl="7" algn="ctr">
              <a:lnSpc>
                <a:spcPct val="100000"/>
              </a:lnSpc>
              <a:spcBef>
                <a:spcPts val="1600"/>
              </a:spcBef>
              <a:spcAft>
                <a:spcPts val="0"/>
              </a:spcAft>
              <a:buSzPts val="1200"/>
              <a:buChar char="○"/>
              <a:defRPr/>
            </a:lvl8pPr>
            <a:lvl9pPr lvl="8" algn="ctr">
              <a:lnSpc>
                <a:spcPct val="100000"/>
              </a:lnSpc>
              <a:spcBef>
                <a:spcPts val="1600"/>
              </a:spcBef>
              <a:spcAft>
                <a:spcPts val="1600"/>
              </a:spcAft>
              <a:buSzPts val="1200"/>
              <a:buChar char="■"/>
              <a:defRPr/>
            </a:lvl9pPr>
          </a:lstStyle>
          <a:p/>
        </p:txBody>
      </p:sp>
      <p:grpSp>
        <p:nvGrpSpPr>
          <p:cNvPr id="811" name="Google Shape;811;p68"/>
          <p:cNvGrpSpPr/>
          <p:nvPr/>
        </p:nvGrpSpPr>
        <p:grpSpPr>
          <a:xfrm>
            <a:off x="280375" y="186925"/>
            <a:ext cx="8583300" cy="4769475"/>
            <a:chOff x="280375" y="186925"/>
            <a:chExt cx="8583300" cy="4769475"/>
          </a:xfrm>
        </p:grpSpPr>
        <p:sp>
          <p:nvSpPr>
            <p:cNvPr id="812" name="Google Shape;812;p68"/>
            <p:cNvSpPr/>
            <p:nvPr/>
          </p:nvSpPr>
          <p:spPr>
            <a:xfrm>
              <a:off x="8676775"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13" name="Google Shape;813;p68"/>
            <p:cNvSpPr/>
            <p:nvPr/>
          </p:nvSpPr>
          <p:spPr>
            <a:xfrm flipH="1">
              <a:off x="280375"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_1_1">
    <p:spTree>
      <p:nvGrpSpPr>
        <p:cNvPr id="814" name="Shape 814"/>
        <p:cNvGrpSpPr/>
        <p:nvPr/>
      </p:nvGrpSpPr>
      <p:grpSpPr>
        <a:xfrm>
          <a:off x="0" y="0"/>
          <a:ext cx="0" cy="0"/>
          <a:chOff x="0" y="0"/>
          <a:chExt cx="0" cy="0"/>
        </a:xfrm>
      </p:grpSpPr>
      <p:sp>
        <p:nvSpPr>
          <p:cNvPr id="815" name="Google Shape;815;p69"/>
          <p:cNvSpPr txBox="1"/>
          <p:nvPr>
            <p:ph type="title"/>
          </p:nvPr>
        </p:nvSpPr>
        <p:spPr>
          <a:xfrm>
            <a:off x="722376" y="448056"/>
            <a:ext cx="7708500" cy="576000"/>
          </a:xfrm>
          <a:prstGeom prst="rect">
            <a:avLst/>
          </a:prstGeom>
        </p:spPr>
        <p:txBody>
          <a:bodyPr anchorCtr="0" anchor="t" bIns="91425" lIns="91425" spcFirstLastPara="1" rIns="91425" wrap="square" tIns="91425">
            <a:noAutofit/>
          </a:bodyPr>
          <a:lstStyle>
            <a:lvl1pPr lvl="0">
              <a:spcBef>
                <a:spcPts val="0"/>
              </a:spcBef>
              <a:spcAft>
                <a:spcPts val="0"/>
              </a:spcAft>
              <a:buSzPts val="2300"/>
              <a:buNone/>
              <a:defRPr/>
            </a:lvl1pPr>
            <a:lvl2pPr lvl="1">
              <a:spcBef>
                <a:spcPts val="0"/>
              </a:spcBef>
              <a:spcAft>
                <a:spcPts val="0"/>
              </a:spcAft>
              <a:buSzPts val="2300"/>
              <a:buNone/>
              <a:defRPr/>
            </a:lvl2pPr>
            <a:lvl3pPr lvl="2">
              <a:spcBef>
                <a:spcPts val="0"/>
              </a:spcBef>
              <a:spcAft>
                <a:spcPts val="0"/>
              </a:spcAft>
              <a:buSzPts val="2300"/>
              <a:buNone/>
              <a:defRPr/>
            </a:lvl3pPr>
            <a:lvl4pPr lvl="3">
              <a:spcBef>
                <a:spcPts val="0"/>
              </a:spcBef>
              <a:spcAft>
                <a:spcPts val="0"/>
              </a:spcAft>
              <a:buSzPts val="2300"/>
              <a:buNone/>
              <a:defRPr/>
            </a:lvl4pPr>
            <a:lvl5pPr lvl="4">
              <a:spcBef>
                <a:spcPts val="0"/>
              </a:spcBef>
              <a:spcAft>
                <a:spcPts val="0"/>
              </a:spcAft>
              <a:buSzPts val="2300"/>
              <a:buNone/>
              <a:defRPr/>
            </a:lvl5pPr>
            <a:lvl6pPr lvl="5">
              <a:spcBef>
                <a:spcPts val="0"/>
              </a:spcBef>
              <a:spcAft>
                <a:spcPts val="0"/>
              </a:spcAft>
              <a:buSzPts val="2300"/>
              <a:buNone/>
              <a:defRPr/>
            </a:lvl6pPr>
            <a:lvl7pPr lvl="6">
              <a:spcBef>
                <a:spcPts val="0"/>
              </a:spcBef>
              <a:spcAft>
                <a:spcPts val="0"/>
              </a:spcAft>
              <a:buSzPts val="2300"/>
              <a:buNone/>
              <a:defRPr/>
            </a:lvl7pPr>
            <a:lvl8pPr lvl="7">
              <a:spcBef>
                <a:spcPts val="0"/>
              </a:spcBef>
              <a:spcAft>
                <a:spcPts val="0"/>
              </a:spcAft>
              <a:buSzPts val="2300"/>
              <a:buNone/>
              <a:defRPr/>
            </a:lvl8pPr>
            <a:lvl9pPr lvl="8">
              <a:spcBef>
                <a:spcPts val="0"/>
              </a:spcBef>
              <a:spcAft>
                <a:spcPts val="0"/>
              </a:spcAft>
              <a:buSzPts val="2300"/>
              <a:buNone/>
              <a:defRPr/>
            </a:lvl9pPr>
          </a:lstStyle>
          <a:p/>
        </p:txBody>
      </p:sp>
      <p:sp>
        <p:nvSpPr>
          <p:cNvPr id="816" name="Google Shape;816;p69"/>
          <p:cNvSpPr txBox="1"/>
          <p:nvPr>
            <p:ph idx="1" type="subTitle"/>
          </p:nvPr>
        </p:nvSpPr>
        <p:spPr>
          <a:xfrm>
            <a:off x="722375" y="1152148"/>
            <a:ext cx="7708500" cy="3451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Char char="●"/>
              <a:defRPr/>
            </a:lvl1pPr>
            <a:lvl2pPr lvl="1" algn="ctr">
              <a:lnSpc>
                <a:spcPct val="100000"/>
              </a:lnSpc>
              <a:spcBef>
                <a:spcPts val="0"/>
              </a:spcBef>
              <a:spcAft>
                <a:spcPts val="0"/>
              </a:spcAft>
              <a:buSzPts val="1200"/>
              <a:buChar char="○"/>
              <a:defRPr/>
            </a:lvl2pPr>
            <a:lvl3pPr lvl="2" algn="ctr">
              <a:lnSpc>
                <a:spcPct val="100000"/>
              </a:lnSpc>
              <a:spcBef>
                <a:spcPts val="1600"/>
              </a:spcBef>
              <a:spcAft>
                <a:spcPts val="0"/>
              </a:spcAft>
              <a:buSzPts val="1200"/>
              <a:buChar char="■"/>
              <a:defRPr/>
            </a:lvl3pPr>
            <a:lvl4pPr lvl="3" algn="ctr">
              <a:lnSpc>
                <a:spcPct val="100000"/>
              </a:lnSpc>
              <a:spcBef>
                <a:spcPts val="1600"/>
              </a:spcBef>
              <a:spcAft>
                <a:spcPts val="0"/>
              </a:spcAft>
              <a:buSzPts val="1200"/>
              <a:buChar char="●"/>
              <a:defRPr/>
            </a:lvl4pPr>
            <a:lvl5pPr lvl="4" algn="ctr">
              <a:lnSpc>
                <a:spcPct val="100000"/>
              </a:lnSpc>
              <a:spcBef>
                <a:spcPts val="1600"/>
              </a:spcBef>
              <a:spcAft>
                <a:spcPts val="0"/>
              </a:spcAft>
              <a:buSzPts val="1200"/>
              <a:buChar char="○"/>
              <a:defRPr/>
            </a:lvl5pPr>
            <a:lvl6pPr lvl="5" algn="ctr">
              <a:lnSpc>
                <a:spcPct val="100000"/>
              </a:lnSpc>
              <a:spcBef>
                <a:spcPts val="1600"/>
              </a:spcBef>
              <a:spcAft>
                <a:spcPts val="0"/>
              </a:spcAft>
              <a:buSzPts val="1200"/>
              <a:buChar char="■"/>
              <a:defRPr/>
            </a:lvl6pPr>
            <a:lvl7pPr lvl="6" algn="ctr">
              <a:lnSpc>
                <a:spcPct val="100000"/>
              </a:lnSpc>
              <a:spcBef>
                <a:spcPts val="1600"/>
              </a:spcBef>
              <a:spcAft>
                <a:spcPts val="0"/>
              </a:spcAft>
              <a:buSzPts val="1200"/>
              <a:buChar char="●"/>
              <a:defRPr/>
            </a:lvl7pPr>
            <a:lvl8pPr lvl="7" algn="ctr">
              <a:lnSpc>
                <a:spcPct val="100000"/>
              </a:lnSpc>
              <a:spcBef>
                <a:spcPts val="1600"/>
              </a:spcBef>
              <a:spcAft>
                <a:spcPts val="0"/>
              </a:spcAft>
              <a:buSzPts val="1200"/>
              <a:buChar char="○"/>
              <a:defRPr/>
            </a:lvl8pPr>
            <a:lvl9pPr lvl="8" algn="ctr">
              <a:lnSpc>
                <a:spcPct val="100000"/>
              </a:lnSpc>
              <a:spcBef>
                <a:spcPts val="1600"/>
              </a:spcBef>
              <a:spcAft>
                <a:spcPts val="1600"/>
              </a:spcAft>
              <a:buSzPts val="1200"/>
              <a:buChar char="■"/>
              <a:defRPr/>
            </a:lvl9pPr>
          </a:lstStyle>
          <a:p/>
        </p:txBody>
      </p:sp>
      <p:grpSp>
        <p:nvGrpSpPr>
          <p:cNvPr id="817" name="Google Shape;817;p69"/>
          <p:cNvGrpSpPr/>
          <p:nvPr/>
        </p:nvGrpSpPr>
        <p:grpSpPr>
          <a:xfrm rot="10800000">
            <a:off x="280375" y="186925"/>
            <a:ext cx="8583300" cy="4769475"/>
            <a:chOff x="280375" y="186925"/>
            <a:chExt cx="8583300" cy="4769475"/>
          </a:xfrm>
        </p:grpSpPr>
        <p:sp>
          <p:nvSpPr>
            <p:cNvPr id="818" name="Google Shape;818;p69"/>
            <p:cNvSpPr/>
            <p:nvPr/>
          </p:nvSpPr>
          <p:spPr>
            <a:xfrm flipH="1">
              <a:off x="280375"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19" name="Google Shape;819;p69"/>
            <p:cNvSpPr/>
            <p:nvPr/>
          </p:nvSpPr>
          <p:spPr>
            <a:xfrm>
              <a:off x="8676775"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20" name="Google Shape;820;p69"/>
            <p:cNvSpPr/>
            <p:nvPr/>
          </p:nvSpPr>
          <p:spPr>
            <a:xfrm>
              <a:off x="8302975" y="4769500"/>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821" name="Shape 821"/>
        <p:cNvGrpSpPr/>
        <p:nvPr/>
      </p:nvGrpSpPr>
      <p:grpSpPr>
        <a:xfrm>
          <a:off x="0" y="0"/>
          <a:ext cx="0" cy="0"/>
          <a:chOff x="0" y="0"/>
          <a:chExt cx="0" cy="0"/>
        </a:xfrm>
      </p:grpSpPr>
      <p:sp>
        <p:nvSpPr>
          <p:cNvPr id="822" name="Google Shape;822;p7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300"/>
              <a:buNone/>
              <a:defRPr/>
            </a:lvl1pPr>
            <a:lvl2pPr lvl="1">
              <a:spcBef>
                <a:spcPts val="0"/>
              </a:spcBef>
              <a:spcAft>
                <a:spcPts val="0"/>
              </a:spcAft>
              <a:buSzPts val="2300"/>
              <a:buNone/>
              <a:defRPr/>
            </a:lvl2pPr>
            <a:lvl3pPr lvl="2">
              <a:spcBef>
                <a:spcPts val="0"/>
              </a:spcBef>
              <a:spcAft>
                <a:spcPts val="0"/>
              </a:spcAft>
              <a:buSzPts val="2300"/>
              <a:buNone/>
              <a:defRPr/>
            </a:lvl3pPr>
            <a:lvl4pPr lvl="3">
              <a:spcBef>
                <a:spcPts val="0"/>
              </a:spcBef>
              <a:spcAft>
                <a:spcPts val="0"/>
              </a:spcAft>
              <a:buSzPts val="2300"/>
              <a:buNone/>
              <a:defRPr/>
            </a:lvl4pPr>
            <a:lvl5pPr lvl="4">
              <a:spcBef>
                <a:spcPts val="0"/>
              </a:spcBef>
              <a:spcAft>
                <a:spcPts val="0"/>
              </a:spcAft>
              <a:buSzPts val="2300"/>
              <a:buNone/>
              <a:defRPr/>
            </a:lvl5pPr>
            <a:lvl6pPr lvl="5">
              <a:spcBef>
                <a:spcPts val="0"/>
              </a:spcBef>
              <a:spcAft>
                <a:spcPts val="0"/>
              </a:spcAft>
              <a:buSzPts val="2300"/>
              <a:buNone/>
              <a:defRPr/>
            </a:lvl6pPr>
            <a:lvl7pPr lvl="6">
              <a:spcBef>
                <a:spcPts val="0"/>
              </a:spcBef>
              <a:spcAft>
                <a:spcPts val="0"/>
              </a:spcAft>
              <a:buSzPts val="2300"/>
              <a:buNone/>
              <a:defRPr/>
            </a:lvl7pPr>
            <a:lvl8pPr lvl="7">
              <a:spcBef>
                <a:spcPts val="0"/>
              </a:spcBef>
              <a:spcAft>
                <a:spcPts val="0"/>
              </a:spcAft>
              <a:buSzPts val="2300"/>
              <a:buNone/>
              <a:defRPr/>
            </a:lvl8pPr>
            <a:lvl9pPr lvl="8">
              <a:spcBef>
                <a:spcPts val="0"/>
              </a:spcBef>
              <a:spcAft>
                <a:spcPts val="0"/>
              </a:spcAft>
              <a:buSzPts val="2300"/>
              <a:buNone/>
              <a:defRPr/>
            </a:lvl9pPr>
          </a:lstStyle>
          <a:p/>
        </p:txBody>
      </p:sp>
      <p:sp>
        <p:nvSpPr>
          <p:cNvPr id="823" name="Google Shape;823;p70"/>
          <p:cNvSpPr txBox="1"/>
          <p:nvPr>
            <p:ph idx="1" type="subTitle"/>
          </p:nvPr>
        </p:nvSpPr>
        <p:spPr>
          <a:xfrm>
            <a:off x="720000" y="2651765"/>
            <a:ext cx="2268300" cy="1501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824" name="Google Shape;824;p70"/>
          <p:cNvSpPr txBox="1"/>
          <p:nvPr>
            <p:ph idx="2" type="subTitle"/>
          </p:nvPr>
        </p:nvSpPr>
        <p:spPr>
          <a:xfrm>
            <a:off x="3437848" y="2651765"/>
            <a:ext cx="2268300" cy="1501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825" name="Google Shape;825;p70"/>
          <p:cNvSpPr txBox="1"/>
          <p:nvPr>
            <p:ph idx="3" type="subTitle"/>
          </p:nvPr>
        </p:nvSpPr>
        <p:spPr>
          <a:xfrm>
            <a:off x="6155700" y="2651765"/>
            <a:ext cx="2268300" cy="1501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826" name="Google Shape;826;p70"/>
          <p:cNvSpPr txBox="1"/>
          <p:nvPr>
            <p:ph idx="4" type="subTitle"/>
          </p:nvPr>
        </p:nvSpPr>
        <p:spPr>
          <a:xfrm>
            <a:off x="720000" y="2148850"/>
            <a:ext cx="2268300" cy="527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27" name="Google Shape;827;p70"/>
          <p:cNvSpPr txBox="1"/>
          <p:nvPr>
            <p:ph idx="5" type="subTitle"/>
          </p:nvPr>
        </p:nvSpPr>
        <p:spPr>
          <a:xfrm>
            <a:off x="3437852" y="2148850"/>
            <a:ext cx="2268300" cy="527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28" name="Google Shape;828;p70"/>
          <p:cNvSpPr txBox="1"/>
          <p:nvPr>
            <p:ph idx="6" type="subTitle"/>
          </p:nvPr>
        </p:nvSpPr>
        <p:spPr>
          <a:xfrm>
            <a:off x="6155700" y="2148850"/>
            <a:ext cx="2268300" cy="527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829" name="Google Shape;829;p70"/>
          <p:cNvGrpSpPr/>
          <p:nvPr/>
        </p:nvGrpSpPr>
        <p:grpSpPr>
          <a:xfrm>
            <a:off x="280375" y="186925"/>
            <a:ext cx="8583125" cy="186900"/>
            <a:chOff x="280375" y="186925"/>
            <a:chExt cx="8583125" cy="186900"/>
          </a:xfrm>
        </p:grpSpPr>
        <p:sp>
          <p:nvSpPr>
            <p:cNvPr id="830" name="Google Shape;830;p70"/>
            <p:cNvSpPr/>
            <p:nvPr/>
          </p:nvSpPr>
          <p:spPr>
            <a:xfrm flipH="1">
              <a:off x="280375"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31" name="Google Shape;831;p70"/>
            <p:cNvSpPr/>
            <p:nvPr/>
          </p:nvSpPr>
          <p:spPr>
            <a:xfrm flipH="1">
              <a:off x="8676600"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832" name="Shape 832"/>
        <p:cNvGrpSpPr/>
        <p:nvPr/>
      </p:nvGrpSpPr>
      <p:grpSpPr>
        <a:xfrm>
          <a:off x="0" y="0"/>
          <a:ext cx="0" cy="0"/>
          <a:chOff x="0" y="0"/>
          <a:chExt cx="0" cy="0"/>
        </a:xfrm>
      </p:grpSpPr>
      <p:sp>
        <p:nvSpPr>
          <p:cNvPr id="833" name="Google Shape;833;p7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300"/>
              <a:buNone/>
              <a:defRPr/>
            </a:lvl1pPr>
            <a:lvl2pPr lvl="1">
              <a:spcBef>
                <a:spcPts val="0"/>
              </a:spcBef>
              <a:spcAft>
                <a:spcPts val="0"/>
              </a:spcAft>
              <a:buSzPts val="2300"/>
              <a:buNone/>
              <a:defRPr/>
            </a:lvl2pPr>
            <a:lvl3pPr lvl="2">
              <a:spcBef>
                <a:spcPts val="0"/>
              </a:spcBef>
              <a:spcAft>
                <a:spcPts val="0"/>
              </a:spcAft>
              <a:buSzPts val="2300"/>
              <a:buNone/>
              <a:defRPr/>
            </a:lvl3pPr>
            <a:lvl4pPr lvl="3">
              <a:spcBef>
                <a:spcPts val="0"/>
              </a:spcBef>
              <a:spcAft>
                <a:spcPts val="0"/>
              </a:spcAft>
              <a:buSzPts val="2300"/>
              <a:buNone/>
              <a:defRPr/>
            </a:lvl4pPr>
            <a:lvl5pPr lvl="4">
              <a:spcBef>
                <a:spcPts val="0"/>
              </a:spcBef>
              <a:spcAft>
                <a:spcPts val="0"/>
              </a:spcAft>
              <a:buSzPts val="2300"/>
              <a:buNone/>
              <a:defRPr/>
            </a:lvl5pPr>
            <a:lvl6pPr lvl="5">
              <a:spcBef>
                <a:spcPts val="0"/>
              </a:spcBef>
              <a:spcAft>
                <a:spcPts val="0"/>
              </a:spcAft>
              <a:buSzPts val="2300"/>
              <a:buNone/>
              <a:defRPr/>
            </a:lvl6pPr>
            <a:lvl7pPr lvl="6">
              <a:spcBef>
                <a:spcPts val="0"/>
              </a:spcBef>
              <a:spcAft>
                <a:spcPts val="0"/>
              </a:spcAft>
              <a:buSzPts val="2300"/>
              <a:buNone/>
              <a:defRPr/>
            </a:lvl7pPr>
            <a:lvl8pPr lvl="7">
              <a:spcBef>
                <a:spcPts val="0"/>
              </a:spcBef>
              <a:spcAft>
                <a:spcPts val="0"/>
              </a:spcAft>
              <a:buSzPts val="2300"/>
              <a:buNone/>
              <a:defRPr/>
            </a:lvl8pPr>
            <a:lvl9pPr lvl="8">
              <a:spcBef>
                <a:spcPts val="0"/>
              </a:spcBef>
              <a:spcAft>
                <a:spcPts val="0"/>
              </a:spcAft>
              <a:buSzPts val="2300"/>
              <a:buNone/>
              <a:defRPr/>
            </a:lvl9pPr>
          </a:lstStyle>
          <a:p/>
        </p:txBody>
      </p:sp>
      <p:sp>
        <p:nvSpPr>
          <p:cNvPr id="834" name="Google Shape;834;p71"/>
          <p:cNvSpPr txBox="1"/>
          <p:nvPr>
            <p:ph idx="1" type="subTitle"/>
          </p:nvPr>
        </p:nvSpPr>
        <p:spPr>
          <a:xfrm>
            <a:off x="1481825" y="1672700"/>
            <a:ext cx="29754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835" name="Google Shape;835;p71"/>
          <p:cNvSpPr txBox="1"/>
          <p:nvPr>
            <p:ph idx="2" type="subTitle"/>
          </p:nvPr>
        </p:nvSpPr>
        <p:spPr>
          <a:xfrm>
            <a:off x="5460778" y="1672700"/>
            <a:ext cx="29754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836" name="Google Shape;836;p71"/>
          <p:cNvSpPr txBox="1"/>
          <p:nvPr>
            <p:ph idx="3" type="subTitle"/>
          </p:nvPr>
        </p:nvSpPr>
        <p:spPr>
          <a:xfrm>
            <a:off x="1481825" y="3561875"/>
            <a:ext cx="29754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837" name="Google Shape;837;p71"/>
          <p:cNvSpPr txBox="1"/>
          <p:nvPr>
            <p:ph idx="4" type="subTitle"/>
          </p:nvPr>
        </p:nvSpPr>
        <p:spPr>
          <a:xfrm>
            <a:off x="5460778" y="3561875"/>
            <a:ext cx="29754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838" name="Google Shape;838;p71"/>
          <p:cNvSpPr txBox="1"/>
          <p:nvPr>
            <p:ph idx="5" type="subTitle"/>
          </p:nvPr>
        </p:nvSpPr>
        <p:spPr>
          <a:xfrm>
            <a:off x="1481825" y="1379350"/>
            <a:ext cx="29754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39" name="Google Shape;839;p71"/>
          <p:cNvSpPr txBox="1"/>
          <p:nvPr>
            <p:ph idx="6" type="subTitle"/>
          </p:nvPr>
        </p:nvSpPr>
        <p:spPr>
          <a:xfrm>
            <a:off x="1481825" y="3268600"/>
            <a:ext cx="29754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40" name="Google Shape;840;p71"/>
          <p:cNvSpPr txBox="1"/>
          <p:nvPr>
            <p:ph idx="7" type="subTitle"/>
          </p:nvPr>
        </p:nvSpPr>
        <p:spPr>
          <a:xfrm>
            <a:off x="5460750" y="1379350"/>
            <a:ext cx="29754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41" name="Google Shape;841;p71"/>
          <p:cNvSpPr txBox="1"/>
          <p:nvPr>
            <p:ph idx="8" type="subTitle"/>
          </p:nvPr>
        </p:nvSpPr>
        <p:spPr>
          <a:xfrm>
            <a:off x="5460750" y="3268600"/>
            <a:ext cx="29754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842" name="Google Shape;842;p71"/>
          <p:cNvGrpSpPr/>
          <p:nvPr/>
        </p:nvGrpSpPr>
        <p:grpSpPr>
          <a:xfrm flipH="1">
            <a:off x="280300" y="186475"/>
            <a:ext cx="8584028" cy="4769800"/>
            <a:chOff x="280300" y="186475"/>
            <a:chExt cx="8584028" cy="4769800"/>
          </a:xfrm>
        </p:grpSpPr>
        <p:grpSp>
          <p:nvGrpSpPr>
            <p:cNvPr id="843" name="Google Shape;843;p71"/>
            <p:cNvGrpSpPr/>
            <p:nvPr/>
          </p:nvGrpSpPr>
          <p:grpSpPr>
            <a:xfrm>
              <a:off x="280300" y="186475"/>
              <a:ext cx="1297219" cy="186900"/>
              <a:chOff x="280300" y="186475"/>
              <a:chExt cx="1297219" cy="186900"/>
            </a:xfrm>
          </p:grpSpPr>
          <p:grpSp>
            <p:nvGrpSpPr>
              <p:cNvPr id="844" name="Google Shape;844;p71"/>
              <p:cNvGrpSpPr/>
              <p:nvPr/>
            </p:nvGrpSpPr>
            <p:grpSpPr>
              <a:xfrm flipH="1">
                <a:off x="280300" y="186475"/>
                <a:ext cx="553603" cy="186900"/>
                <a:chOff x="3213997" y="4769500"/>
                <a:chExt cx="553603" cy="186900"/>
              </a:xfrm>
            </p:grpSpPr>
            <p:sp>
              <p:nvSpPr>
                <p:cNvPr id="845" name="Google Shape;845;p71"/>
                <p:cNvSpPr/>
                <p:nvPr/>
              </p:nvSpPr>
              <p:spPr>
                <a:xfrm flipH="1">
                  <a:off x="3580700"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46" name="Google Shape;846;p71"/>
                <p:cNvSpPr/>
                <p:nvPr/>
              </p:nvSpPr>
              <p:spPr>
                <a:xfrm flipH="1">
                  <a:off x="3213997"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847" name="Google Shape;847;p71"/>
              <p:cNvGrpSpPr/>
              <p:nvPr/>
            </p:nvGrpSpPr>
            <p:grpSpPr>
              <a:xfrm flipH="1">
                <a:off x="1023916" y="186475"/>
                <a:ext cx="553603" cy="186900"/>
                <a:chOff x="3213997" y="4769500"/>
                <a:chExt cx="553603" cy="186900"/>
              </a:xfrm>
            </p:grpSpPr>
            <p:sp>
              <p:nvSpPr>
                <p:cNvPr id="848" name="Google Shape;848;p71"/>
                <p:cNvSpPr/>
                <p:nvPr/>
              </p:nvSpPr>
              <p:spPr>
                <a:xfrm flipH="1">
                  <a:off x="3580700" y="4769500"/>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49" name="Google Shape;849;p71"/>
                <p:cNvSpPr/>
                <p:nvPr/>
              </p:nvSpPr>
              <p:spPr>
                <a:xfrm flipH="1">
                  <a:off x="3213997" y="4769500"/>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grpSp>
          <p:nvGrpSpPr>
            <p:cNvPr id="850" name="Google Shape;850;p71"/>
            <p:cNvGrpSpPr/>
            <p:nvPr/>
          </p:nvGrpSpPr>
          <p:grpSpPr>
            <a:xfrm>
              <a:off x="7556832" y="4769375"/>
              <a:ext cx="1307496" cy="186900"/>
              <a:chOff x="7556832" y="4769375"/>
              <a:chExt cx="1307496" cy="186900"/>
            </a:xfrm>
          </p:grpSpPr>
          <p:sp>
            <p:nvSpPr>
              <p:cNvPr id="851" name="Google Shape;851;p71"/>
              <p:cNvSpPr/>
              <p:nvPr/>
            </p:nvSpPr>
            <p:spPr>
              <a:xfrm>
                <a:off x="8310725" y="476937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52" name="Google Shape;852;p71"/>
              <p:cNvSpPr/>
              <p:nvPr/>
            </p:nvSpPr>
            <p:spPr>
              <a:xfrm>
                <a:off x="8677428" y="476937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53" name="Google Shape;853;p71"/>
              <p:cNvSpPr/>
              <p:nvPr/>
            </p:nvSpPr>
            <p:spPr>
              <a:xfrm>
                <a:off x="7556832" y="4769375"/>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54" name="Google Shape;854;p71"/>
              <p:cNvSpPr/>
              <p:nvPr/>
            </p:nvSpPr>
            <p:spPr>
              <a:xfrm>
                <a:off x="7925697" y="4769375"/>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855" name="Shape 855"/>
        <p:cNvGrpSpPr/>
        <p:nvPr/>
      </p:nvGrpSpPr>
      <p:grpSpPr>
        <a:xfrm>
          <a:off x="0" y="0"/>
          <a:ext cx="0" cy="0"/>
          <a:chOff x="0" y="0"/>
          <a:chExt cx="0" cy="0"/>
        </a:xfrm>
      </p:grpSpPr>
      <p:sp>
        <p:nvSpPr>
          <p:cNvPr id="856" name="Google Shape;856;p7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300"/>
              <a:buNone/>
              <a:defRPr/>
            </a:lvl1pPr>
            <a:lvl2pPr lvl="1">
              <a:spcBef>
                <a:spcPts val="0"/>
              </a:spcBef>
              <a:spcAft>
                <a:spcPts val="0"/>
              </a:spcAft>
              <a:buSzPts val="2300"/>
              <a:buNone/>
              <a:defRPr/>
            </a:lvl2pPr>
            <a:lvl3pPr lvl="2">
              <a:spcBef>
                <a:spcPts val="0"/>
              </a:spcBef>
              <a:spcAft>
                <a:spcPts val="0"/>
              </a:spcAft>
              <a:buSzPts val="2300"/>
              <a:buNone/>
              <a:defRPr/>
            </a:lvl3pPr>
            <a:lvl4pPr lvl="3">
              <a:spcBef>
                <a:spcPts val="0"/>
              </a:spcBef>
              <a:spcAft>
                <a:spcPts val="0"/>
              </a:spcAft>
              <a:buSzPts val="2300"/>
              <a:buNone/>
              <a:defRPr/>
            </a:lvl4pPr>
            <a:lvl5pPr lvl="4">
              <a:spcBef>
                <a:spcPts val="0"/>
              </a:spcBef>
              <a:spcAft>
                <a:spcPts val="0"/>
              </a:spcAft>
              <a:buSzPts val="2300"/>
              <a:buNone/>
              <a:defRPr/>
            </a:lvl5pPr>
            <a:lvl6pPr lvl="5">
              <a:spcBef>
                <a:spcPts val="0"/>
              </a:spcBef>
              <a:spcAft>
                <a:spcPts val="0"/>
              </a:spcAft>
              <a:buSzPts val="2300"/>
              <a:buNone/>
              <a:defRPr/>
            </a:lvl6pPr>
            <a:lvl7pPr lvl="6">
              <a:spcBef>
                <a:spcPts val="0"/>
              </a:spcBef>
              <a:spcAft>
                <a:spcPts val="0"/>
              </a:spcAft>
              <a:buSzPts val="2300"/>
              <a:buNone/>
              <a:defRPr/>
            </a:lvl7pPr>
            <a:lvl8pPr lvl="7">
              <a:spcBef>
                <a:spcPts val="0"/>
              </a:spcBef>
              <a:spcAft>
                <a:spcPts val="0"/>
              </a:spcAft>
              <a:buSzPts val="2300"/>
              <a:buNone/>
              <a:defRPr/>
            </a:lvl8pPr>
            <a:lvl9pPr lvl="8">
              <a:spcBef>
                <a:spcPts val="0"/>
              </a:spcBef>
              <a:spcAft>
                <a:spcPts val="0"/>
              </a:spcAft>
              <a:buSzPts val="2300"/>
              <a:buNone/>
              <a:defRPr/>
            </a:lvl9pPr>
          </a:lstStyle>
          <a:p/>
        </p:txBody>
      </p:sp>
      <p:sp>
        <p:nvSpPr>
          <p:cNvPr id="857" name="Google Shape;857;p72"/>
          <p:cNvSpPr txBox="1"/>
          <p:nvPr>
            <p:ph idx="1" type="subTitle"/>
          </p:nvPr>
        </p:nvSpPr>
        <p:spPr>
          <a:xfrm>
            <a:off x="720000" y="1633972"/>
            <a:ext cx="2059200" cy="1105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858" name="Google Shape;858;p72"/>
          <p:cNvSpPr txBox="1"/>
          <p:nvPr>
            <p:ph idx="2" type="subTitle"/>
          </p:nvPr>
        </p:nvSpPr>
        <p:spPr>
          <a:xfrm>
            <a:off x="3579000" y="1633972"/>
            <a:ext cx="2059200" cy="1105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859" name="Google Shape;859;p72"/>
          <p:cNvSpPr txBox="1"/>
          <p:nvPr>
            <p:ph idx="3" type="subTitle"/>
          </p:nvPr>
        </p:nvSpPr>
        <p:spPr>
          <a:xfrm>
            <a:off x="720000" y="3516654"/>
            <a:ext cx="2059200" cy="1105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860" name="Google Shape;860;p72"/>
          <p:cNvSpPr txBox="1"/>
          <p:nvPr>
            <p:ph idx="4" type="subTitle"/>
          </p:nvPr>
        </p:nvSpPr>
        <p:spPr>
          <a:xfrm>
            <a:off x="3579000" y="3516654"/>
            <a:ext cx="2059200" cy="1105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861" name="Google Shape;861;p72"/>
          <p:cNvSpPr txBox="1"/>
          <p:nvPr>
            <p:ph idx="5" type="subTitle"/>
          </p:nvPr>
        </p:nvSpPr>
        <p:spPr>
          <a:xfrm>
            <a:off x="6364800" y="1633972"/>
            <a:ext cx="2059200" cy="1105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862" name="Google Shape;862;p72"/>
          <p:cNvSpPr txBox="1"/>
          <p:nvPr>
            <p:ph idx="6" type="subTitle"/>
          </p:nvPr>
        </p:nvSpPr>
        <p:spPr>
          <a:xfrm>
            <a:off x="6364800" y="3516654"/>
            <a:ext cx="2059200" cy="1105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863" name="Google Shape;863;p72"/>
          <p:cNvSpPr txBox="1"/>
          <p:nvPr>
            <p:ph idx="7" type="subTitle"/>
          </p:nvPr>
        </p:nvSpPr>
        <p:spPr>
          <a:xfrm>
            <a:off x="720000" y="1336275"/>
            <a:ext cx="20574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64" name="Google Shape;864;p72"/>
          <p:cNvSpPr txBox="1"/>
          <p:nvPr>
            <p:ph idx="8" type="subTitle"/>
          </p:nvPr>
        </p:nvSpPr>
        <p:spPr>
          <a:xfrm>
            <a:off x="3579000" y="1336275"/>
            <a:ext cx="20571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65" name="Google Shape;865;p72"/>
          <p:cNvSpPr txBox="1"/>
          <p:nvPr>
            <p:ph idx="9" type="subTitle"/>
          </p:nvPr>
        </p:nvSpPr>
        <p:spPr>
          <a:xfrm>
            <a:off x="6366666" y="1336275"/>
            <a:ext cx="20574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66" name="Google Shape;866;p72"/>
          <p:cNvSpPr txBox="1"/>
          <p:nvPr>
            <p:ph idx="13" type="subTitle"/>
          </p:nvPr>
        </p:nvSpPr>
        <p:spPr>
          <a:xfrm>
            <a:off x="720000" y="3215756"/>
            <a:ext cx="20574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67" name="Google Shape;867;p72"/>
          <p:cNvSpPr txBox="1"/>
          <p:nvPr>
            <p:ph idx="14" type="subTitle"/>
          </p:nvPr>
        </p:nvSpPr>
        <p:spPr>
          <a:xfrm>
            <a:off x="3579000" y="3215756"/>
            <a:ext cx="20571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68" name="Google Shape;868;p72"/>
          <p:cNvSpPr txBox="1"/>
          <p:nvPr>
            <p:ph idx="15" type="subTitle"/>
          </p:nvPr>
        </p:nvSpPr>
        <p:spPr>
          <a:xfrm>
            <a:off x="6366666" y="3215756"/>
            <a:ext cx="20574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869" name="Google Shape;869;p72"/>
          <p:cNvGrpSpPr/>
          <p:nvPr/>
        </p:nvGrpSpPr>
        <p:grpSpPr>
          <a:xfrm>
            <a:off x="280375" y="186925"/>
            <a:ext cx="8583300" cy="4769475"/>
            <a:chOff x="280375" y="186925"/>
            <a:chExt cx="8583300" cy="4769475"/>
          </a:xfrm>
        </p:grpSpPr>
        <p:sp>
          <p:nvSpPr>
            <p:cNvPr id="870" name="Google Shape;870;p72"/>
            <p:cNvSpPr/>
            <p:nvPr/>
          </p:nvSpPr>
          <p:spPr>
            <a:xfrm flipH="1">
              <a:off x="280375"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71" name="Google Shape;871;p72"/>
            <p:cNvSpPr/>
            <p:nvPr/>
          </p:nvSpPr>
          <p:spPr>
            <a:xfrm>
              <a:off x="8676775"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872" name="Shape 872"/>
        <p:cNvGrpSpPr/>
        <p:nvPr/>
      </p:nvGrpSpPr>
      <p:grpSpPr>
        <a:xfrm>
          <a:off x="0" y="0"/>
          <a:ext cx="0" cy="0"/>
          <a:chOff x="0" y="0"/>
          <a:chExt cx="0" cy="0"/>
        </a:xfrm>
      </p:grpSpPr>
      <p:sp>
        <p:nvSpPr>
          <p:cNvPr id="873" name="Google Shape;873;p73"/>
          <p:cNvSpPr txBox="1"/>
          <p:nvPr>
            <p:ph hasCustomPrompt="1" type="title"/>
          </p:nvPr>
        </p:nvSpPr>
        <p:spPr>
          <a:xfrm>
            <a:off x="2231252" y="2074357"/>
            <a:ext cx="4681500" cy="768900"/>
          </a:xfrm>
          <a:prstGeom prst="rect">
            <a:avLst/>
          </a:prstGeom>
          <a:noFill/>
        </p:spPr>
        <p:txBody>
          <a:bodyPr anchorCtr="0" anchor="ctr" bIns="91425" lIns="91425" spcFirstLastPara="1" rIns="91425" wrap="square" tIns="91425">
            <a:noAutofit/>
          </a:bodyPr>
          <a:lstStyle>
            <a:lvl1pPr lvl="0">
              <a:spcBef>
                <a:spcPts val="0"/>
              </a:spcBef>
              <a:spcAft>
                <a:spcPts val="0"/>
              </a:spcAft>
              <a:buClr>
                <a:schemeClr val="lt1"/>
              </a:buClr>
              <a:buSzPts val="6000"/>
              <a:buNone/>
              <a:defRPr sz="4500">
                <a:solidFill>
                  <a:schemeClr val="accent6"/>
                </a:solidFill>
                <a:latin typeface="Lexend Mega Light"/>
                <a:ea typeface="Lexend Mega Light"/>
                <a:cs typeface="Lexend Mega Light"/>
                <a:sym typeface="Lexend Mega Light"/>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874" name="Google Shape;874;p73"/>
          <p:cNvSpPr txBox="1"/>
          <p:nvPr>
            <p:ph idx="1" type="subTitle"/>
          </p:nvPr>
        </p:nvSpPr>
        <p:spPr>
          <a:xfrm>
            <a:off x="2231252" y="2843255"/>
            <a:ext cx="4681500" cy="4188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dk1"/>
              </a:buClr>
              <a:buSzPts val="1200"/>
              <a:buFont typeface="PT Sans"/>
              <a:buNone/>
              <a:defRPr>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875" name="Google Shape;875;p73"/>
          <p:cNvSpPr txBox="1"/>
          <p:nvPr>
            <p:ph hasCustomPrompt="1" idx="2" type="title"/>
          </p:nvPr>
        </p:nvSpPr>
        <p:spPr>
          <a:xfrm>
            <a:off x="2231237" y="727550"/>
            <a:ext cx="4681500" cy="768900"/>
          </a:xfrm>
          <a:prstGeom prst="rect">
            <a:avLst/>
          </a:prstGeom>
          <a:noFill/>
        </p:spPr>
        <p:txBody>
          <a:bodyPr anchorCtr="0" anchor="ctr" bIns="91425" lIns="91425" spcFirstLastPara="1" rIns="91425" wrap="square" tIns="91425">
            <a:noAutofit/>
          </a:bodyPr>
          <a:lstStyle>
            <a:lvl1pPr lvl="0">
              <a:spcBef>
                <a:spcPts val="0"/>
              </a:spcBef>
              <a:spcAft>
                <a:spcPts val="0"/>
              </a:spcAft>
              <a:buClr>
                <a:schemeClr val="lt1"/>
              </a:buClr>
              <a:buSzPts val="6000"/>
              <a:buNone/>
              <a:defRPr sz="4500">
                <a:solidFill>
                  <a:schemeClr val="accent6"/>
                </a:solidFill>
                <a:latin typeface="Lexend Mega Light"/>
                <a:ea typeface="Lexend Mega Light"/>
                <a:cs typeface="Lexend Mega Light"/>
                <a:sym typeface="Lexend Mega Light"/>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876" name="Google Shape;876;p73"/>
          <p:cNvSpPr txBox="1"/>
          <p:nvPr>
            <p:ph idx="3" type="subTitle"/>
          </p:nvPr>
        </p:nvSpPr>
        <p:spPr>
          <a:xfrm>
            <a:off x="2231237" y="1496459"/>
            <a:ext cx="4681500" cy="4188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dk1"/>
              </a:buClr>
              <a:buSzPts val="1200"/>
              <a:buFont typeface="PT Sans"/>
              <a:buNone/>
              <a:defRPr>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877" name="Google Shape;877;p73"/>
          <p:cNvSpPr txBox="1"/>
          <p:nvPr>
            <p:ph hasCustomPrompt="1" idx="4" type="title"/>
          </p:nvPr>
        </p:nvSpPr>
        <p:spPr>
          <a:xfrm>
            <a:off x="2231237" y="3422333"/>
            <a:ext cx="4681500" cy="768900"/>
          </a:xfrm>
          <a:prstGeom prst="rect">
            <a:avLst/>
          </a:prstGeom>
          <a:noFill/>
        </p:spPr>
        <p:txBody>
          <a:bodyPr anchorCtr="0" anchor="ctr" bIns="91425" lIns="91425" spcFirstLastPara="1" rIns="91425" wrap="square" tIns="91425">
            <a:noAutofit/>
          </a:bodyPr>
          <a:lstStyle>
            <a:lvl1pPr lvl="0">
              <a:spcBef>
                <a:spcPts val="0"/>
              </a:spcBef>
              <a:spcAft>
                <a:spcPts val="0"/>
              </a:spcAft>
              <a:buClr>
                <a:schemeClr val="lt1"/>
              </a:buClr>
              <a:buSzPts val="6000"/>
              <a:buNone/>
              <a:defRPr sz="4500">
                <a:solidFill>
                  <a:schemeClr val="accent6"/>
                </a:solidFill>
                <a:latin typeface="Lexend Mega Light"/>
                <a:ea typeface="Lexend Mega Light"/>
                <a:cs typeface="Lexend Mega Light"/>
                <a:sym typeface="Lexend Mega Light"/>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878" name="Google Shape;878;p73"/>
          <p:cNvSpPr txBox="1"/>
          <p:nvPr>
            <p:ph idx="5" type="subTitle"/>
          </p:nvPr>
        </p:nvSpPr>
        <p:spPr>
          <a:xfrm>
            <a:off x="2231237" y="4191230"/>
            <a:ext cx="4681500" cy="4188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dk1"/>
              </a:buClr>
              <a:buSzPts val="1200"/>
              <a:buFont typeface="PT Sans"/>
              <a:buNone/>
              <a:defRPr>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879" name="Shape 879"/>
        <p:cNvGrpSpPr/>
        <p:nvPr/>
      </p:nvGrpSpPr>
      <p:grpSpPr>
        <a:xfrm>
          <a:off x="0" y="0"/>
          <a:ext cx="0" cy="0"/>
          <a:chOff x="0" y="0"/>
          <a:chExt cx="0" cy="0"/>
        </a:xfrm>
      </p:grpSpPr>
      <p:sp>
        <p:nvSpPr>
          <p:cNvPr id="880" name="Google Shape;880;p7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300"/>
              <a:buNone/>
              <a:defRPr/>
            </a:lvl1pPr>
            <a:lvl2pPr lvl="1">
              <a:spcBef>
                <a:spcPts val="0"/>
              </a:spcBef>
              <a:spcAft>
                <a:spcPts val="0"/>
              </a:spcAft>
              <a:buSzPts val="2300"/>
              <a:buNone/>
              <a:defRPr/>
            </a:lvl2pPr>
            <a:lvl3pPr lvl="2">
              <a:spcBef>
                <a:spcPts val="0"/>
              </a:spcBef>
              <a:spcAft>
                <a:spcPts val="0"/>
              </a:spcAft>
              <a:buSzPts val="2300"/>
              <a:buNone/>
              <a:defRPr/>
            </a:lvl3pPr>
            <a:lvl4pPr lvl="3">
              <a:spcBef>
                <a:spcPts val="0"/>
              </a:spcBef>
              <a:spcAft>
                <a:spcPts val="0"/>
              </a:spcAft>
              <a:buSzPts val="2300"/>
              <a:buNone/>
              <a:defRPr/>
            </a:lvl4pPr>
            <a:lvl5pPr lvl="4">
              <a:spcBef>
                <a:spcPts val="0"/>
              </a:spcBef>
              <a:spcAft>
                <a:spcPts val="0"/>
              </a:spcAft>
              <a:buSzPts val="2300"/>
              <a:buNone/>
              <a:defRPr/>
            </a:lvl5pPr>
            <a:lvl6pPr lvl="5">
              <a:spcBef>
                <a:spcPts val="0"/>
              </a:spcBef>
              <a:spcAft>
                <a:spcPts val="0"/>
              </a:spcAft>
              <a:buSzPts val="2300"/>
              <a:buNone/>
              <a:defRPr/>
            </a:lvl6pPr>
            <a:lvl7pPr lvl="6">
              <a:spcBef>
                <a:spcPts val="0"/>
              </a:spcBef>
              <a:spcAft>
                <a:spcPts val="0"/>
              </a:spcAft>
              <a:buSzPts val="2300"/>
              <a:buNone/>
              <a:defRPr/>
            </a:lvl7pPr>
            <a:lvl8pPr lvl="7">
              <a:spcBef>
                <a:spcPts val="0"/>
              </a:spcBef>
              <a:spcAft>
                <a:spcPts val="0"/>
              </a:spcAft>
              <a:buSzPts val="2300"/>
              <a:buNone/>
              <a:defRPr/>
            </a:lvl8pPr>
            <a:lvl9pPr lvl="8">
              <a:spcBef>
                <a:spcPts val="0"/>
              </a:spcBef>
              <a:spcAft>
                <a:spcPts val="0"/>
              </a:spcAft>
              <a:buSzPts val="2300"/>
              <a:buNone/>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881" name="Shape 881"/>
        <p:cNvGrpSpPr/>
        <p:nvPr/>
      </p:nvGrpSpPr>
      <p:grpSpPr>
        <a:xfrm>
          <a:off x="0" y="0"/>
          <a:ext cx="0" cy="0"/>
          <a:chOff x="0" y="0"/>
          <a:chExt cx="0" cy="0"/>
        </a:xfrm>
      </p:grpSpPr>
      <p:sp>
        <p:nvSpPr>
          <p:cNvPr id="882" name="Google Shape;882;p7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300"/>
              <a:buNone/>
              <a:defRPr/>
            </a:lvl1pPr>
            <a:lvl2pPr lvl="1">
              <a:spcBef>
                <a:spcPts val="0"/>
              </a:spcBef>
              <a:spcAft>
                <a:spcPts val="0"/>
              </a:spcAft>
              <a:buSzPts val="2300"/>
              <a:buNone/>
              <a:defRPr/>
            </a:lvl2pPr>
            <a:lvl3pPr lvl="2">
              <a:spcBef>
                <a:spcPts val="0"/>
              </a:spcBef>
              <a:spcAft>
                <a:spcPts val="0"/>
              </a:spcAft>
              <a:buSzPts val="2300"/>
              <a:buNone/>
              <a:defRPr/>
            </a:lvl3pPr>
            <a:lvl4pPr lvl="3">
              <a:spcBef>
                <a:spcPts val="0"/>
              </a:spcBef>
              <a:spcAft>
                <a:spcPts val="0"/>
              </a:spcAft>
              <a:buSzPts val="2300"/>
              <a:buNone/>
              <a:defRPr/>
            </a:lvl4pPr>
            <a:lvl5pPr lvl="4">
              <a:spcBef>
                <a:spcPts val="0"/>
              </a:spcBef>
              <a:spcAft>
                <a:spcPts val="0"/>
              </a:spcAft>
              <a:buSzPts val="2300"/>
              <a:buNone/>
              <a:defRPr/>
            </a:lvl5pPr>
            <a:lvl6pPr lvl="5">
              <a:spcBef>
                <a:spcPts val="0"/>
              </a:spcBef>
              <a:spcAft>
                <a:spcPts val="0"/>
              </a:spcAft>
              <a:buSzPts val="2300"/>
              <a:buNone/>
              <a:defRPr/>
            </a:lvl6pPr>
            <a:lvl7pPr lvl="6">
              <a:spcBef>
                <a:spcPts val="0"/>
              </a:spcBef>
              <a:spcAft>
                <a:spcPts val="0"/>
              </a:spcAft>
              <a:buSzPts val="2300"/>
              <a:buNone/>
              <a:defRPr/>
            </a:lvl7pPr>
            <a:lvl8pPr lvl="7">
              <a:spcBef>
                <a:spcPts val="0"/>
              </a:spcBef>
              <a:spcAft>
                <a:spcPts val="0"/>
              </a:spcAft>
              <a:buSzPts val="2300"/>
              <a:buNone/>
              <a:defRPr/>
            </a:lvl8pPr>
            <a:lvl9pPr lvl="8">
              <a:spcBef>
                <a:spcPts val="0"/>
              </a:spcBef>
              <a:spcAft>
                <a:spcPts val="0"/>
              </a:spcAft>
              <a:buSzPts val="2300"/>
              <a:buNone/>
              <a:defRPr/>
            </a:lvl9pPr>
          </a:lstStyle>
          <a:p/>
        </p:txBody>
      </p:sp>
      <p:grpSp>
        <p:nvGrpSpPr>
          <p:cNvPr id="883" name="Google Shape;883;p75"/>
          <p:cNvGrpSpPr/>
          <p:nvPr/>
        </p:nvGrpSpPr>
        <p:grpSpPr>
          <a:xfrm>
            <a:off x="280375" y="186925"/>
            <a:ext cx="8583300" cy="4769475"/>
            <a:chOff x="280375" y="186925"/>
            <a:chExt cx="8583300" cy="4769475"/>
          </a:xfrm>
        </p:grpSpPr>
        <p:sp>
          <p:nvSpPr>
            <p:cNvPr id="884" name="Google Shape;884;p75"/>
            <p:cNvSpPr/>
            <p:nvPr/>
          </p:nvSpPr>
          <p:spPr>
            <a:xfrm>
              <a:off x="8676775"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85" name="Google Shape;885;p75"/>
            <p:cNvSpPr/>
            <p:nvPr/>
          </p:nvSpPr>
          <p:spPr>
            <a:xfrm flipH="1">
              <a:off x="280375"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886" name="Shape 886"/>
        <p:cNvGrpSpPr/>
        <p:nvPr/>
      </p:nvGrpSpPr>
      <p:grpSpPr>
        <a:xfrm>
          <a:off x="0" y="0"/>
          <a:ext cx="0" cy="0"/>
          <a:chOff x="0" y="0"/>
          <a:chExt cx="0" cy="0"/>
        </a:xfrm>
      </p:grpSpPr>
      <p:sp>
        <p:nvSpPr>
          <p:cNvPr id="887" name="Google Shape;887;p76"/>
          <p:cNvSpPr txBox="1"/>
          <p:nvPr>
            <p:ph type="title"/>
          </p:nvPr>
        </p:nvSpPr>
        <p:spPr>
          <a:xfrm>
            <a:off x="621850" y="623850"/>
            <a:ext cx="4898400" cy="1058700"/>
          </a:xfrm>
          <a:prstGeom prst="rect">
            <a:avLst/>
          </a:prstGeom>
        </p:spPr>
        <p:txBody>
          <a:bodyPr anchorCtr="0" anchor="b" bIns="91425" lIns="91425" spcFirstLastPara="1" rIns="91425" wrap="square" tIns="91425">
            <a:noAutofit/>
          </a:bodyPr>
          <a:lstStyle>
            <a:lvl1pPr lvl="0">
              <a:spcBef>
                <a:spcPts val="0"/>
              </a:spcBef>
              <a:spcAft>
                <a:spcPts val="0"/>
              </a:spcAft>
              <a:buSzPts val="2300"/>
              <a:buNone/>
              <a:defRPr sz="6000"/>
            </a:lvl1pPr>
            <a:lvl2pPr lvl="1">
              <a:spcBef>
                <a:spcPts val="0"/>
              </a:spcBef>
              <a:spcAft>
                <a:spcPts val="0"/>
              </a:spcAft>
              <a:buSzPts val="2300"/>
              <a:buNone/>
              <a:defRPr/>
            </a:lvl2pPr>
            <a:lvl3pPr lvl="2">
              <a:spcBef>
                <a:spcPts val="0"/>
              </a:spcBef>
              <a:spcAft>
                <a:spcPts val="0"/>
              </a:spcAft>
              <a:buSzPts val="2300"/>
              <a:buNone/>
              <a:defRPr/>
            </a:lvl3pPr>
            <a:lvl4pPr lvl="3">
              <a:spcBef>
                <a:spcPts val="0"/>
              </a:spcBef>
              <a:spcAft>
                <a:spcPts val="0"/>
              </a:spcAft>
              <a:buSzPts val="2300"/>
              <a:buNone/>
              <a:defRPr/>
            </a:lvl4pPr>
            <a:lvl5pPr lvl="4">
              <a:spcBef>
                <a:spcPts val="0"/>
              </a:spcBef>
              <a:spcAft>
                <a:spcPts val="0"/>
              </a:spcAft>
              <a:buSzPts val="2300"/>
              <a:buNone/>
              <a:defRPr/>
            </a:lvl5pPr>
            <a:lvl6pPr lvl="5">
              <a:spcBef>
                <a:spcPts val="0"/>
              </a:spcBef>
              <a:spcAft>
                <a:spcPts val="0"/>
              </a:spcAft>
              <a:buSzPts val="2300"/>
              <a:buNone/>
              <a:defRPr/>
            </a:lvl6pPr>
            <a:lvl7pPr lvl="6">
              <a:spcBef>
                <a:spcPts val="0"/>
              </a:spcBef>
              <a:spcAft>
                <a:spcPts val="0"/>
              </a:spcAft>
              <a:buSzPts val="2300"/>
              <a:buNone/>
              <a:defRPr/>
            </a:lvl7pPr>
            <a:lvl8pPr lvl="7">
              <a:spcBef>
                <a:spcPts val="0"/>
              </a:spcBef>
              <a:spcAft>
                <a:spcPts val="0"/>
              </a:spcAft>
              <a:buSzPts val="2300"/>
              <a:buNone/>
              <a:defRPr/>
            </a:lvl8pPr>
            <a:lvl9pPr lvl="8">
              <a:spcBef>
                <a:spcPts val="0"/>
              </a:spcBef>
              <a:spcAft>
                <a:spcPts val="0"/>
              </a:spcAft>
              <a:buSzPts val="2300"/>
              <a:buNone/>
              <a:defRPr/>
            </a:lvl9pPr>
          </a:lstStyle>
          <a:p/>
        </p:txBody>
      </p:sp>
      <p:sp>
        <p:nvSpPr>
          <p:cNvPr id="888" name="Google Shape;888;p76"/>
          <p:cNvSpPr txBox="1"/>
          <p:nvPr>
            <p:ph idx="1" type="subTitle"/>
          </p:nvPr>
        </p:nvSpPr>
        <p:spPr>
          <a:xfrm>
            <a:off x="847000" y="1714199"/>
            <a:ext cx="4448100" cy="825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400"/>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889" name="Google Shape;889;p76"/>
          <p:cNvSpPr txBox="1"/>
          <p:nvPr/>
        </p:nvSpPr>
        <p:spPr>
          <a:xfrm>
            <a:off x="847000" y="3514950"/>
            <a:ext cx="53205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200">
                <a:solidFill>
                  <a:schemeClr val="dk1"/>
                </a:solidFill>
                <a:latin typeface="Epilogue"/>
                <a:ea typeface="Epilogue"/>
                <a:cs typeface="Epilogue"/>
                <a:sym typeface="Epilogue"/>
              </a:rPr>
              <a:t>CREDITS:</a:t>
            </a:r>
            <a:r>
              <a:rPr lang="en" sz="1200">
                <a:solidFill>
                  <a:schemeClr val="dk1"/>
                </a:solidFill>
                <a:latin typeface="Epilogue"/>
                <a:ea typeface="Epilogue"/>
                <a:cs typeface="Epilogue"/>
                <a:sym typeface="Epilogue"/>
              </a:rPr>
              <a:t> This presentation template was created by </a:t>
            </a:r>
            <a:r>
              <a:rPr b="1" lang="en" sz="1200" u="sng">
                <a:solidFill>
                  <a:schemeClr val="hlink"/>
                </a:solidFill>
                <a:latin typeface="Epilogue"/>
                <a:ea typeface="Epilogue"/>
                <a:cs typeface="Epilogue"/>
                <a:sym typeface="Epilogue"/>
                <a:hlinkClick r:id="rId2"/>
              </a:rPr>
              <a:t>Slidesgo</a:t>
            </a:r>
            <a:r>
              <a:rPr lang="en" sz="1200">
                <a:solidFill>
                  <a:schemeClr val="dk1"/>
                </a:solidFill>
                <a:latin typeface="Epilogue"/>
                <a:ea typeface="Epilogue"/>
                <a:cs typeface="Epilogue"/>
                <a:sym typeface="Epilogue"/>
              </a:rPr>
              <a:t>, and includes icons by </a:t>
            </a:r>
            <a:r>
              <a:rPr b="1" lang="en" sz="1200" u="sng">
                <a:solidFill>
                  <a:schemeClr val="dk1"/>
                </a:solidFill>
                <a:latin typeface="Epilogue"/>
                <a:ea typeface="Epilogue"/>
                <a:cs typeface="Epilogue"/>
                <a:sym typeface="Epilogue"/>
                <a:hlinkClick r:id="rId3">
                  <a:extLst>
                    <a:ext uri="{A12FA001-AC4F-418D-AE19-62706E023703}">
                      <ahyp:hlinkClr val="tx"/>
                    </a:ext>
                  </a:extLst>
                </a:hlinkClick>
              </a:rPr>
              <a:t>Flaticon</a:t>
            </a:r>
            <a:r>
              <a:rPr lang="en" sz="1200">
                <a:solidFill>
                  <a:schemeClr val="dk1"/>
                </a:solidFill>
                <a:latin typeface="Epilogue"/>
                <a:ea typeface="Epilogue"/>
                <a:cs typeface="Epilogue"/>
                <a:sym typeface="Epilogue"/>
              </a:rPr>
              <a:t>, and infographics &amp; images by </a:t>
            </a:r>
            <a:r>
              <a:rPr b="1" lang="en" sz="1200" u="sng">
                <a:solidFill>
                  <a:schemeClr val="dk1"/>
                </a:solidFill>
                <a:latin typeface="Epilogue"/>
                <a:ea typeface="Epilogue"/>
                <a:cs typeface="Epilogue"/>
                <a:sym typeface="Epilogue"/>
                <a:hlinkClick r:id="rId4">
                  <a:extLst>
                    <a:ext uri="{A12FA001-AC4F-418D-AE19-62706E023703}">
                      <ahyp:hlinkClr val="tx"/>
                    </a:ext>
                  </a:extLst>
                </a:hlinkClick>
              </a:rPr>
              <a:t>Freepik</a:t>
            </a:r>
            <a:r>
              <a:rPr lang="en" sz="1200" u="sng">
                <a:solidFill>
                  <a:schemeClr val="dk1"/>
                </a:solidFill>
                <a:latin typeface="Epilogue"/>
                <a:ea typeface="Epilogue"/>
                <a:cs typeface="Epilogue"/>
                <a:sym typeface="Epilogue"/>
              </a:rPr>
              <a:t> </a:t>
            </a:r>
            <a:endParaRPr b="1" sz="1200" u="sng">
              <a:solidFill>
                <a:schemeClr val="dk1"/>
              </a:solidFill>
              <a:latin typeface="Epilogue"/>
              <a:ea typeface="Epilogue"/>
              <a:cs typeface="Epilogue"/>
              <a:sym typeface="Epilogue"/>
            </a:endParaRPr>
          </a:p>
        </p:txBody>
      </p:sp>
      <p:grpSp>
        <p:nvGrpSpPr>
          <p:cNvPr id="890" name="Google Shape;890;p76"/>
          <p:cNvGrpSpPr/>
          <p:nvPr/>
        </p:nvGrpSpPr>
        <p:grpSpPr>
          <a:xfrm flipH="1" rot="10800000">
            <a:off x="280375" y="186925"/>
            <a:ext cx="8583300" cy="4769475"/>
            <a:chOff x="280375" y="186925"/>
            <a:chExt cx="8583300" cy="4769475"/>
          </a:xfrm>
        </p:grpSpPr>
        <p:grpSp>
          <p:nvGrpSpPr>
            <p:cNvPr id="891" name="Google Shape;891;p76"/>
            <p:cNvGrpSpPr/>
            <p:nvPr/>
          </p:nvGrpSpPr>
          <p:grpSpPr>
            <a:xfrm>
              <a:off x="280375" y="4769500"/>
              <a:ext cx="1287008" cy="186900"/>
              <a:chOff x="280375" y="4769500"/>
              <a:chExt cx="1287008" cy="186900"/>
            </a:xfrm>
          </p:grpSpPr>
          <p:sp>
            <p:nvSpPr>
              <p:cNvPr id="892" name="Google Shape;892;p76"/>
              <p:cNvSpPr/>
              <p:nvPr/>
            </p:nvSpPr>
            <p:spPr>
              <a:xfrm rot="10800000">
                <a:off x="1380483"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93" name="Google Shape;893;p76"/>
              <p:cNvSpPr/>
              <p:nvPr/>
            </p:nvSpPr>
            <p:spPr>
              <a:xfrm rot="10800000">
                <a:off x="1013781"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94" name="Google Shape;894;p76"/>
              <p:cNvSpPr/>
              <p:nvPr/>
            </p:nvSpPr>
            <p:spPr>
              <a:xfrm rot="10800000">
                <a:off x="647078" y="4769500"/>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95" name="Google Shape;895;p76"/>
              <p:cNvSpPr/>
              <p:nvPr/>
            </p:nvSpPr>
            <p:spPr>
              <a:xfrm rot="10800000">
                <a:off x="280375" y="4769500"/>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896" name="Google Shape;896;p76"/>
            <p:cNvGrpSpPr/>
            <p:nvPr/>
          </p:nvGrpSpPr>
          <p:grpSpPr>
            <a:xfrm rot="10800000">
              <a:off x="5376450" y="186925"/>
              <a:ext cx="3487225" cy="186900"/>
              <a:chOff x="280375" y="4769500"/>
              <a:chExt cx="3487225" cy="186900"/>
            </a:xfrm>
          </p:grpSpPr>
          <p:sp>
            <p:nvSpPr>
              <p:cNvPr id="897" name="Google Shape;897;p76"/>
              <p:cNvSpPr/>
              <p:nvPr/>
            </p:nvSpPr>
            <p:spPr>
              <a:xfrm flipH="1">
                <a:off x="1747186" y="4769500"/>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98" name="Google Shape;898;p76"/>
              <p:cNvSpPr/>
              <p:nvPr/>
            </p:nvSpPr>
            <p:spPr>
              <a:xfrm flipH="1">
                <a:off x="1380483" y="4769500"/>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99" name="Google Shape;899;p76"/>
              <p:cNvSpPr/>
              <p:nvPr/>
            </p:nvSpPr>
            <p:spPr>
              <a:xfrm flipH="1">
                <a:off x="1013781" y="4769500"/>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00" name="Google Shape;900;p76"/>
              <p:cNvSpPr/>
              <p:nvPr/>
            </p:nvSpPr>
            <p:spPr>
              <a:xfrm flipH="1">
                <a:off x="647078" y="4769500"/>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01" name="Google Shape;901;p76"/>
              <p:cNvSpPr/>
              <p:nvPr/>
            </p:nvSpPr>
            <p:spPr>
              <a:xfrm flipH="1">
                <a:off x="280375" y="4769500"/>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02" name="Google Shape;902;p76"/>
              <p:cNvSpPr/>
              <p:nvPr/>
            </p:nvSpPr>
            <p:spPr>
              <a:xfrm flipH="1">
                <a:off x="3580700"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03" name="Google Shape;903;p76"/>
              <p:cNvSpPr/>
              <p:nvPr/>
            </p:nvSpPr>
            <p:spPr>
              <a:xfrm flipH="1">
                <a:off x="3213997"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04" name="Google Shape;904;p76"/>
              <p:cNvSpPr/>
              <p:nvPr/>
            </p:nvSpPr>
            <p:spPr>
              <a:xfrm flipH="1">
                <a:off x="2847294"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05" name="Google Shape;905;p76"/>
              <p:cNvSpPr/>
              <p:nvPr/>
            </p:nvSpPr>
            <p:spPr>
              <a:xfrm flipH="1">
                <a:off x="2480592"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06" name="Google Shape;906;p76"/>
              <p:cNvSpPr/>
              <p:nvPr/>
            </p:nvSpPr>
            <p:spPr>
              <a:xfrm flipH="1">
                <a:off x="2113889"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907" name="Shape 907"/>
        <p:cNvGrpSpPr/>
        <p:nvPr/>
      </p:nvGrpSpPr>
      <p:grpSpPr>
        <a:xfrm>
          <a:off x="0" y="0"/>
          <a:ext cx="0" cy="0"/>
          <a:chOff x="0" y="0"/>
          <a:chExt cx="0" cy="0"/>
        </a:xfrm>
      </p:grpSpPr>
      <p:grpSp>
        <p:nvGrpSpPr>
          <p:cNvPr id="908" name="Google Shape;908;p77"/>
          <p:cNvGrpSpPr/>
          <p:nvPr/>
        </p:nvGrpSpPr>
        <p:grpSpPr>
          <a:xfrm>
            <a:off x="2828413" y="186925"/>
            <a:ext cx="3487225" cy="4769475"/>
            <a:chOff x="2828413" y="186925"/>
            <a:chExt cx="3487225" cy="4769475"/>
          </a:xfrm>
        </p:grpSpPr>
        <p:grpSp>
          <p:nvGrpSpPr>
            <p:cNvPr id="909" name="Google Shape;909;p77"/>
            <p:cNvGrpSpPr/>
            <p:nvPr/>
          </p:nvGrpSpPr>
          <p:grpSpPr>
            <a:xfrm>
              <a:off x="2828413" y="186925"/>
              <a:ext cx="3487225" cy="186900"/>
              <a:chOff x="5376450" y="186925"/>
              <a:chExt cx="3487225" cy="186900"/>
            </a:xfrm>
          </p:grpSpPr>
          <p:sp>
            <p:nvSpPr>
              <p:cNvPr id="910" name="Google Shape;910;p77"/>
              <p:cNvSpPr/>
              <p:nvPr/>
            </p:nvSpPr>
            <p:spPr>
              <a:xfrm>
                <a:off x="7209964" y="186925"/>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11" name="Google Shape;911;p77"/>
              <p:cNvSpPr/>
              <p:nvPr/>
            </p:nvSpPr>
            <p:spPr>
              <a:xfrm>
                <a:off x="7576667" y="186925"/>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12" name="Google Shape;912;p77"/>
              <p:cNvSpPr/>
              <p:nvPr/>
            </p:nvSpPr>
            <p:spPr>
              <a:xfrm>
                <a:off x="7943369" y="186925"/>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13" name="Google Shape;913;p77"/>
              <p:cNvSpPr/>
              <p:nvPr/>
            </p:nvSpPr>
            <p:spPr>
              <a:xfrm>
                <a:off x="8310072" y="186925"/>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14" name="Google Shape;914;p77"/>
              <p:cNvSpPr/>
              <p:nvPr/>
            </p:nvSpPr>
            <p:spPr>
              <a:xfrm>
                <a:off x="8676775" y="186925"/>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15" name="Google Shape;915;p77"/>
              <p:cNvSpPr/>
              <p:nvPr/>
            </p:nvSpPr>
            <p:spPr>
              <a:xfrm>
                <a:off x="5376450"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16" name="Google Shape;916;p77"/>
              <p:cNvSpPr/>
              <p:nvPr/>
            </p:nvSpPr>
            <p:spPr>
              <a:xfrm>
                <a:off x="5743153"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17" name="Google Shape;917;p77"/>
              <p:cNvSpPr/>
              <p:nvPr/>
            </p:nvSpPr>
            <p:spPr>
              <a:xfrm>
                <a:off x="6109856"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18" name="Google Shape;918;p77"/>
              <p:cNvSpPr/>
              <p:nvPr/>
            </p:nvSpPr>
            <p:spPr>
              <a:xfrm>
                <a:off x="6476558"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19" name="Google Shape;919;p77"/>
              <p:cNvSpPr/>
              <p:nvPr/>
            </p:nvSpPr>
            <p:spPr>
              <a:xfrm>
                <a:off x="6843261"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920" name="Google Shape;920;p77"/>
            <p:cNvGrpSpPr/>
            <p:nvPr/>
          </p:nvGrpSpPr>
          <p:grpSpPr>
            <a:xfrm>
              <a:off x="2828413" y="4769500"/>
              <a:ext cx="3487225" cy="186900"/>
              <a:chOff x="280375" y="4769500"/>
              <a:chExt cx="3487225" cy="186900"/>
            </a:xfrm>
          </p:grpSpPr>
          <p:sp>
            <p:nvSpPr>
              <p:cNvPr id="921" name="Google Shape;921;p77"/>
              <p:cNvSpPr/>
              <p:nvPr/>
            </p:nvSpPr>
            <p:spPr>
              <a:xfrm flipH="1">
                <a:off x="1747186" y="4769500"/>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22" name="Google Shape;922;p77"/>
              <p:cNvSpPr/>
              <p:nvPr/>
            </p:nvSpPr>
            <p:spPr>
              <a:xfrm flipH="1">
                <a:off x="1380483" y="4769500"/>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23" name="Google Shape;923;p77"/>
              <p:cNvSpPr/>
              <p:nvPr/>
            </p:nvSpPr>
            <p:spPr>
              <a:xfrm flipH="1">
                <a:off x="1013781" y="4769500"/>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24" name="Google Shape;924;p77"/>
              <p:cNvSpPr/>
              <p:nvPr/>
            </p:nvSpPr>
            <p:spPr>
              <a:xfrm flipH="1">
                <a:off x="647078" y="4769500"/>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25" name="Google Shape;925;p77"/>
              <p:cNvSpPr/>
              <p:nvPr/>
            </p:nvSpPr>
            <p:spPr>
              <a:xfrm flipH="1">
                <a:off x="280375" y="4769500"/>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26" name="Google Shape;926;p77"/>
              <p:cNvSpPr/>
              <p:nvPr/>
            </p:nvSpPr>
            <p:spPr>
              <a:xfrm flipH="1">
                <a:off x="3580700"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27" name="Google Shape;927;p77"/>
              <p:cNvSpPr/>
              <p:nvPr/>
            </p:nvSpPr>
            <p:spPr>
              <a:xfrm flipH="1">
                <a:off x="3213997"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28" name="Google Shape;928;p77"/>
              <p:cNvSpPr/>
              <p:nvPr/>
            </p:nvSpPr>
            <p:spPr>
              <a:xfrm flipH="1">
                <a:off x="2847294"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29" name="Google Shape;929;p77"/>
              <p:cNvSpPr/>
              <p:nvPr/>
            </p:nvSpPr>
            <p:spPr>
              <a:xfrm flipH="1">
                <a:off x="2480592"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30" name="Google Shape;930;p77"/>
              <p:cNvSpPr/>
              <p:nvPr/>
            </p:nvSpPr>
            <p:spPr>
              <a:xfrm flipH="1">
                <a:off x="2113889"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931" name="Shape 931"/>
        <p:cNvGrpSpPr/>
        <p:nvPr/>
      </p:nvGrpSpPr>
      <p:grpSpPr>
        <a:xfrm>
          <a:off x="0" y="0"/>
          <a:ext cx="0" cy="0"/>
          <a:chOff x="0" y="0"/>
          <a:chExt cx="0" cy="0"/>
        </a:xfrm>
      </p:grpSpPr>
      <p:grpSp>
        <p:nvGrpSpPr>
          <p:cNvPr id="932" name="Google Shape;932;p78"/>
          <p:cNvGrpSpPr/>
          <p:nvPr/>
        </p:nvGrpSpPr>
        <p:grpSpPr>
          <a:xfrm>
            <a:off x="280300" y="186472"/>
            <a:ext cx="8584025" cy="4769794"/>
            <a:chOff x="280300" y="186472"/>
            <a:chExt cx="8584025" cy="4769794"/>
          </a:xfrm>
        </p:grpSpPr>
        <p:grpSp>
          <p:nvGrpSpPr>
            <p:cNvPr id="933" name="Google Shape;933;p78"/>
            <p:cNvGrpSpPr/>
            <p:nvPr/>
          </p:nvGrpSpPr>
          <p:grpSpPr>
            <a:xfrm rot="-5400000">
              <a:off x="8122265" y="741631"/>
              <a:ext cx="1297219" cy="186900"/>
              <a:chOff x="280300" y="186475"/>
              <a:chExt cx="1297219" cy="186900"/>
            </a:xfrm>
          </p:grpSpPr>
          <p:grpSp>
            <p:nvGrpSpPr>
              <p:cNvPr id="934" name="Google Shape;934;p78"/>
              <p:cNvGrpSpPr/>
              <p:nvPr/>
            </p:nvGrpSpPr>
            <p:grpSpPr>
              <a:xfrm flipH="1">
                <a:off x="280300" y="186475"/>
                <a:ext cx="553603" cy="186900"/>
                <a:chOff x="3213997" y="4769500"/>
                <a:chExt cx="553603" cy="186900"/>
              </a:xfrm>
            </p:grpSpPr>
            <p:sp>
              <p:nvSpPr>
                <p:cNvPr id="935" name="Google Shape;935;p78"/>
                <p:cNvSpPr/>
                <p:nvPr/>
              </p:nvSpPr>
              <p:spPr>
                <a:xfrm flipH="1">
                  <a:off x="3580700"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36" name="Google Shape;936;p78"/>
                <p:cNvSpPr/>
                <p:nvPr/>
              </p:nvSpPr>
              <p:spPr>
                <a:xfrm flipH="1">
                  <a:off x="3213997"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937" name="Google Shape;937;p78"/>
              <p:cNvGrpSpPr/>
              <p:nvPr/>
            </p:nvGrpSpPr>
            <p:grpSpPr>
              <a:xfrm flipH="1">
                <a:off x="1023916" y="186475"/>
                <a:ext cx="553603" cy="186900"/>
                <a:chOff x="3213997" y="4769500"/>
                <a:chExt cx="553603" cy="186900"/>
              </a:xfrm>
            </p:grpSpPr>
            <p:sp>
              <p:nvSpPr>
                <p:cNvPr id="938" name="Google Shape;938;p78"/>
                <p:cNvSpPr/>
                <p:nvPr/>
              </p:nvSpPr>
              <p:spPr>
                <a:xfrm flipH="1">
                  <a:off x="3580700" y="4769500"/>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39" name="Google Shape;939;p78"/>
                <p:cNvSpPr/>
                <p:nvPr/>
              </p:nvSpPr>
              <p:spPr>
                <a:xfrm flipH="1">
                  <a:off x="3213997" y="4769500"/>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grpSp>
          <p:nvGrpSpPr>
            <p:cNvPr id="940" name="Google Shape;940;p78"/>
            <p:cNvGrpSpPr/>
            <p:nvPr/>
          </p:nvGrpSpPr>
          <p:grpSpPr>
            <a:xfrm flipH="1" rot="-5400000">
              <a:off x="-274860" y="4214206"/>
              <a:ext cx="1297219" cy="186900"/>
              <a:chOff x="280300" y="186475"/>
              <a:chExt cx="1297219" cy="186900"/>
            </a:xfrm>
          </p:grpSpPr>
          <p:grpSp>
            <p:nvGrpSpPr>
              <p:cNvPr id="941" name="Google Shape;941;p78"/>
              <p:cNvGrpSpPr/>
              <p:nvPr/>
            </p:nvGrpSpPr>
            <p:grpSpPr>
              <a:xfrm flipH="1">
                <a:off x="280300" y="186475"/>
                <a:ext cx="553603" cy="186900"/>
                <a:chOff x="3213997" y="4769500"/>
                <a:chExt cx="553603" cy="186900"/>
              </a:xfrm>
            </p:grpSpPr>
            <p:sp>
              <p:nvSpPr>
                <p:cNvPr id="942" name="Google Shape;942;p78"/>
                <p:cNvSpPr/>
                <p:nvPr/>
              </p:nvSpPr>
              <p:spPr>
                <a:xfrm flipH="1">
                  <a:off x="3580700"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43" name="Google Shape;943;p78"/>
                <p:cNvSpPr/>
                <p:nvPr/>
              </p:nvSpPr>
              <p:spPr>
                <a:xfrm flipH="1">
                  <a:off x="3213997"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944" name="Google Shape;944;p78"/>
              <p:cNvGrpSpPr/>
              <p:nvPr/>
            </p:nvGrpSpPr>
            <p:grpSpPr>
              <a:xfrm flipH="1">
                <a:off x="1023916" y="186475"/>
                <a:ext cx="553603" cy="186900"/>
                <a:chOff x="3213997" y="4769500"/>
                <a:chExt cx="553603" cy="186900"/>
              </a:xfrm>
            </p:grpSpPr>
            <p:sp>
              <p:nvSpPr>
                <p:cNvPr id="945" name="Google Shape;945;p78"/>
                <p:cNvSpPr/>
                <p:nvPr/>
              </p:nvSpPr>
              <p:spPr>
                <a:xfrm flipH="1">
                  <a:off x="3580700" y="4769500"/>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46" name="Google Shape;946;p78"/>
                <p:cNvSpPr/>
                <p:nvPr/>
              </p:nvSpPr>
              <p:spPr>
                <a:xfrm flipH="1">
                  <a:off x="3213997" y="4769500"/>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theme" Target="../theme/theme3.xml"/><Relationship Id="rId25" Type="http://schemas.openxmlformats.org/officeDocument/2006/relationships/slideLayout" Target="../slideLayouts/slideLayout25.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45.xml"/><Relationship Id="rId22" Type="http://schemas.openxmlformats.org/officeDocument/2006/relationships/slideLayout" Target="../slideLayouts/slideLayout47.xml"/><Relationship Id="rId21" Type="http://schemas.openxmlformats.org/officeDocument/2006/relationships/slideLayout" Target="../slideLayouts/slideLayout46.xml"/><Relationship Id="rId24" Type="http://schemas.openxmlformats.org/officeDocument/2006/relationships/slideLayout" Target="../slideLayouts/slideLayout49.xml"/><Relationship Id="rId23" Type="http://schemas.openxmlformats.org/officeDocument/2006/relationships/slideLayout" Target="../slideLayouts/slideLayout48.xml"/><Relationship Id="rId1" Type="http://schemas.openxmlformats.org/officeDocument/2006/relationships/slideLayout" Target="../slideLayouts/slideLayout26.xml"/><Relationship Id="rId2" Type="http://schemas.openxmlformats.org/officeDocument/2006/relationships/slideLayout" Target="../slideLayouts/slideLayout27.xml"/><Relationship Id="rId3" Type="http://schemas.openxmlformats.org/officeDocument/2006/relationships/slideLayout" Target="../slideLayouts/slideLayout28.xml"/><Relationship Id="rId4" Type="http://schemas.openxmlformats.org/officeDocument/2006/relationships/slideLayout" Target="../slideLayouts/slideLayout29.xml"/><Relationship Id="rId9" Type="http://schemas.openxmlformats.org/officeDocument/2006/relationships/slideLayout" Target="../slideLayouts/slideLayout34.xml"/><Relationship Id="rId26" Type="http://schemas.openxmlformats.org/officeDocument/2006/relationships/theme" Target="../theme/theme2.xml"/><Relationship Id="rId25" Type="http://schemas.openxmlformats.org/officeDocument/2006/relationships/slideLayout" Target="../slideLayouts/slideLayout50.xml"/><Relationship Id="rId5" Type="http://schemas.openxmlformats.org/officeDocument/2006/relationships/slideLayout" Target="../slideLayouts/slideLayout30.xml"/><Relationship Id="rId6" Type="http://schemas.openxmlformats.org/officeDocument/2006/relationships/slideLayout" Target="../slideLayouts/slideLayout31.xml"/><Relationship Id="rId7" Type="http://schemas.openxmlformats.org/officeDocument/2006/relationships/slideLayout" Target="../slideLayouts/slideLayout32.xml"/><Relationship Id="rId8" Type="http://schemas.openxmlformats.org/officeDocument/2006/relationships/slideLayout" Target="../slideLayouts/slideLayout33.xml"/><Relationship Id="rId11" Type="http://schemas.openxmlformats.org/officeDocument/2006/relationships/slideLayout" Target="../slideLayouts/slideLayout36.xml"/><Relationship Id="rId10" Type="http://schemas.openxmlformats.org/officeDocument/2006/relationships/slideLayout" Target="../slideLayouts/slideLayout35.xml"/><Relationship Id="rId13" Type="http://schemas.openxmlformats.org/officeDocument/2006/relationships/slideLayout" Target="../slideLayouts/slideLayout38.xml"/><Relationship Id="rId12" Type="http://schemas.openxmlformats.org/officeDocument/2006/relationships/slideLayout" Target="../slideLayouts/slideLayout37.xml"/><Relationship Id="rId15" Type="http://schemas.openxmlformats.org/officeDocument/2006/relationships/slideLayout" Target="../slideLayouts/slideLayout40.xml"/><Relationship Id="rId14" Type="http://schemas.openxmlformats.org/officeDocument/2006/relationships/slideLayout" Target="../slideLayouts/slideLayout39.xml"/><Relationship Id="rId17" Type="http://schemas.openxmlformats.org/officeDocument/2006/relationships/slideLayout" Target="../slideLayouts/slideLayout42.xml"/><Relationship Id="rId16" Type="http://schemas.openxmlformats.org/officeDocument/2006/relationships/slideLayout" Target="../slideLayouts/slideLayout41.xml"/><Relationship Id="rId19" Type="http://schemas.openxmlformats.org/officeDocument/2006/relationships/slideLayout" Target="../slideLayouts/slideLayout44.xml"/><Relationship Id="rId18" Type="http://schemas.openxmlformats.org/officeDocument/2006/relationships/slideLayout" Target="../slideLayouts/slideLayout43.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70.xml"/><Relationship Id="rId22" Type="http://schemas.openxmlformats.org/officeDocument/2006/relationships/slideLayout" Target="../slideLayouts/slideLayout72.xml"/><Relationship Id="rId21" Type="http://schemas.openxmlformats.org/officeDocument/2006/relationships/slideLayout" Target="../slideLayouts/slideLayout71.xml"/><Relationship Id="rId24" Type="http://schemas.openxmlformats.org/officeDocument/2006/relationships/slideLayout" Target="../slideLayouts/slideLayout74.xml"/><Relationship Id="rId23" Type="http://schemas.openxmlformats.org/officeDocument/2006/relationships/slideLayout" Target="../slideLayouts/slideLayout73.xml"/><Relationship Id="rId1" Type="http://schemas.openxmlformats.org/officeDocument/2006/relationships/slideLayout" Target="../slideLayouts/slideLayout51.xml"/><Relationship Id="rId2" Type="http://schemas.openxmlformats.org/officeDocument/2006/relationships/slideLayout" Target="../slideLayouts/slideLayout52.xml"/><Relationship Id="rId3" Type="http://schemas.openxmlformats.org/officeDocument/2006/relationships/slideLayout" Target="../slideLayouts/slideLayout53.xml"/><Relationship Id="rId4" Type="http://schemas.openxmlformats.org/officeDocument/2006/relationships/slideLayout" Target="../slideLayouts/slideLayout54.xml"/><Relationship Id="rId9" Type="http://schemas.openxmlformats.org/officeDocument/2006/relationships/slideLayout" Target="../slideLayouts/slideLayout59.xml"/><Relationship Id="rId26" Type="http://schemas.openxmlformats.org/officeDocument/2006/relationships/theme" Target="../theme/theme4.xml"/><Relationship Id="rId25" Type="http://schemas.openxmlformats.org/officeDocument/2006/relationships/slideLayout" Target="../slideLayouts/slideLayout75.xml"/><Relationship Id="rId5" Type="http://schemas.openxmlformats.org/officeDocument/2006/relationships/slideLayout" Target="../slideLayouts/slideLayout55.xml"/><Relationship Id="rId6" Type="http://schemas.openxmlformats.org/officeDocument/2006/relationships/slideLayout" Target="../slideLayouts/slideLayout56.xml"/><Relationship Id="rId7" Type="http://schemas.openxmlformats.org/officeDocument/2006/relationships/slideLayout" Target="../slideLayouts/slideLayout57.xml"/><Relationship Id="rId8" Type="http://schemas.openxmlformats.org/officeDocument/2006/relationships/slideLayout" Target="../slideLayouts/slideLayout58.xml"/><Relationship Id="rId11" Type="http://schemas.openxmlformats.org/officeDocument/2006/relationships/slideLayout" Target="../slideLayouts/slideLayout61.xml"/><Relationship Id="rId10" Type="http://schemas.openxmlformats.org/officeDocument/2006/relationships/slideLayout" Target="../slideLayouts/slideLayout60.xml"/><Relationship Id="rId13" Type="http://schemas.openxmlformats.org/officeDocument/2006/relationships/slideLayout" Target="../slideLayouts/slideLayout63.xml"/><Relationship Id="rId12" Type="http://schemas.openxmlformats.org/officeDocument/2006/relationships/slideLayout" Target="../slideLayouts/slideLayout62.xml"/><Relationship Id="rId15" Type="http://schemas.openxmlformats.org/officeDocument/2006/relationships/slideLayout" Target="../slideLayouts/slideLayout65.xml"/><Relationship Id="rId14" Type="http://schemas.openxmlformats.org/officeDocument/2006/relationships/slideLayout" Target="../slideLayouts/slideLayout64.xml"/><Relationship Id="rId17" Type="http://schemas.openxmlformats.org/officeDocument/2006/relationships/slideLayout" Target="../slideLayouts/slideLayout67.xml"/><Relationship Id="rId16" Type="http://schemas.openxmlformats.org/officeDocument/2006/relationships/slideLayout" Target="../slideLayouts/slideLayout66.xml"/><Relationship Id="rId19" Type="http://schemas.openxmlformats.org/officeDocument/2006/relationships/slideLayout" Target="../slideLayouts/slideLayout69.xml"/><Relationship Id="rId18" Type="http://schemas.openxmlformats.org/officeDocument/2006/relationships/slideLayout" Target="../slideLayouts/slideLayout6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300"/>
              <a:buFont typeface="Lexend Mega Black"/>
              <a:buNone/>
              <a:defRPr sz="2300">
                <a:solidFill>
                  <a:schemeClr val="dk1"/>
                </a:solidFill>
                <a:latin typeface="Lexend Mega Black"/>
                <a:ea typeface="Lexend Mega Black"/>
                <a:cs typeface="Lexend Mega Black"/>
                <a:sym typeface="Lexend Mega Black"/>
              </a:defRPr>
            </a:lvl1pPr>
            <a:lvl2pPr lvl="1" rtl="0">
              <a:spcBef>
                <a:spcPts val="0"/>
              </a:spcBef>
              <a:spcAft>
                <a:spcPts val="0"/>
              </a:spcAft>
              <a:buClr>
                <a:schemeClr val="dk1"/>
              </a:buClr>
              <a:buSzPts val="2300"/>
              <a:buFont typeface="Lexend Mega Black"/>
              <a:buNone/>
              <a:defRPr sz="2300">
                <a:solidFill>
                  <a:schemeClr val="dk1"/>
                </a:solidFill>
                <a:latin typeface="Lexend Mega Black"/>
                <a:ea typeface="Lexend Mega Black"/>
                <a:cs typeface="Lexend Mega Black"/>
                <a:sym typeface="Lexend Mega Black"/>
              </a:defRPr>
            </a:lvl2pPr>
            <a:lvl3pPr lvl="2" rtl="0">
              <a:spcBef>
                <a:spcPts val="0"/>
              </a:spcBef>
              <a:spcAft>
                <a:spcPts val="0"/>
              </a:spcAft>
              <a:buClr>
                <a:schemeClr val="dk1"/>
              </a:buClr>
              <a:buSzPts val="2300"/>
              <a:buFont typeface="Lexend Mega Black"/>
              <a:buNone/>
              <a:defRPr sz="2300">
                <a:solidFill>
                  <a:schemeClr val="dk1"/>
                </a:solidFill>
                <a:latin typeface="Lexend Mega Black"/>
                <a:ea typeface="Lexend Mega Black"/>
                <a:cs typeface="Lexend Mega Black"/>
                <a:sym typeface="Lexend Mega Black"/>
              </a:defRPr>
            </a:lvl3pPr>
            <a:lvl4pPr lvl="3" rtl="0">
              <a:spcBef>
                <a:spcPts val="0"/>
              </a:spcBef>
              <a:spcAft>
                <a:spcPts val="0"/>
              </a:spcAft>
              <a:buClr>
                <a:schemeClr val="dk1"/>
              </a:buClr>
              <a:buSzPts val="2300"/>
              <a:buFont typeface="Lexend Mega Black"/>
              <a:buNone/>
              <a:defRPr sz="2300">
                <a:solidFill>
                  <a:schemeClr val="dk1"/>
                </a:solidFill>
                <a:latin typeface="Lexend Mega Black"/>
                <a:ea typeface="Lexend Mega Black"/>
                <a:cs typeface="Lexend Mega Black"/>
                <a:sym typeface="Lexend Mega Black"/>
              </a:defRPr>
            </a:lvl4pPr>
            <a:lvl5pPr lvl="4" rtl="0">
              <a:spcBef>
                <a:spcPts val="0"/>
              </a:spcBef>
              <a:spcAft>
                <a:spcPts val="0"/>
              </a:spcAft>
              <a:buClr>
                <a:schemeClr val="dk1"/>
              </a:buClr>
              <a:buSzPts val="2300"/>
              <a:buFont typeface="Lexend Mega Black"/>
              <a:buNone/>
              <a:defRPr sz="2300">
                <a:solidFill>
                  <a:schemeClr val="dk1"/>
                </a:solidFill>
                <a:latin typeface="Lexend Mega Black"/>
                <a:ea typeface="Lexend Mega Black"/>
                <a:cs typeface="Lexend Mega Black"/>
                <a:sym typeface="Lexend Mega Black"/>
              </a:defRPr>
            </a:lvl5pPr>
            <a:lvl6pPr lvl="5" rtl="0">
              <a:spcBef>
                <a:spcPts val="0"/>
              </a:spcBef>
              <a:spcAft>
                <a:spcPts val="0"/>
              </a:spcAft>
              <a:buClr>
                <a:schemeClr val="dk1"/>
              </a:buClr>
              <a:buSzPts val="2300"/>
              <a:buFont typeface="Lexend Mega Black"/>
              <a:buNone/>
              <a:defRPr sz="2300">
                <a:solidFill>
                  <a:schemeClr val="dk1"/>
                </a:solidFill>
                <a:latin typeface="Lexend Mega Black"/>
                <a:ea typeface="Lexend Mega Black"/>
                <a:cs typeface="Lexend Mega Black"/>
                <a:sym typeface="Lexend Mega Black"/>
              </a:defRPr>
            </a:lvl6pPr>
            <a:lvl7pPr lvl="6" rtl="0">
              <a:spcBef>
                <a:spcPts val="0"/>
              </a:spcBef>
              <a:spcAft>
                <a:spcPts val="0"/>
              </a:spcAft>
              <a:buClr>
                <a:schemeClr val="dk1"/>
              </a:buClr>
              <a:buSzPts val="2300"/>
              <a:buFont typeface="Lexend Mega Black"/>
              <a:buNone/>
              <a:defRPr sz="2300">
                <a:solidFill>
                  <a:schemeClr val="dk1"/>
                </a:solidFill>
                <a:latin typeface="Lexend Mega Black"/>
                <a:ea typeface="Lexend Mega Black"/>
                <a:cs typeface="Lexend Mega Black"/>
                <a:sym typeface="Lexend Mega Black"/>
              </a:defRPr>
            </a:lvl7pPr>
            <a:lvl8pPr lvl="7" rtl="0">
              <a:spcBef>
                <a:spcPts val="0"/>
              </a:spcBef>
              <a:spcAft>
                <a:spcPts val="0"/>
              </a:spcAft>
              <a:buClr>
                <a:schemeClr val="dk1"/>
              </a:buClr>
              <a:buSzPts val="2300"/>
              <a:buFont typeface="Lexend Mega Black"/>
              <a:buNone/>
              <a:defRPr sz="2300">
                <a:solidFill>
                  <a:schemeClr val="dk1"/>
                </a:solidFill>
                <a:latin typeface="Lexend Mega Black"/>
                <a:ea typeface="Lexend Mega Black"/>
                <a:cs typeface="Lexend Mega Black"/>
                <a:sym typeface="Lexend Mega Black"/>
              </a:defRPr>
            </a:lvl8pPr>
            <a:lvl9pPr lvl="8" rtl="0">
              <a:spcBef>
                <a:spcPts val="0"/>
              </a:spcBef>
              <a:spcAft>
                <a:spcPts val="0"/>
              </a:spcAft>
              <a:buClr>
                <a:schemeClr val="dk1"/>
              </a:buClr>
              <a:buSzPts val="2300"/>
              <a:buFont typeface="Lexend Mega Black"/>
              <a:buNone/>
              <a:defRPr sz="2300">
                <a:solidFill>
                  <a:schemeClr val="dk1"/>
                </a:solidFill>
                <a:latin typeface="Lexend Mega Black"/>
                <a:ea typeface="Lexend Mega Black"/>
                <a:cs typeface="Lexend Mega Black"/>
                <a:sym typeface="Lexend Mega Black"/>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Epilogue"/>
              <a:buChar char="●"/>
              <a:defRPr sz="1200">
                <a:solidFill>
                  <a:schemeClr val="dk1"/>
                </a:solidFill>
                <a:latin typeface="Epilogue"/>
                <a:ea typeface="Epilogue"/>
                <a:cs typeface="Epilogue"/>
                <a:sym typeface="Epilogue"/>
              </a:defRPr>
            </a:lvl1pPr>
            <a:lvl2pPr indent="-304800" lvl="1" marL="914400">
              <a:lnSpc>
                <a:spcPct val="100000"/>
              </a:lnSpc>
              <a:spcBef>
                <a:spcPts val="1600"/>
              </a:spcBef>
              <a:spcAft>
                <a:spcPts val="0"/>
              </a:spcAft>
              <a:buClr>
                <a:schemeClr val="dk1"/>
              </a:buClr>
              <a:buSzPts val="1200"/>
              <a:buFont typeface="Epilogue"/>
              <a:buChar char="○"/>
              <a:defRPr sz="1200">
                <a:solidFill>
                  <a:schemeClr val="dk1"/>
                </a:solidFill>
                <a:latin typeface="Epilogue"/>
                <a:ea typeface="Epilogue"/>
                <a:cs typeface="Epilogue"/>
                <a:sym typeface="Epilogue"/>
              </a:defRPr>
            </a:lvl2pPr>
            <a:lvl3pPr indent="-304800" lvl="2" marL="1371600">
              <a:lnSpc>
                <a:spcPct val="100000"/>
              </a:lnSpc>
              <a:spcBef>
                <a:spcPts val="1600"/>
              </a:spcBef>
              <a:spcAft>
                <a:spcPts val="0"/>
              </a:spcAft>
              <a:buClr>
                <a:schemeClr val="dk1"/>
              </a:buClr>
              <a:buSzPts val="1200"/>
              <a:buFont typeface="Epilogue"/>
              <a:buChar char="■"/>
              <a:defRPr sz="1200">
                <a:solidFill>
                  <a:schemeClr val="dk1"/>
                </a:solidFill>
                <a:latin typeface="Epilogue"/>
                <a:ea typeface="Epilogue"/>
                <a:cs typeface="Epilogue"/>
                <a:sym typeface="Epilogue"/>
              </a:defRPr>
            </a:lvl3pPr>
            <a:lvl4pPr indent="-304800" lvl="3" marL="1828800">
              <a:lnSpc>
                <a:spcPct val="100000"/>
              </a:lnSpc>
              <a:spcBef>
                <a:spcPts val="1600"/>
              </a:spcBef>
              <a:spcAft>
                <a:spcPts val="0"/>
              </a:spcAft>
              <a:buClr>
                <a:schemeClr val="dk1"/>
              </a:buClr>
              <a:buSzPts val="1200"/>
              <a:buFont typeface="Epilogue"/>
              <a:buChar char="●"/>
              <a:defRPr sz="1200">
                <a:solidFill>
                  <a:schemeClr val="dk1"/>
                </a:solidFill>
                <a:latin typeface="Epilogue"/>
                <a:ea typeface="Epilogue"/>
                <a:cs typeface="Epilogue"/>
                <a:sym typeface="Epilogue"/>
              </a:defRPr>
            </a:lvl4pPr>
            <a:lvl5pPr indent="-304800" lvl="4" marL="2286000">
              <a:lnSpc>
                <a:spcPct val="100000"/>
              </a:lnSpc>
              <a:spcBef>
                <a:spcPts val="1600"/>
              </a:spcBef>
              <a:spcAft>
                <a:spcPts val="0"/>
              </a:spcAft>
              <a:buClr>
                <a:schemeClr val="dk1"/>
              </a:buClr>
              <a:buSzPts val="1200"/>
              <a:buFont typeface="Epilogue"/>
              <a:buChar char="○"/>
              <a:defRPr sz="1200">
                <a:solidFill>
                  <a:schemeClr val="dk1"/>
                </a:solidFill>
                <a:latin typeface="Epilogue"/>
                <a:ea typeface="Epilogue"/>
                <a:cs typeface="Epilogue"/>
                <a:sym typeface="Epilogue"/>
              </a:defRPr>
            </a:lvl5pPr>
            <a:lvl6pPr indent="-304800" lvl="5" marL="2743200">
              <a:lnSpc>
                <a:spcPct val="100000"/>
              </a:lnSpc>
              <a:spcBef>
                <a:spcPts val="1600"/>
              </a:spcBef>
              <a:spcAft>
                <a:spcPts val="0"/>
              </a:spcAft>
              <a:buClr>
                <a:schemeClr val="dk1"/>
              </a:buClr>
              <a:buSzPts val="1200"/>
              <a:buFont typeface="Epilogue"/>
              <a:buChar char="■"/>
              <a:defRPr sz="1200">
                <a:solidFill>
                  <a:schemeClr val="dk1"/>
                </a:solidFill>
                <a:latin typeface="Epilogue"/>
                <a:ea typeface="Epilogue"/>
                <a:cs typeface="Epilogue"/>
                <a:sym typeface="Epilogue"/>
              </a:defRPr>
            </a:lvl6pPr>
            <a:lvl7pPr indent="-304800" lvl="6" marL="3200400">
              <a:lnSpc>
                <a:spcPct val="100000"/>
              </a:lnSpc>
              <a:spcBef>
                <a:spcPts val="1600"/>
              </a:spcBef>
              <a:spcAft>
                <a:spcPts val="0"/>
              </a:spcAft>
              <a:buClr>
                <a:schemeClr val="dk1"/>
              </a:buClr>
              <a:buSzPts val="1200"/>
              <a:buFont typeface="Epilogue"/>
              <a:buChar char="●"/>
              <a:defRPr sz="1200">
                <a:solidFill>
                  <a:schemeClr val="dk1"/>
                </a:solidFill>
                <a:latin typeface="Epilogue"/>
                <a:ea typeface="Epilogue"/>
                <a:cs typeface="Epilogue"/>
                <a:sym typeface="Epilogue"/>
              </a:defRPr>
            </a:lvl7pPr>
            <a:lvl8pPr indent="-304800" lvl="7" marL="3657600">
              <a:lnSpc>
                <a:spcPct val="100000"/>
              </a:lnSpc>
              <a:spcBef>
                <a:spcPts val="1600"/>
              </a:spcBef>
              <a:spcAft>
                <a:spcPts val="0"/>
              </a:spcAft>
              <a:buClr>
                <a:schemeClr val="dk1"/>
              </a:buClr>
              <a:buSzPts val="1200"/>
              <a:buFont typeface="Epilogue"/>
              <a:buChar char="○"/>
              <a:defRPr sz="1200">
                <a:solidFill>
                  <a:schemeClr val="dk1"/>
                </a:solidFill>
                <a:latin typeface="Epilogue"/>
                <a:ea typeface="Epilogue"/>
                <a:cs typeface="Epilogue"/>
                <a:sym typeface="Epilogue"/>
              </a:defRPr>
            </a:lvl8pPr>
            <a:lvl9pPr indent="-304800" lvl="8" marL="4114800">
              <a:lnSpc>
                <a:spcPct val="100000"/>
              </a:lnSpc>
              <a:spcBef>
                <a:spcPts val="1600"/>
              </a:spcBef>
              <a:spcAft>
                <a:spcPts val="1600"/>
              </a:spcAft>
              <a:buClr>
                <a:schemeClr val="dk1"/>
              </a:buClr>
              <a:buSzPts val="1200"/>
              <a:buFont typeface="Epilogue"/>
              <a:buChar char="■"/>
              <a:defRPr sz="1200">
                <a:solidFill>
                  <a:schemeClr val="dk1"/>
                </a:solidFill>
                <a:latin typeface="Epilogue"/>
                <a:ea typeface="Epilogue"/>
                <a:cs typeface="Epilogue"/>
                <a:sym typeface="Epilogue"/>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449">
          <p15:clr>
            <a:srgbClr val="EA4335"/>
          </p15:clr>
        </p15:guide>
        <p15:guide id="2" pos="5311">
          <p15:clr>
            <a:srgbClr val="EA4335"/>
          </p15:clr>
        </p15:guide>
        <p15:guide id="3" orient="horz" pos="340">
          <p15:clr>
            <a:srgbClr val="EA4335"/>
          </p15:clr>
        </p15:guide>
        <p15:guide id="4" orient="horz" pos="2900">
          <p15:clr>
            <a:srgbClr val="EA4335"/>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319" name="Shape 319"/>
        <p:cNvGrpSpPr/>
        <p:nvPr/>
      </p:nvGrpSpPr>
      <p:grpSpPr>
        <a:xfrm>
          <a:off x="0" y="0"/>
          <a:ext cx="0" cy="0"/>
          <a:chOff x="0" y="0"/>
          <a:chExt cx="0" cy="0"/>
        </a:xfrm>
      </p:grpSpPr>
      <p:sp>
        <p:nvSpPr>
          <p:cNvPr id="320" name="Google Shape;320;p27"/>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300"/>
              <a:buFont typeface="Lexend Mega Black"/>
              <a:buNone/>
              <a:defRPr sz="2300">
                <a:solidFill>
                  <a:schemeClr val="dk1"/>
                </a:solidFill>
                <a:latin typeface="Lexend Mega Black"/>
                <a:ea typeface="Lexend Mega Black"/>
                <a:cs typeface="Lexend Mega Black"/>
                <a:sym typeface="Lexend Mega Black"/>
              </a:defRPr>
            </a:lvl1pPr>
            <a:lvl2pPr lvl="1">
              <a:spcBef>
                <a:spcPts val="0"/>
              </a:spcBef>
              <a:spcAft>
                <a:spcPts val="0"/>
              </a:spcAft>
              <a:buClr>
                <a:schemeClr val="dk1"/>
              </a:buClr>
              <a:buSzPts val="2300"/>
              <a:buFont typeface="Lexend Mega Black"/>
              <a:buNone/>
              <a:defRPr sz="2300">
                <a:solidFill>
                  <a:schemeClr val="dk1"/>
                </a:solidFill>
                <a:latin typeface="Lexend Mega Black"/>
                <a:ea typeface="Lexend Mega Black"/>
                <a:cs typeface="Lexend Mega Black"/>
                <a:sym typeface="Lexend Mega Black"/>
              </a:defRPr>
            </a:lvl2pPr>
            <a:lvl3pPr lvl="2">
              <a:spcBef>
                <a:spcPts val="0"/>
              </a:spcBef>
              <a:spcAft>
                <a:spcPts val="0"/>
              </a:spcAft>
              <a:buClr>
                <a:schemeClr val="dk1"/>
              </a:buClr>
              <a:buSzPts val="2300"/>
              <a:buFont typeface="Lexend Mega Black"/>
              <a:buNone/>
              <a:defRPr sz="2300">
                <a:solidFill>
                  <a:schemeClr val="dk1"/>
                </a:solidFill>
                <a:latin typeface="Lexend Mega Black"/>
                <a:ea typeface="Lexend Mega Black"/>
                <a:cs typeface="Lexend Mega Black"/>
                <a:sym typeface="Lexend Mega Black"/>
              </a:defRPr>
            </a:lvl3pPr>
            <a:lvl4pPr lvl="3">
              <a:spcBef>
                <a:spcPts val="0"/>
              </a:spcBef>
              <a:spcAft>
                <a:spcPts val="0"/>
              </a:spcAft>
              <a:buClr>
                <a:schemeClr val="dk1"/>
              </a:buClr>
              <a:buSzPts val="2300"/>
              <a:buFont typeface="Lexend Mega Black"/>
              <a:buNone/>
              <a:defRPr sz="2300">
                <a:solidFill>
                  <a:schemeClr val="dk1"/>
                </a:solidFill>
                <a:latin typeface="Lexend Mega Black"/>
                <a:ea typeface="Lexend Mega Black"/>
                <a:cs typeface="Lexend Mega Black"/>
                <a:sym typeface="Lexend Mega Black"/>
              </a:defRPr>
            </a:lvl4pPr>
            <a:lvl5pPr lvl="4">
              <a:spcBef>
                <a:spcPts val="0"/>
              </a:spcBef>
              <a:spcAft>
                <a:spcPts val="0"/>
              </a:spcAft>
              <a:buClr>
                <a:schemeClr val="dk1"/>
              </a:buClr>
              <a:buSzPts val="2300"/>
              <a:buFont typeface="Lexend Mega Black"/>
              <a:buNone/>
              <a:defRPr sz="2300">
                <a:solidFill>
                  <a:schemeClr val="dk1"/>
                </a:solidFill>
                <a:latin typeface="Lexend Mega Black"/>
                <a:ea typeface="Lexend Mega Black"/>
                <a:cs typeface="Lexend Mega Black"/>
                <a:sym typeface="Lexend Mega Black"/>
              </a:defRPr>
            </a:lvl5pPr>
            <a:lvl6pPr lvl="5">
              <a:spcBef>
                <a:spcPts val="0"/>
              </a:spcBef>
              <a:spcAft>
                <a:spcPts val="0"/>
              </a:spcAft>
              <a:buClr>
                <a:schemeClr val="dk1"/>
              </a:buClr>
              <a:buSzPts val="2300"/>
              <a:buFont typeface="Lexend Mega Black"/>
              <a:buNone/>
              <a:defRPr sz="2300">
                <a:solidFill>
                  <a:schemeClr val="dk1"/>
                </a:solidFill>
                <a:latin typeface="Lexend Mega Black"/>
                <a:ea typeface="Lexend Mega Black"/>
                <a:cs typeface="Lexend Mega Black"/>
                <a:sym typeface="Lexend Mega Black"/>
              </a:defRPr>
            </a:lvl6pPr>
            <a:lvl7pPr lvl="6">
              <a:spcBef>
                <a:spcPts val="0"/>
              </a:spcBef>
              <a:spcAft>
                <a:spcPts val="0"/>
              </a:spcAft>
              <a:buClr>
                <a:schemeClr val="dk1"/>
              </a:buClr>
              <a:buSzPts val="2300"/>
              <a:buFont typeface="Lexend Mega Black"/>
              <a:buNone/>
              <a:defRPr sz="2300">
                <a:solidFill>
                  <a:schemeClr val="dk1"/>
                </a:solidFill>
                <a:latin typeface="Lexend Mega Black"/>
                <a:ea typeface="Lexend Mega Black"/>
                <a:cs typeface="Lexend Mega Black"/>
                <a:sym typeface="Lexend Mega Black"/>
              </a:defRPr>
            </a:lvl7pPr>
            <a:lvl8pPr lvl="7">
              <a:spcBef>
                <a:spcPts val="0"/>
              </a:spcBef>
              <a:spcAft>
                <a:spcPts val="0"/>
              </a:spcAft>
              <a:buClr>
                <a:schemeClr val="dk1"/>
              </a:buClr>
              <a:buSzPts val="2300"/>
              <a:buFont typeface="Lexend Mega Black"/>
              <a:buNone/>
              <a:defRPr sz="2300">
                <a:solidFill>
                  <a:schemeClr val="dk1"/>
                </a:solidFill>
                <a:latin typeface="Lexend Mega Black"/>
                <a:ea typeface="Lexend Mega Black"/>
                <a:cs typeface="Lexend Mega Black"/>
                <a:sym typeface="Lexend Mega Black"/>
              </a:defRPr>
            </a:lvl8pPr>
            <a:lvl9pPr lvl="8">
              <a:spcBef>
                <a:spcPts val="0"/>
              </a:spcBef>
              <a:spcAft>
                <a:spcPts val="0"/>
              </a:spcAft>
              <a:buClr>
                <a:schemeClr val="dk1"/>
              </a:buClr>
              <a:buSzPts val="2300"/>
              <a:buFont typeface="Lexend Mega Black"/>
              <a:buNone/>
              <a:defRPr sz="2300">
                <a:solidFill>
                  <a:schemeClr val="dk1"/>
                </a:solidFill>
                <a:latin typeface="Lexend Mega Black"/>
                <a:ea typeface="Lexend Mega Black"/>
                <a:cs typeface="Lexend Mega Black"/>
                <a:sym typeface="Lexend Mega Black"/>
              </a:defRPr>
            </a:lvl9pPr>
          </a:lstStyle>
          <a:p/>
        </p:txBody>
      </p:sp>
      <p:sp>
        <p:nvSpPr>
          <p:cNvPr id="321" name="Google Shape;321;p27"/>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Epilogue"/>
              <a:buChar char="●"/>
              <a:defRPr sz="1200">
                <a:solidFill>
                  <a:schemeClr val="dk1"/>
                </a:solidFill>
                <a:latin typeface="Epilogue"/>
                <a:ea typeface="Epilogue"/>
                <a:cs typeface="Epilogue"/>
                <a:sym typeface="Epilogue"/>
              </a:defRPr>
            </a:lvl1pPr>
            <a:lvl2pPr indent="-304800" lvl="1" marL="914400">
              <a:lnSpc>
                <a:spcPct val="100000"/>
              </a:lnSpc>
              <a:spcBef>
                <a:spcPts val="1600"/>
              </a:spcBef>
              <a:spcAft>
                <a:spcPts val="0"/>
              </a:spcAft>
              <a:buClr>
                <a:schemeClr val="dk1"/>
              </a:buClr>
              <a:buSzPts val="1200"/>
              <a:buFont typeface="Epilogue"/>
              <a:buChar char="○"/>
              <a:defRPr sz="1200">
                <a:solidFill>
                  <a:schemeClr val="dk1"/>
                </a:solidFill>
                <a:latin typeface="Epilogue"/>
                <a:ea typeface="Epilogue"/>
                <a:cs typeface="Epilogue"/>
                <a:sym typeface="Epilogue"/>
              </a:defRPr>
            </a:lvl2pPr>
            <a:lvl3pPr indent="-304800" lvl="2" marL="1371600">
              <a:lnSpc>
                <a:spcPct val="100000"/>
              </a:lnSpc>
              <a:spcBef>
                <a:spcPts val="1600"/>
              </a:spcBef>
              <a:spcAft>
                <a:spcPts val="0"/>
              </a:spcAft>
              <a:buClr>
                <a:schemeClr val="dk1"/>
              </a:buClr>
              <a:buSzPts val="1200"/>
              <a:buFont typeface="Epilogue"/>
              <a:buChar char="■"/>
              <a:defRPr sz="1200">
                <a:solidFill>
                  <a:schemeClr val="dk1"/>
                </a:solidFill>
                <a:latin typeface="Epilogue"/>
                <a:ea typeface="Epilogue"/>
                <a:cs typeface="Epilogue"/>
                <a:sym typeface="Epilogue"/>
              </a:defRPr>
            </a:lvl3pPr>
            <a:lvl4pPr indent="-304800" lvl="3" marL="1828800">
              <a:lnSpc>
                <a:spcPct val="100000"/>
              </a:lnSpc>
              <a:spcBef>
                <a:spcPts val="1600"/>
              </a:spcBef>
              <a:spcAft>
                <a:spcPts val="0"/>
              </a:spcAft>
              <a:buClr>
                <a:schemeClr val="dk1"/>
              </a:buClr>
              <a:buSzPts val="1200"/>
              <a:buFont typeface="Epilogue"/>
              <a:buChar char="●"/>
              <a:defRPr sz="1200">
                <a:solidFill>
                  <a:schemeClr val="dk1"/>
                </a:solidFill>
                <a:latin typeface="Epilogue"/>
                <a:ea typeface="Epilogue"/>
                <a:cs typeface="Epilogue"/>
                <a:sym typeface="Epilogue"/>
              </a:defRPr>
            </a:lvl4pPr>
            <a:lvl5pPr indent="-304800" lvl="4" marL="2286000">
              <a:lnSpc>
                <a:spcPct val="100000"/>
              </a:lnSpc>
              <a:spcBef>
                <a:spcPts val="1600"/>
              </a:spcBef>
              <a:spcAft>
                <a:spcPts val="0"/>
              </a:spcAft>
              <a:buClr>
                <a:schemeClr val="dk1"/>
              </a:buClr>
              <a:buSzPts val="1200"/>
              <a:buFont typeface="Epilogue"/>
              <a:buChar char="○"/>
              <a:defRPr sz="1200">
                <a:solidFill>
                  <a:schemeClr val="dk1"/>
                </a:solidFill>
                <a:latin typeface="Epilogue"/>
                <a:ea typeface="Epilogue"/>
                <a:cs typeface="Epilogue"/>
                <a:sym typeface="Epilogue"/>
              </a:defRPr>
            </a:lvl5pPr>
            <a:lvl6pPr indent="-304800" lvl="5" marL="2743200">
              <a:lnSpc>
                <a:spcPct val="100000"/>
              </a:lnSpc>
              <a:spcBef>
                <a:spcPts val="1600"/>
              </a:spcBef>
              <a:spcAft>
                <a:spcPts val="0"/>
              </a:spcAft>
              <a:buClr>
                <a:schemeClr val="dk1"/>
              </a:buClr>
              <a:buSzPts val="1200"/>
              <a:buFont typeface="Epilogue"/>
              <a:buChar char="■"/>
              <a:defRPr sz="1200">
                <a:solidFill>
                  <a:schemeClr val="dk1"/>
                </a:solidFill>
                <a:latin typeface="Epilogue"/>
                <a:ea typeface="Epilogue"/>
                <a:cs typeface="Epilogue"/>
                <a:sym typeface="Epilogue"/>
              </a:defRPr>
            </a:lvl6pPr>
            <a:lvl7pPr indent="-304800" lvl="6" marL="3200400">
              <a:lnSpc>
                <a:spcPct val="100000"/>
              </a:lnSpc>
              <a:spcBef>
                <a:spcPts val="1600"/>
              </a:spcBef>
              <a:spcAft>
                <a:spcPts val="0"/>
              </a:spcAft>
              <a:buClr>
                <a:schemeClr val="dk1"/>
              </a:buClr>
              <a:buSzPts val="1200"/>
              <a:buFont typeface="Epilogue"/>
              <a:buChar char="●"/>
              <a:defRPr sz="1200">
                <a:solidFill>
                  <a:schemeClr val="dk1"/>
                </a:solidFill>
                <a:latin typeface="Epilogue"/>
                <a:ea typeface="Epilogue"/>
                <a:cs typeface="Epilogue"/>
                <a:sym typeface="Epilogue"/>
              </a:defRPr>
            </a:lvl7pPr>
            <a:lvl8pPr indent="-304800" lvl="7" marL="3657600">
              <a:lnSpc>
                <a:spcPct val="100000"/>
              </a:lnSpc>
              <a:spcBef>
                <a:spcPts val="1600"/>
              </a:spcBef>
              <a:spcAft>
                <a:spcPts val="0"/>
              </a:spcAft>
              <a:buClr>
                <a:schemeClr val="dk1"/>
              </a:buClr>
              <a:buSzPts val="1200"/>
              <a:buFont typeface="Epilogue"/>
              <a:buChar char="○"/>
              <a:defRPr sz="1200">
                <a:solidFill>
                  <a:schemeClr val="dk1"/>
                </a:solidFill>
                <a:latin typeface="Epilogue"/>
                <a:ea typeface="Epilogue"/>
                <a:cs typeface="Epilogue"/>
                <a:sym typeface="Epilogue"/>
              </a:defRPr>
            </a:lvl8pPr>
            <a:lvl9pPr indent="-304800" lvl="8" marL="4114800">
              <a:lnSpc>
                <a:spcPct val="100000"/>
              </a:lnSpc>
              <a:spcBef>
                <a:spcPts val="1600"/>
              </a:spcBef>
              <a:spcAft>
                <a:spcPts val="1600"/>
              </a:spcAft>
              <a:buClr>
                <a:schemeClr val="dk1"/>
              </a:buClr>
              <a:buSzPts val="1200"/>
              <a:buFont typeface="Epilogue"/>
              <a:buChar char="■"/>
              <a:defRPr sz="1200">
                <a:solidFill>
                  <a:schemeClr val="dk1"/>
                </a:solidFill>
                <a:latin typeface="Epilogue"/>
                <a:ea typeface="Epilogue"/>
                <a:cs typeface="Epilogue"/>
                <a:sym typeface="Epilogue"/>
              </a:defRPr>
            </a:lvl9pPr>
          </a:lstStyle>
          <a:p/>
        </p:txBody>
      </p:sp>
    </p:spTree>
  </p:cSld>
  <p:clrMap accent1="accent1" accent2="accent2" accent3="accent3" accent4="accent4" accent5="accent5" accent6="accent6" bg1="lt1" bg2="dk2" tx1="dk1" tx2="lt2" folHlink="folHlink" hlink="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 id="2147483696" r:id="rId24"/>
    <p:sldLayoutId id="2147483697"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449">
          <p15:clr>
            <a:srgbClr val="EA4335"/>
          </p15:clr>
        </p15:guide>
        <p15:guide id="2" pos="5311">
          <p15:clr>
            <a:srgbClr val="EA4335"/>
          </p15:clr>
        </p15:guide>
        <p15:guide id="3" orient="horz" pos="340">
          <p15:clr>
            <a:srgbClr val="EA4335"/>
          </p15:clr>
        </p15:guide>
        <p15:guide id="4" orient="horz" pos="2900">
          <p15:clr>
            <a:srgbClr val="EA4335"/>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633" name="Shape 633"/>
        <p:cNvGrpSpPr/>
        <p:nvPr/>
      </p:nvGrpSpPr>
      <p:grpSpPr>
        <a:xfrm>
          <a:off x="0" y="0"/>
          <a:ext cx="0" cy="0"/>
          <a:chOff x="0" y="0"/>
          <a:chExt cx="0" cy="0"/>
        </a:xfrm>
      </p:grpSpPr>
      <p:sp>
        <p:nvSpPr>
          <p:cNvPr id="634" name="Google Shape;634;p53"/>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300"/>
              <a:buFont typeface="Lexend Mega Black"/>
              <a:buNone/>
              <a:defRPr sz="2300">
                <a:solidFill>
                  <a:schemeClr val="dk1"/>
                </a:solidFill>
                <a:latin typeface="Lexend Mega Black"/>
                <a:ea typeface="Lexend Mega Black"/>
                <a:cs typeface="Lexend Mega Black"/>
                <a:sym typeface="Lexend Mega Black"/>
              </a:defRPr>
            </a:lvl1pPr>
            <a:lvl2pPr lvl="1">
              <a:spcBef>
                <a:spcPts val="0"/>
              </a:spcBef>
              <a:spcAft>
                <a:spcPts val="0"/>
              </a:spcAft>
              <a:buClr>
                <a:schemeClr val="dk1"/>
              </a:buClr>
              <a:buSzPts val="2300"/>
              <a:buFont typeface="Lexend Mega Black"/>
              <a:buNone/>
              <a:defRPr sz="2300">
                <a:solidFill>
                  <a:schemeClr val="dk1"/>
                </a:solidFill>
                <a:latin typeface="Lexend Mega Black"/>
                <a:ea typeface="Lexend Mega Black"/>
                <a:cs typeface="Lexend Mega Black"/>
                <a:sym typeface="Lexend Mega Black"/>
              </a:defRPr>
            </a:lvl2pPr>
            <a:lvl3pPr lvl="2">
              <a:spcBef>
                <a:spcPts val="0"/>
              </a:spcBef>
              <a:spcAft>
                <a:spcPts val="0"/>
              </a:spcAft>
              <a:buClr>
                <a:schemeClr val="dk1"/>
              </a:buClr>
              <a:buSzPts val="2300"/>
              <a:buFont typeface="Lexend Mega Black"/>
              <a:buNone/>
              <a:defRPr sz="2300">
                <a:solidFill>
                  <a:schemeClr val="dk1"/>
                </a:solidFill>
                <a:latin typeface="Lexend Mega Black"/>
                <a:ea typeface="Lexend Mega Black"/>
                <a:cs typeface="Lexend Mega Black"/>
                <a:sym typeface="Lexend Mega Black"/>
              </a:defRPr>
            </a:lvl3pPr>
            <a:lvl4pPr lvl="3">
              <a:spcBef>
                <a:spcPts val="0"/>
              </a:spcBef>
              <a:spcAft>
                <a:spcPts val="0"/>
              </a:spcAft>
              <a:buClr>
                <a:schemeClr val="dk1"/>
              </a:buClr>
              <a:buSzPts val="2300"/>
              <a:buFont typeface="Lexend Mega Black"/>
              <a:buNone/>
              <a:defRPr sz="2300">
                <a:solidFill>
                  <a:schemeClr val="dk1"/>
                </a:solidFill>
                <a:latin typeface="Lexend Mega Black"/>
                <a:ea typeface="Lexend Mega Black"/>
                <a:cs typeface="Lexend Mega Black"/>
                <a:sym typeface="Lexend Mega Black"/>
              </a:defRPr>
            </a:lvl4pPr>
            <a:lvl5pPr lvl="4">
              <a:spcBef>
                <a:spcPts val="0"/>
              </a:spcBef>
              <a:spcAft>
                <a:spcPts val="0"/>
              </a:spcAft>
              <a:buClr>
                <a:schemeClr val="dk1"/>
              </a:buClr>
              <a:buSzPts val="2300"/>
              <a:buFont typeface="Lexend Mega Black"/>
              <a:buNone/>
              <a:defRPr sz="2300">
                <a:solidFill>
                  <a:schemeClr val="dk1"/>
                </a:solidFill>
                <a:latin typeface="Lexend Mega Black"/>
                <a:ea typeface="Lexend Mega Black"/>
                <a:cs typeface="Lexend Mega Black"/>
                <a:sym typeface="Lexend Mega Black"/>
              </a:defRPr>
            </a:lvl5pPr>
            <a:lvl6pPr lvl="5">
              <a:spcBef>
                <a:spcPts val="0"/>
              </a:spcBef>
              <a:spcAft>
                <a:spcPts val="0"/>
              </a:spcAft>
              <a:buClr>
                <a:schemeClr val="dk1"/>
              </a:buClr>
              <a:buSzPts val="2300"/>
              <a:buFont typeface="Lexend Mega Black"/>
              <a:buNone/>
              <a:defRPr sz="2300">
                <a:solidFill>
                  <a:schemeClr val="dk1"/>
                </a:solidFill>
                <a:latin typeface="Lexend Mega Black"/>
                <a:ea typeface="Lexend Mega Black"/>
                <a:cs typeface="Lexend Mega Black"/>
                <a:sym typeface="Lexend Mega Black"/>
              </a:defRPr>
            </a:lvl6pPr>
            <a:lvl7pPr lvl="6">
              <a:spcBef>
                <a:spcPts val="0"/>
              </a:spcBef>
              <a:spcAft>
                <a:spcPts val="0"/>
              </a:spcAft>
              <a:buClr>
                <a:schemeClr val="dk1"/>
              </a:buClr>
              <a:buSzPts val="2300"/>
              <a:buFont typeface="Lexend Mega Black"/>
              <a:buNone/>
              <a:defRPr sz="2300">
                <a:solidFill>
                  <a:schemeClr val="dk1"/>
                </a:solidFill>
                <a:latin typeface="Lexend Mega Black"/>
                <a:ea typeface="Lexend Mega Black"/>
                <a:cs typeface="Lexend Mega Black"/>
                <a:sym typeface="Lexend Mega Black"/>
              </a:defRPr>
            </a:lvl7pPr>
            <a:lvl8pPr lvl="7">
              <a:spcBef>
                <a:spcPts val="0"/>
              </a:spcBef>
              <a:spcAft>
                <a:spcPts val="0"/>
              </a:spcAft>
              <a:buClr>
                <a:schemeClr val="dk1"/>
              </a:buClr>
              <a:buSzPts val="2300"/>
              <a:buFont typeface="Lexend Mega Black"/>
              <a:buNone/>
              <a:defRPr sz="2300">
                <a:solidFill>
                  <a:schemeClr val="dk1"/>
                </a:solidFill>
                <a:latin typeface="Lexend Mega Black"/>
                <a:ea typeface="Lexend Mega Black"/>
                <a:cs typeface="Lexend Mega Black"/>
                <a:sym typeface="Lexend Mega Black"/>
              </a:defRPr>
            </a:lvl8pPr>
            <a:lvl9pPr lvl="8">
              <a:spcBef>
                <a:spcPts val="0"/>
              </a:spcBef>
              <a:spcAft>
                <a:spcPts val="0"/>
              </a:spcAft>
              <a:buClr>
                <a:schemeClr val="dk1"/>
              </a:buClr>
              <a:buSzPts val="2300"/>
              <a:buFont typeface="Lexend Mega Black"/>
              <a:buNone/>
              <a:defRPr sz="2300">
                <a:solidFill>
                  <a:schemeClr val="dk1"/>
                </a:solidFill>
                <a:latin typeface="Lexend Mega Black"/>
                <a:ea typeface="Lexend Mega Black"/>
                <a:cs typeface="Lexend Mega Black"/>
                <a:sym typeface="Lexend Mega Black"/>
              </a:defRPr>
            </a:lvl9pPr>
          </a:lstStyle>
          <a:p/>
        </p:txBody>
      </p:sp>
      <p:sp>
        <p:nvSpPr>
          <p:cNvPr id="635" name="Google Shape;635;p53"/>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Epilogue"/>
              <a:buChar char="●"/>
              <a:defRPr sz="1200">
                <a:solidFill>
                  <a:schemeClr val="dk1"/>
                </a:solidFill>
                <a:latin typeface="Epilogue"/>
                <a:ea typeface="Epilogue"/>
                <a:cs typeface="Epilogue"/>
                <a:sym typeface="Epilogue"/>
              </a:defRPr>
            </a:lvl1pPr>
            <a:lvl2pPr indent="-304800" lvl="1" marL="914400">
              <a:lnSpc>
                <a:spcPct val="100000"/>
              </a:lnSpc>
              <a:spcBef>
                <a:spcPts val="1600"/>
              </a:spcBef>
              <a:spcAft>
                <a:spcPts val="0"/>
              </a:spcAft>
              <a:buClr>
                <a:schemeClr val="dk1"/>
              </a:buClr>
              <a:buSzPts val="1200"/>
              <a:buFont typeface="Epilogue"/>
              <a:buChar char="○"/>
              <a:defRPr sz="1200">
                <a:solidFill>
                  <a:schemeClr val="dk1"/>
                </a:solidFill>
                <a:latin typeface="Epilogue"/>
                <a:ea typeface="Epilogue"/>
                <a:cs typeface="Epilogue"/>
                <a:sym typeface="Epilogue"/>
              </a:defRPr>
            </a:lvl2pPr>
            <a:lvl3pPr indent="-304800" lvl="2" marL="1371600">
              <a:lnSpc>
                <a:spcPct val="100000"/>
              </a:lnSpc>
              <a:spcBef>
                <a:spcPts val="1600"/>
              </a:spcBef>
              <a:spcAft>
                <a:spcPts val="0"/>
              </a:spcAft>
              <a:buClr>
                <a:schemeClr val="dk1"/>
              </a:buClr>
              <a:buSzPts val="1200"/>
              <a:buFont typeface="Epilogue"/>
              <a:buChar char="■"/>
              <a:defRPr sz="1200">
                <a:solidFill>
                  <a:schemeClr val="dk1"/>
                </a:solidFill>
                <a:latin typeface="Epilogue"/>
                <a:ea typeface="Epilogue"/>
                <a:cs typeface="Epilogue"/>
                <a:sym typeface="Epilogue"/>
              </a:defRPr>
            </a:lvl3pPr>
            <a:lvl4pPr indent="-304800" lvl="3" marL="1828800">
              <a:lnSpc>
                <a:spcPct val="100000"/>
              </a:lnSpc>
              <a:spcBef>
                <a:spcPts val="1600"/>
              </a:spcBef>
              <a:spcAft>
                <a:spcPts val="0"/>
              </a:spcAft>
              <a:buClr>
                <a:schemeClr val="dk1"/>
              </a:buClr>
              <a:buSzPts val="1200"/>
              <a:buFont typeface="Epilogue"/>
              <a:buChar char="●"/>
              <a:defRPr sz="1200">
                <a:solidFill>
                  <a:schemeClr val="dk1"/>
                </a:solidFill>
                <a:latin typeface="Epilogue"/>
                <a:ea typeface="Epilogue"/>
                <a:cs typeface="Epilogue"/>
                <a:sym typeface="Epilogue"/>
              </a:defRPr>
            </a:lvl4pPr>
            <a:lvl5pPr indent="-304800" lvl="4" marL="2286000">
              <a:lnSpc>
                <a:spcPct val="100000"/>
              </a:lnSpc>
              <a:spcBef>
                <a:spcPts val="1600"/>
              </a:spcBef>
              <a:spcAft>
                <a:spcPts val="0"/>
              </a:spcAft>
              <a:buClr>
                <a:schemeClr val="dk1"/>
              </a:buClr>
              <a:buSzPts val="1200"/>
              <a:buFont typeface="Epilogue"/>
              <a:buChar char="○"/>
              <a:defRPr sz="1200">
                <a:solidFill>
                  <a:schemeClr val="dk1"/>
                </a:solidFill>
                <a:latin typeface="Epilogue"/>
                <a:ea typeface="Epilogue"/>
                <a:cs typeface="Epilogue"/>
                <a:sym typeface="Epilogue"/>
              </a:defRPr>
            </a:lvl5pPr>
            <a:lvl6pPr indent="-304800" lvl="5" marL="2743200">
              <a:lnSpc>
                <a:spcPct val="100000"/>
              </a:lnSpc>
              <a:spcBef>
                <a:spcPts val="1600"/>
              </a:spcBef>
              <a:spcAft>
                <a:spcPts val="0"/>
              </a:spcAft>
              <a:buClr>
                <a:schemeClr val="dk1"/>
              </a:buClr>
              <a:buSzPts val="1200"/>
              <a:buFont typeface="Epilogue"/>
              <a:buChar char="■"/>
              <a:defRPr sz="1200">
                <a:solidFill>
                  <a:schemeClr val="dk1"/>
                </a:solidFill>
                <a:latin typeface="Epilogue"/>
                <a:ea typeface="Epilogue"/>
                <a:cs typeface="Epilogue"/>
                <a:sym typeface="Epilogue"/>
              </a:defRPr>
            </a:lvl6pPr>
            <a:lvl7pPr indent="-304800" lvl="6" marL="3200400">
              <a:lnSpc>
                <a:spcPct val="100000"/>
              </a:lnSpc>
              <a:spcBef>
                <a:spcPts val="1600"/>
              </a:spcBef>
              <a:spcAft>
                <a:spcPts val="0"/>
              </a:spcAft>
              <a:buClr>
                <a:schemeClr val="dk1"/>
              </a:buClr>
              <a:buSzPts val="1200"/>
              <a:buFont typeface="Epilogue"/>
              <a:buChar char="●"/>
              <a:defRPr sz="1200">
                <a:solidFill>
                  <a:schemeClr val="dk1"/>
                </a:solidFill>
                <a:latin typeface="Epilogue"/>
                <a:ea typeface="Epilogue"/>
                <a:cs typeface="Epilogue"/>
                <a:sym typeface="Epilogue"/>
              </a:defRPr>
            </a:lvl7pPr>
            <a:lvl8pPr indent="-304800" lvl="7" marL="3657600">
              <a:lnSpc>
                <a:spcPct val="100000"/>
              </a:lnSpc>
              <a:spcBef>
                <a:spcPts val="1600"/>
              </a:spcBef>
              <a:spcAft>
                <a:spcPts val="0"/>
              </a:spcAft>
              <a:buClr>
                <a:schemeClr val="dk1"/>
              </a:buClr>
              <a:buSzPts val="1200"/>
              <a:buFont typeface="Epilogue"/>
              <a:buChar char="○"/>
              <a:defRPr sz="1200">
                <a:solidFill>
                  <a:schemeClr val="dk1"/>
                </a:solidFill>
                <a:latin typeface="Epilogue"/>
                <a:ea typeface="Epilogue"/>
                <a:cs typeface="Epilogue"/>
                <a:sym typeface="Epilogue"/>
              </a:defRPr>
            </a:lvl8pPr>
            <a:lvl9pPr indent="-304800" lvl="8" marL="4114800">
              <a:lnSpc>
                <a:spcPct val="100000"/>
              </a:lnSpc>
              <a:spcBef>
                <a:spcPts val="1600"/>
              </a:spcBef>
              <a:spcAft>
                <a:spcPts val="1600"/>
              </a:spcAft>
              <a:buClr>
                <a:schemeClr val="dk1"/>
              </a:buClr>
              <a:buSzPts val="1200"/>
              <a:buFont typeface="Epilogue"/>
              <a:buChar char="■"/>
              <a:defRPr sz="1200">
                <a:solidFill>
                  <a:schemeClr val="dk1"/>
                </a:solidFill>
                <a:latin typeface="Epilogue"/>
                <a:ea typeface="Epilogue"/>
                <a:cs typeface="Epilogue"/>
                <a:sym typeface="Epilogue"/>
              </a:defRPr>
            </a:lvl9pPr>
          </a:lstStyle>
          <a:p/>
        </p:txBody>
      </p:sp>
    </p:spTree>
  </p:cSld>
  <p:clrMap accent1="accent1" accent2="accent2" accent3="accent3" accent4="accent4" accent5="accent5" accent6="accent6" bg1="lt1" bg2="dk2" tx1="dk1" tx2="lt2" folHlink="folHlink" hlink="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0" r:id="rId13"/>
    <p:sldLayoutId id="2147483711" r:id="rId14"/>
    <p:sldLayoutId id="2147483712" r:id="rId15"/>
    <p:sldLayoutId id="2147483713" r:id="rId16"/>
    <p:sldLayoutId id="2147483714" r:id="rId17"/>
    <p:sldLayoutId id="2147483715" r:id="rId18"/>
    <p:sldLayoutId id="2147483716" r:id="rId19"/>
    <p:sldLayoutId id="2147483717" r:id="rId20"/>
    <p:sldLayoutId id="2147483718" r:id="rId21"/>
    <p:sldLayoutId id="2147483719" r:id="rId22"/>
    <p:sldLayoutId id="2147483720" r:id="rId23"/>
    <p:sldLayoutId id="2147483721" r:id="rId24"/>
    <p:sldLayoutId id="2147483722"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449">
          <p15:clr>
            <a:srgbClr val="EA4335"/>
          </p15:clr>
        </p15:guide>
        <p15:guide id="2" pos="5311">
          <p15:clr>
            <a:srgbClr val="EA4335"/>
          </p15:clr>
        </p15:guide>
        <p15:guide id="3" orient="horz" pos="340">
          <p15:clr>
            <a:srgbClr val="EA4335"/>
          </p15:clr>
        </p15:guide>
        <p15:guide id="4" orient="horz" pos="2900">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23.jpg"/><Relationship Id="rId4" Type="http://schemas.openxmlformats.org/officeDocument/2006/relationships/image" Target="../media/image20.jpg"/><Relationship Id="rId9" Type="http://schemas.openxmlformats.org/officeDocument/2006/relationships/image" Target="../media/image28.jpg"/><Relationship Id="rId5" Type="http://schemas.openxmlformats.org/officeDocument/2006/relationships/image" Target="../media/image21.jpg"/><Relationship Id="rId6" Type="http://schemas.openxmlformats.org/officeDocument/2006/relationships/image" Target="../media/image19.jpg"/><Relationship Id="rId7" Type="http://schemas.openxmlformats.org/officeDocument/2006/relationships/image" Target="../media/image15.jpg"/><Relationship Id="rId8" Type="http://schemas.openxmlformats.org/officeDocument/2006/relationships/image" Target="../media/image3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5.jpg"/><Relationship Id="rId4" Type="http://schemas.openxmlformats.org/officeDocument/2006/relationships/image" Target="../media/image11.jpg"/><Relationship Id="rId9" Type="http://schemas.openxmlformats.org/officeDocument/2006/relationships/image" Target="../media/image13.jpg"/><Relationship Id="rId5" Type="http://schemas.openxmlformats.org/officeDocument/2006/relationships/image" Target="../media/image10.jpg"/><Relationship Id="rId6" Type="http://schemas.openxmlformats.org/officeDocument/2006/relationships/image" Target="../media/image9.jpg"/><Relationship Id="rId7" Type="http://schemas.openxmlformats.org/officeDocument/2006/relationships/image" Target="../media/image7.jpg"/><Relationship Id="rId8" Type="http://schemas.openxmlformats.org/officeDocument/2006/relationships/image" Target="../media/image12.jpg"/><Relationship Id="rId11" Type="http://schemas.openxmlformats.org/officeDocument/2006/relationships/image" Target="../media/image18.jpg"/><Relationship Id="rId10" Type="http://schemas.openxmlformats.org/officeDocument/2006/relationships/image" Target="../media/image16.jpg"/><Relationship Id="rId13" Type="http://schemas.openxmlformats.org/officeDocument/2006/relationships/image" Target="../media/image6.jpg"/><Relationship Id="rId12" Type="http://schemas.openxmlformats.org/officeDocument/2006/relationships/image" Target="../media/image14.jpg"/><Relationship Id="rId15" Type="http://schemas.openxmlformats.org/officeDocument/2006/relationships/image" Target="../media/image22.jpg"/><Relationship Id="rId14" Type="http://schemas.openxmlformats.org/officeDocument/2006/relationships/image" Target="../media/image8.jpg"/><Relationship Id="rId17" Type="http://schemas.openxmlformats.org/officeDocument/2006/relationships/image" Target="../media/image24.jpg"/><Relationship Id="rId16" Type="http://schemas.openxmlformats.org/officeDocument/2006/relationships/image" Target="../media/image2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5.jpg"/><Relationship Id="rId4" Type="http://schemas.openxmlformats.org/officeDocument/2006/relationships/image" Target="../media/image11.jpg"/><Relationship Id="rId5" Type="http://schemas.openxmlformats.org/officeDocument/2006/relationships/image" Target="../media/image1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9.jpg"/><Relationship Id="rId4" Type="http://schemas.openxmlformats.org/officeDocument/2006/relationships/image" Target="../media/image7.jpg"/><Relationship Id="rId5" Type="http://schemas.openxmlformats.org/officeDocument/2006/relationships/image" Target="../media/image1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2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13.jpg"/><Relationship Id="rId4" Type="http://schemas.openxmlformats.org/officeDocument/2006/relationships/image" Target="../media/image16.jpg"/><Relationship Id="rId5" Type="http://schemas.openxmlformats.org/officeDocument/2006/relationships/image" Target="../media/image18.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1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22.jpg"/><Relationship Id="rId4" Type="http://schemas.openxmlformats.org/officeDocument/2006/relationships/image" Target="../media/image26.jpg"/><Relationship Id="rId9" Type="http://schemas.openxmlformats.org/officeDocument/2006/relationships/image" Target="../media/image17.jpg"/><Relationship Id="rId5" Type="http://schemas.openxmlformats.org/officeDocument/2006/relationships/image" Target="../media/image24.jpg"/><Relationship Id="rId6" Type="http://schemas.openxmlformats.org/officeDocument/2006/relationships/image" Target="../media/image27.jpg"/><Relationship Id="rId7" Type="http://schemas.openxmlformats.org/officeDocument/2006/relationships/image" Target="../media/image6.jpg"/><Relationship Id="rId8" Type="http://schemas.openxmlformats.org/officeDocument/2006/relationships/image" Target="../media/image8.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22.jpg"/><Relationship Id="rId4" Type="http://schemas.openxmlformats.org/officeDocument/2006/relationships/image" Target="../media/image26.jpg"/><Relationship Id="rId5" Type="http://schemas.openxmlformats.org/officeDocument/2006/relationships/image" Target="../media/image27.jpg"/><Relationship Id="rId6" Type="http://schemas.openxmlformats.org/officeDocument/2006/relationships/image" Target="../media/image2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32.jpg"/><Relationship Id="rId4" Type="http://schemas.openxmlformats.org/officeDocument/2006/relationships/image" Target="../media/image39.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29.jpg"/><Relationship Id="rId4" Type="http://schemas.openxmlformats.org/officeDocument/2006/relationships/image" Target="../media/image34.jpg"/><Relationship Id="rId5" Type="http://schemas.openxmlformats.org/officeDocument/2006/relationships/image" Target="../media/image36.jpg"/><Relationship Id="rId6" Type="http://schemas.openxmlformats.org/officeDocument/2006/relationships/image" Target="../media/image4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50.jpg"/><Relationship Id="rId4" Type="http://schemas.openxmlformats.org/officeDocument/2006/relationships/image" Target="../media/image51.jpg"/><Relationship Id="rId5" Type="http://schemas.openxmlformats.org/officeDocument/2006/relationships/image" Target="../media/image52.png"/><Relationship Id="rId6" Type="http://schemas.openxmlformats.org/officeDocument/2006/relationships/image" Target="../media/image47.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25.xml"/><Relationship Id="rId3" Type="http://schemas.openxmlformats.org/officeDocument/2006/relationships/image" Target="../media/image4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26.xml"/><Relationship Id="rId3" Type="http://schemas.openxmlformats.org/officeDocument/2006/relationships/image" Target="../media/image4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27.xml"/><Relationship Id="rId3" Type="http://schemas.openxmlformats.org/officeDocument/2006/relationships/image" Target="../media/image3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 Id="rId3" Type="http://schemas.openxmlformats.org/officeDocument/2006/relationships/image" Target="../media/image38.png"/><Relationship Id="rId4" Type="http://schemas.openxmlformats.org/officeDocument/2006/relationships/image" Target="../media/image33.png"/><Relationship Id="rId5" Type="http://schemas.openxmlformats.org/officeDocument/2006/relationships/image" Target="../media/image30.png"/><Relationship Id="rId6" Type="http://schemas.openxmlformats.org/officeDocument/2006/relationships/image" Target="../media/image3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 Id="rId3" Type="http://schemas.openxmlformats.org/officeDocument/2006/relationships/image" Target="../media/image49.jpg"/><Relationship Id="rId4" Type="http://schemas.openxmlformats.org/officeDocument/2006/relationships/image" Target="../media/image48.jpg"/><Relationship Id="rId9" Type="http://schemas.openxmlformats.org/officeDocument/2006/relationships/image" Target="../media/image33.png"/><Relationship Id="rId5" Type="http://schemas.openxmlformats.org/officeDocument/2006/relationships/image" Target="../media/image45.jpg"/><Relationship Id="rId6" Type="http://schemas.openxmlformats.org/officeDocument/2006/relationships/image" Target="../media/image44.jpg"/><Relationship Id="rId7" Type="http://schemas.openxmlformats.org/officeDocument/2006/relationships/image" Target="../media/image35.png"/><Relationship Id="rId8" Type="http://schemas.openxmlformats.org/officeDocument/2006/relationships/image" Target="../media/image30.png"/><Relationship Id="rId10" Type="http://schemas.openxmlformats.org/officeDocument/2006/relationships/image" Target="../media/image3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1.xml"/><Relationship Id="rId3" Type="http://schemas.openxmlformats.org/officeDocument/2006/relationships/image" Target="../media/image46.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2.xml"/><Relationship Id="rId3" Type="http://schemas.openxmlformats.org/officeDocument/2006/relationships/image" Target="../media/image41.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sp>
        <p:nvSpPr>
          <p:cNvPr id="951" name="Google Shape;951;p79"/>
          <p:cNvSpPr txBox="1"/>
          <p:nvPr>
            <p:ph type="ctrTitle"/>
          </p:nvPr>
        </p:nvSpPr>
        <p:spPr>
          <a:xfrm>
            <a:off x="1028700" y="1135652"/>
            <a:ext cx="7086600" cy="1818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10000">
                <a:latin typeface="Caveat"/>
                <a:ea typeface="Caveat"/>
                <a:cs typeface="Caveat"/>
                <a:sym typeface="Caveat"/>
              </a:rPr>
              <a:t>etch </a:t>
            </a:r>
            <a:endParaRPr b="1" sz="10000">
              <a:latin typeface="Caveat"/>
              <a:ea typeface="Caveat"/>
              <a:cs typeface="Caveat"/>
              <a:sym typeface="Caveat"/>
            </a:endParaRPr>
          </a:p>
          <a:p>
            <a:pPr indent="0" lvl="0" marL="0" rtl="0" algn="l">
              <a:spcBef>
                <a:spcPts val="0"/>
              </a:spcBef>
              <a:spcAft>
                <a:spcPts val="0"/>
              </a:spcAft>
              <a:buNone/>
            </a:pPr>
            <a:r>
              <a:rPr lang="en" sz="3400">
                <a:latin typeface="Lexend Mega Black"/>
                <a:ea typeface="Lexend Mega Black"/>
                <a:cs typeface="Lexend Mega Black"/>
                <a:sym typeface="Lexend Mega Black"/>
              </a:rPr>
              <a:t>sketch without stress</a:t>
            </a:r>
            <a:endParaRPr b="1" sz="8200">
              <a:latin typeface="Caveat"/>
              <a:ea typeface="Caveat"/>
              <a:cs typeface="Caveat"/>
              <a:sym typeface="Cave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55" name="Shape 955"/>
        <p:cNvGrpSpPr/>
        <p:nvPr/>
      </p:nvGrpSpPr>
      <p:grpSpPr>
        <a:xfrm>
          <a:off x="0" y="0"/>
          <a:ext cx="0" cy="0"/>
          <a:chOff x="0" y="0"/>
          <a:chExt cx="0" cy="0"/>
        </a:xfrm>
      </p:grpSpPr>
      <p:sp>
        <p:nvSpPr>
          <p:cNvPr id="956" name="Google Shape;956;p80"/>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TEAM</a:t>
            </a:r>
            <a:endParaRPr/>
          </a:p>
        </p:txBody>
      </p:sp>
      <p:sp>
        <p:nvSpPr>
          <p:cNvPr id="957" name="Google Shape;957;p80"/>
          <p:cNvSpPr txBox="1"/>
          <p:nvPr/>
        </p:nvSpPr>
        <p:spPr>
          <a:xfrm>
            <a:off x="503825" y="3342725"/>
            <a:ext cx="1716900" cy="8784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rPr b="1" i="1" lang="en" sz="1720">
                <a:solidFill>
                  <a:srgbClr val="000000"/>
                </a:solidFill>
              </a:rPr>
              <a:t>Elsa</a:t>
            </a:r>
            <a:endParaRPr b="1" i="1" sz="1720">
              <a:solidFill>
                <a:srgbClr val="000000"/>
              </a:solidFill>
            </a:endParaRPr>
          </a:p>
          <a:p>
            <a:pPr indent="0" lvl="0" marL="0" rtl="0" algn="ctr">
              <a:spcBef>
                <a:spcPts val="0"/>
              </a:spcBef>
              <a:spcAft>
                <a:spcPts val="0"/>
              </a:spcAft>
              <a:buNone/>
            </a:pPr>
            <a:r>
              <a:rPr i="1" lang="en" sz="1164">
                <a:solidFill>
                  <a:srgbClr val="000000"/>
                </a:solidFill>
              </a:rPr>
              <a:t>BS Design</a:t>
            </a:r>
            <a:endParaRPr i="1" sz="1164">
              <a:solidFill>
                <a:srgbClr val="000000"/>
              </a:solidFill>
            </a:endParaRPr>
          </a:p>
          <a:p>
            <a:pPr indent="0" lvl="0" marL="0" rtl="0" algn="ctr">
              <a:spcBef>
                <a:spcPts val="0"/>
              </a:spcBef>
              <a:spcAft>
                <a:spcPts val="0"/>
              </a:spcAft>
              <a:buNone/>
            </a:pPr>
            <a:r>
              <a:rPr i="1" lang="en" sz="1164">
                <a:solidFill>
                  <a:srgbClr val="000000"/>
                </a:solidFill>
              </a:rPr>
              <a:t>MS HCI</a:t>
            </a:r>
            <a:endParaRPr i="1" sz="1164">
              <a:solidFill>
                <a:srgbClr val="000000"/>
              </a:solidFill>
            </a:endParaRPr>
          </a:p>
        </p:txBody>
      </p:sp>
      <p:pic>
        <p:nvPicPr>
          <p:cNvPr id="958" name="Google Shape;958;p80"/>
          <p:cNvPicPr preferRelativeResize="0"/>
          <p:nvPr/>
        </p:nvPicPr>
        <p:blipFill>
          <a:blip r:embed="rId3">
            <a:alphaModFix/>
          </a:blip>
          <a:stretch>
            <a:fillRect/>
          </a:stretch>
        </p:blipFill>
        <p:spPr>
          <a:xfrm>
            <a:off x="586400" y="1371825"/>
            <a:ext cx="1691942" cy="1993050"/>
          </a:xfrm>
          <a:prstGeom prst="rect">
            <a:avLst/>
          </a:prstGeom>
          <a:noFill/>
          <a:ln>
            <a:noFill/>
          </a:ln>
        </p:spPr>
      </p:pic>
      <p:pic>
        <p:nvPicPr>
          <p:cNvPr id="959" name="Google Shape;959;p80"/>
          <p:cNvPicPr preferRelativeResize="0"/>
          <p:nvPr/>
        </p:nvPicPr>
        <p:blipFill>
          <a:blip r:embed="rId4">
            <a:alphaModFix/>
          </a:blip>
          <a:stretch>
            <a:fillRect/>
          </a:stretch>
        </p:blipFill>
        <p:spPr>
          <a:xfrm>
            <a:off x="4491288" y="1371829"/>
            <a:ext cx="1716900" cy="2029721"/>
          </a:xfrm>
          <a:prstGeom prst="rect">
            <a:avLst/>
          </a:prstGeom>
          <a:noFill/>
          <a:ln>
            <a:noFill/>
          </a:ln>
        </p:spPr>
      </p:pic>
      <p:pic>
        <p:nvPicPr>
          <p:cNvPr id="960" name="Google Shape;960;p80"/>
          <p:cNvPicPr preferRelativeResize="0"/>
          <p:nvPr/>
        </p:nvPicPr>
        <p:blipFill>
          <a:blip r:embed="rId5">
            <a:alphaModFix/>
          </a:blip>
          <a:stretch>
            <a:fillRect/>
          </a:stretch>
        </p:blipFill>
        <p:spPr>
          <a:xfrm>
            <a:off x="2556875" y="1371828"/>
            <a:ext cx="1691950" cy="1982197"/>
          </a:xfrm>
          <a:prstGeom prst="rect">
            <a:avLst/>
          </a:prstGeom>
          <a:noFill/>
          <a:ln>
            <a:noFill/>
          </a:ln>
        </p:spPr>
      </p:pic>
      <p:pic>
        <p:nvPicPr>
          <p:cNvPr id="961" name="Google Shape;961;p80"/>
          <p:cNvPicPr preferRelativeResize="0"/>
          <p:nvPr/>
        </p:nvPicPr>
        <p:blipFill>
          <a:blip r:embed="rId6">
            <a:alphaModFix/>
          </a:blip>
          <a:stretch>
            <a:fillRect/>
          </a:stretch>
        </p:blipFill>
        <p:spPr>
          <a:xfrm>
            <a:off x="6524250" y="1371825"/>
            <a:ext cx="1752296" cy="2029725"/>
          </a:xfrm>
          <a:prstGeom prst="rect">
            <a:avLst/>
          </a:prstGeom>
          <a:noFill/>
          <a:ln>
            <a:noFill/>
          </a:ln>
        </p:spPr>
      </p:pic>
      <p:sp>
        <p:nvSpPr>
          <p:cNvPr id="962" name="Google Shape;962;p80"/>
          <p:cNvSpPr txBox="1"/>
          <p:nvPr/>
        </p:nvSpPr>
        <p:spPr>
          <a:xfrm>
            <a:off x="4560288" y="3371325"/>
            <a:ext cx="1578900" cy="8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rgbClr val="000000"/>
              </a:buClr>
              <a:buSzPts val="990"/>
              <a:buFont typeface="Arial"/>
              <a:buNone/>
            </a:pPr>
            <a:r>
              <a:rPr b="1" i="1" lang="en" sz="1720">
                <a:solidFill>
                  <a:srgbClr val="000000"/>
                </a:solidFill>
              </a:rPr>
              <a:t>Jia</a:t>
            </a:r>
            <a:endParaRPr b="1" i="1" sz="1720">
              <a:solidFill>
                <a:srgbClr val="000000"/>
              </a:solidFill>
            </a:endParaRPr>
          </a:p>
          <a:p>
            <a:pPr indent="0" lvl="0" marL="0" rtl="0" algn="ctr">
              <a:spcBef>
                <a:spcPts val="0"/>
              </a:spcBef>
              <a:spcAft>
                <a:spcPts val="0"/>
              </a:spcAft>
              <a:buClr>
                <a:srgbClr val="000000"/>
              </a:buClr>
              <a:buSzPts val="990"/>
              <a:buFont typeface="Arial"/>
              <a:buNone/>
            </a:pPr>
            <a:r>
              <a:rPr i="1" lang="en" sz="1164">
                <a:solidFill>
                  <a:srgbClr val="000000"/>
                </a:solidFill>
              </a:rPr>
              <a:t>BS Design</a:t>
            </a:r>
            <a:endParaRPr i="1" sz="1164">
              <a:solidFill>
                <a:srgbClr val="000000"/>
              </a:solidFill>
            </a:endParaRPr>
          </a:p>
          <a:p>
            <a:pPr indent="0" lvl="0" marL="0" rtl="0" algn="ctr">
              <a:spcBef>
                <a:spcPts val="0"/>
              </a:spcBef>
              <a:spcAft>
                <a:spcPts val="0"/>
              </a:spcAft>
              <a:buNone/>
            </a:pPr>
            <a:r>
              <a:rPr i="1" lang="en" sz="1164">
                <a:solidFill>
                  <a:srgbClr val="000000"/>
                </a:solidFill>
              </a:rPr>
              <a:t>MS HCI</a:t>
            </a:r>
            <a:endParaRPr sz="1800">
              <a:solidFill>
                <a:srgbClr val="595959"/>
              </a:solidFill>
            </a:endParaRPr>
          </a:p>
        </p:txBody>
      </p:sp>
      <p:sp>
        <p:nvSpPr>
          <p:cNvPr id="963" name="Google Shape;963;p80"/>
          <p:cNvSpPr txBox="1"/>
          <p:nvPr/>
        </p:nvSpPr>
        <p:spPr>
          <a:xfrm>
            <a:off x="2531925" y="3322025"/>
            <a:ext cx="1716900" cy="8784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rPr b="1" i="1" lang="en" sz="1720">
                <a:solidFill>
                  <a:srgbClr val="000000"/>
                </a:solidFill>
              </a:rPr>
              <a:t>Ahyan</a:t>
            </a:r>
            <a:endParaRPr b="1" i="1" sz="1720">
              <a:solidFill>
                <a:srgbClr val="000000"/>
              </a:solidFill>
            </a:endParaRPr>
          </a:p>
          <a:p>
            <a:pPr indent="0" lvl="0" marL="0" rtl="0" algn="ctr">
              <a:spcBef>
                <a:spcPts val="0"/>
              </a:spcBef>
              <a:spcAft>
                <a:spcPts val="0"/>
              </a:spcAft>
              <a:buNone/>
            </a:pPr>
            <a:r>
              <a:rPr i="1" lang="en" sz="1164">
                <a:solidFill>
                  <a:srgbClr val="000000"/>
                </a:solidFill>
              </a:rPr>
              <a:t>BS </a:t>
            </a:r>
            <a:r>
              <a:rPr i="1" lang="en" sz="1164"/>
              <a:t>CS</a:t>
            </a:r>
            <a:endParaRPr i="1" sz="1164">
              <a:solidFill>
                <a:srgbClr val="000000"/>
              </a:solidFill>
            </a:endParaRPr>
          </a:p>
        </p:txBody>
      </p:sp>
      <p:sp>
        <p:nvSpPr>
          <p:cNvPr id="964" name="Google Shape;964;p80"/>
          <p:cNvSpPr txBox="1"/>
          <p:nvPr/>
        </p:nvSpPr>
        <p:spPr>
          <a:xfrm>
            <a:off x="6541950" y="3401550"/>
            <a:ext cx="1716900" cy="8784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rPr b="1" i="1" lang="en" sz="1720">
                <a:solidFill>
                  <a:srgbClr val="000000"/>
                </a:solidFill>
              </a:rPr>
              <a:t>Kelly</a:t>
            </a:r>
            <a:endParaRPr b="1" i="1" sz="1720">
              <a:solidFill>
                <a:srgbClr val="000000"/>
              </a:solidFill>
            </a:endParaRPr>
          </a:p>
          <a:p>
            <a:pPr indent="0" lvl="0" marL="0" rtl="0" algn="ctr">
              <a:spcBef>
                <a:spcPts val="0"/>
              </a:spcBef>
              <a:spcAft>
                <a:spcPts val="0"/>
              </a:spcAft>
              <a:buNone/>
            </a:pPr>
            <a:r>
              <a:rPr i="1" lang="en" sz="1164">
                <a:solidFill>
                  <a:srgbClr val="000000"/>
                </a:solidFill>
              </a:rPr>
              <a:t>BS HCI</a:t>
            </a:r>
            <a:endParaRPr i="1" sz="1164">
              <a:solidFill>
                <a:srgbClr val="000000"/>
              </a:solidFill>
            </a:endParaRPr>
          </a:p>
          <a:p>
            <a:pPr indent="0" lvl="0" marL="0" rtl="0" algn="ctr">
              <a:spcBef>
                <a:spcPts val="0"/>
              </a:spcBef>
              <a:spcAft>
                <a:spcPts val="0"/>
              </a:spcAft>
              <a:buNone/>
            </a:pPr>
            <a:r>
              <a:rPr i="1" lang="en" sz="1164">
                <a:solidFill>
                  <a:srgbClr val="000000"/>
                </a:solidFill>
              </a:rPr>
              <a:t>MS AI</a:t>
            </a:r>
            <a:endParaRPr i="1" sz="1164">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68" name="Shape 968"/>
        <p:cNvGrpSpPr/>
        <p:nvPr/>
      </p:nvGrpSpPr>
      <p:grpSpPr>
        <a:xfrm>
          <a:off x="0" y="0"/>
          <a:ext cx="0" cy="0"/>
          <a:chOff x="0" y="0"/>
          <a:chExt cx="0" cy="0"/>
        </a:xfrm>
      </p:grpSpPr>
      <p:sp>
        <p:nvSpPr>
          <p:cNvPr id="969" name="Google Shape;969;p81"/>
          <p:cNvSpPr txBox="1"/>
          <p:nvPr>
            <p:ph idx="1" type="subTitle"/>
          </p:nvPr>
        </p:nvSpPr>
        <p:spPr>
          <a:xfrm>
            <a:off x="720000" y="1630825"/>
            <a:ext cx="7385700" cy="2130600"/>
          </a:xfrm>
          <a:prstGeom prst="rect">
            <a:avLst/>
          </a:prstGeom>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SzPts val="2000"/>
              <a:buAutoNum type="arabicPeriod"/>
            </a:pPr>
            <a:r>
              <a:rPr lang="en" sz="2000"/>
              <a:t>Sketching explorations</a:t>
            </a:r>
            <a:endParaRPr sz="2000"/>
          </a:p>
          <a:p>
            <a:pPr indent="-355600" lvl="0" marL="457200" rtl="0" algn="l">
              <a:lnSpc>
                <a:spcPct val="115000"/>
              </a:lnSpc>
              <a:spcBef>
                <a:spcPts val="0"/>
              </a:spcBef>
              <a:spcAft>
                <a:spcPts val="0"/>
              </a:spcAft>
              <a:buSzPts val="2000"/>
              <a:buAutoNum type="arabicPeriod"/>
            </a:pPr>
            <a:r>
              <a:rPr lang="en" sz="2000"/>
              <a:t>Selected interface &amp; rationale</a:t>
            </a:r>
            <a:endParaRPr sz="2000"/>
          </a:p>
          <a:p>
            <a:pPr indent="-355600" lvl="0" marL="457200" rtl="0" algn="l">
              <a:lnSpc>
                <a:spcPct val="115000"/>
              </a:lnSpc>
              <a:spcBef>
                <a:spcPts val="0"/>
              </a:spcBef>
              <a:spcAft>
                <a:spcPts val="0"/>
              </a:spcAft>
              <a:buSzPts val="2000"/>
              <a:buAutoNum type="arabicPeriod"/>
            </a:pPr>
            <a:r>
              <a:rPr lang="en" sz="2000"/>
              <a:t>Low-fi Paper Prototype Task Flows</a:t>
            </a:r>
            <a:endParaRPr sz="2000"/>
          </a:p>
          <a:p>
            <a:pPr indent="-355600" lvl="0" marL="457200" rtl="0" algn="l">
              <a:lnSpc>
                <a:spcPct val="115000"/>
              </a:lnSpc>
              <a:spcBef>
                <a:spcPts val="0"/>
              </a:spcBef>
              <a:spcAft>
                <a:spcPts val="0"/>
              </a:spcAft>
              <a:buSzPts val="2000"/>
              <a:buAutoNum type="arabicPeriod"/>
            </a:pPr>
            <a:r>
              <a:rPr lang="en" sz="2000"/>
              <a:t>Testing</a:t>
            </a:r>
            <a:endParaRPr sz="2000"/>
          </a:p>
          <a:p>
            <a:pPr indent="-355600" lvl="0" marL="457200" rtl="0" algn="l">
              <a:lnSpc>
                <a:spcPct val="115000"/>
              </a:lnSpc>
              <a:spcBef>
                <a:spcPts val="0"/>
              </a:spcBef>
              <a:spcAft>
                <a:spcPts val="0"/>
              </a:spcAft>
              <a:buSzPts val="2000"/>
              <a:buAutoNum type="arabicPeriod"/>
            </a:pPr>
            <a:r>
              <a:rPr lang="en" sz="2000"/>
              <a:t>Discussion</a:t>
            </a:r>
            <a:endParaRPr sz="2000"/>
          </a:p>
        </p:txBody>
      </p:sp>
      <p:sp>
        <p:nvSpPr>
          <p:cNvPr id="970" name="Google Shape;970;p81"/>
          <p:cNvSpPr txBox="1"/>
          <p:nvPr>
            <p:ph type="title"/>
          </p:nvPr>
        </p:nvSpPr>
        <p:spPr>
          <a:xfrm>
            <a:off x="720000" y="9664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74" name="Shape 974"/>
        <p:cNvGrpSpPr/>
        <p:nvPr/>
      </p:nvGrpSpPr>
      <p:grpSpPr>
        <a:xfrm>
          <a:off x="0" y="0"/>
          <a:ext cx="0" cy="0"/>
          <a:chOff x="0" y="0"/>
          <a:chExt cx="0" cy="0"/>
        </a:xfrm>
      </p:grpSpPr>
      <p:sp>
        <p:nvSpPr>
          <p:cNvPr id="975" name="Google Shape;975;p82"/>
          <p:cNvSpPr txBox="1"/>
          <p:nvPr>
            <p:ph idx="1" type="subTitle"/>
          </p:nvPr>
        </p:nvSpPr>
        <p:spPr>
          <a:xfrm>
            <a:off x="720000" y="1630825"/>
            <a:ext cx="7385700" cy="213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Make creativity </a:t>
            </a:r>
            <a:r>
              <a:rPr b="1" lang="en"/>
              <a:t>feel like an adventure</a:t>
            </a:r>
            <a:r>
              <a:rPr lang="en"/>
              <a:t> through </a:t>
            </a:r>
            <a:r>
              <a:rPr b="1" lang="en"/>
              <a:t>low-pressure</a:t>
            </a:r>
            <a:r>
              <a:rPr lang="en"/>
              <a:t> art-making that helps people rediscover inspiration during </a:t>
            </a:r>
            <a:r>
              <a:rPr b="1" lang="en"/>
              <a:t>creative burnout</a:t>
            </a:r>
            <a:endParaRPr/>
          </a:p>
        </p:txBody>
      </p:sp>
      <p:sp>
        <p:nvSpPr>
          <p:cNvPr id="976" name="Google Shape;976;p82"/>
          <p:cNvSpPr txBox="1"/>
          <p:nvPr>
            <p:ph type="title"/>
          </p:nvPr>
        </p:nvSpPr>
        <p:spPr>
          <a:xfrm>
            <a:off x="720000" y="9664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value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sp>
        <p:nvSpPr>
          <p:cNvPr id="981" name="Google Shape;981;p83"/>
          <p:cNvSpPr txBox="1"/>
          <p:nvPr>
            <p:ph idx="1" type="subTitle"/>
          </p:nvPr>
        </p:nvSpPr>
        <p:spPr>
          <a:xfrm>
            <a:off x="720000" y="1630825"/>
            <a:ext cx="7385700" cy="239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highlight>
                  <a:srgbClr val="FFDEA3"/>
                </a:highlight>
              </a:rPr>
              <a:t>Creatives experiencing burnout due to </a:t>
            </a:r>
            <a:r>
              <a:rPr b="1" lang="en">
                <a:highlight>
                  <a:srgbClr val="FFDEA3"/>
                </a:highlight>
              </a:rPr>
              <a:t>external/ imposed pressure</a:t>
            </a:r>
            <a:r>
              <a:rPr lang="en">
                <a:highlight>
                  <a:srgbClr val="FFDEA3"/>
                </a:highlight>
              </a:rPr>
              <a:t> to </a:t>
            </a:r>
            <a:r>
              <a:rPr b="1" lang="en">
                <a:highlight>
                  <a:srgbClr val="FFDEA3"/>
                </a:highlight>
              </a:rPr>
              <a:t>perform and produce</a:t>
            </a:r>
            <a:endParaRPr b="1">
              <a:highlight>
                <a:srgbClr val="FFDEA3"/>
              </a:highlight>
            </a:endParaRPr>
          </a:p>
          <a:p>
            <a:pPr indent="0" lvl="0" marL="0" rtl="0" algn="l">
              <a:spcBef>
                <a:spcPts val="0"/>
              </a:spcBef>
              <a:spcAft>
                <a:spcPts val="0"/>
              </a:spcAft>
              <a:buNone/>
            </a:pPr>
            <a:r>
              <a:t/>
            </a:r>
            <a:endParaRPr/>
          </a:p>
          <a:p>
            <a:pPr indent="0" lvl="0" marL="0" rtl="0" algn="l">
              <a:spcBef>
                <a:spcPts val="0"/>
              </a:spcBef>
              <a:spcAft>
                <a:spcPts val="0"/>
              </a:spcAft>
              <a:buNone/>
            </a:pPr>
            <a:r>
              <a:rPr lang="en"/>
              <a:t>Turn creativity into a low-pressure adventure that helps people rediscover inspiration through playful art-making</a:t>
            </a:r>
            <a:endParaRPr/>
          </a:p>
        </p:txBody>
      </p:sp>
      <p:sp>
        <p:nvSpPr>
          <p:cNvPr id="982" name="Google Shape;982;p83"/>
          <p:cNvSpPr txBox="1"/>
          <p:nvPr>
            <p:ph type="title"/>
          </p:nvPr>
        </p:nvSpPr>
        <p:spPr>
          <a:xfrm>
            <a:off x="720000" y="9664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highlight>
                  <a:srgbClr val="FFDEA3"/>
                </a:highlight>
              </a:rPr>
              <a:t>PROB</a:t>
            </a:r>
            <a:r>
              <a:rPr lang="en"/>
              <a:t> -&gt; SOLU</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84"/>
          <p:cNvSpPr txBox="1"/>
          <p:nvPr>
            <p:ph idx="1" type="subTitle"/>
          </p:nvPr>
        </p:nvSpPr>
        <p:spPr>
          <a:xfrm>
            <a:off x="720000" y="1630825"/>
            <a:ext cx="7385700" cy="239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Creatives experiencing burnout due to external/ imposed pressure to perform and produce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highlight>
                  <a:srgbClr val="D9FF94"/>
                </a:highlight>
              </a:rPr>
              <a:t>Turn creativity into a</a:t>
            </a:r>
            <a:r>
              <a:rPr b="1" lang="en">
                <a:highlight>
                  <a:srgbClr val="D9FF94"/>
                </a:highlight>
              </a:rPr>
              <a:t> low-pressure adventure</a:t>
            </a:r>
            <a:r>
              <a:rPr lang="en">
                <a:highlight>
                  <a:srgbClr val="D9FF94"/>
                </a:highlight>
              </a:rPr>
              <a:t> that helps people </a:t>
            </a:r>
            <a:r>
              <a:rPr b="1" lang="en">
                <a:highlight>
                  <a:srgbClr val="D9FF94"/>
                </a:highlight>
              </a:rPr>
              <a:t>rediscover inspiration</a:t>
            </a:r>
            <a:r>
              <a:rPr lang="en">
                <a:highlight>
                  <a:srgbClr val="D9FF94"/>
                </a:highlight>
              </a:rPr>
              <a:t> through </a:t>
            </a:r>
            <a:r>
              <a:rPr b="1" lang="en">
                <a:highlight>
                  <a:srgbClr val="D9FF94"/>
                </a:highlight>
              </a:rPr>
              <a:t>playful art-making</a:t>
            </a:r>
            <a:endParaRPr b="1">
              <a:highlight>
                <a:srgbClr val="D9FF94"/>
              </a:highlight>
            </a:endParaRPr>
          </a:p>
        </p:txBody>
      </p:sp>
      <p:sp>
        <p:nvSpPr>
          <p:cNvPr id="988" name="Google Shape;988;p84"/>
          <p:cNvSpPr txBox="1"/>
          <p:nvPr>
            <p:ph type="title"/>
          </p:nvPr>
        </p:nvSpPr>
        <p:spPr>
          <a:xfrm>
            <a:off x="720000" y="9664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 -&gt; </a:t>
            </a:r>
            <a:r>
              <a:rPr lang="en">
                <a:highlight>
                  <a:srgbClr val="D9FF94"/>
                </a:highlight>
              </a:rPr>
              <a:t>SOLU</a:t>
            </a:r>
            <a:endParaRPr>
              <a:highlight>
                <a:srgbClr val="D9FF94"/>
              </a:high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92" name="Shape 992"/>
        <p:cNvGrpSpPr/>
        <p:nvPr/>
      </p:nvGrpSpPr>
      <p:grpSpPr>
        <a:xfrm>
          <a:off x="0" y="0"/>
          <a:ext cx="0" cy="0"/>
          <a:chOff x="0" y="0"/>
          <a:chExt cx="0" cy="0"/>
        </a:xfrm>
      </p:grpSpPr>
      <p:sp>
        <p:nvSpPr>
          <p:cNvPr id="993" name="Google Shape;993;p85"/>
          <p:cNvSpPr txBox="1"/>
          <p:nvPr>
            <p:ph idx="1" type="subTitle"/>
          </p:nvPr>
        </p:nvSpPr>
        <p:spPr>
          <a:xfrm>
            <a:off x="617925" y="1413675"/>
            <a:ext cx="8214900" cy="271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highlight>
                  <a:srgbClr val="BEFFEF"/>
                </a:highlight>
              </a:rPr>
              <a:t>Creative people</a:t>
            </a:r>
            <a:r>
              <a:rPr lang="en">
                <a:highlight>
                  <a:srgbClr val="BEFFEF"/>
                </a:highlight>
              </a:rPr>
              <a:t> whose craft has become tied to work or expectations</a:t>
            </a:r>
            <a:r>
              <a:rPr lang="en"/>
              <a:t> often</a:t>
            </a:r>
            <a:r>
              <a:rPr lang="en">
                <a:highlight>
                  <a:srgbClr val="FFE09E"/>
                </a:highlight>
              </a:rPr>
              <a:t> </a:t>
            </a:r>
            <a:r>
              <a:rPr b="1" lang="en">
                <a:highlight>
                  <a:srgbClr val="FFE09E"/>
                </a:highlight>
              </a:rPr>
              <a:t>struggle to make room</a:t>
            </a:r>
            <a:r>
              <a:rPr lang="en">
                <a:highlight>
                  <a:srgbClr val="FFE09E"/>
                </a:highlight>
              </a:rPr>
              <a:t> for experimentation and play</a:t>
            </a:r>
            <a:r>
              <a:rPr lang="en"/>
              <a:t>. We </a:t>
            </a:r>
            <a:r>
              <a:rPr lang="en">
                <a:highlight>
                  <a:srgbClr val="D2FF8B"/>
                </a:highlight>
              </a:rPr>
              <a:t>make </a:t>
            </a:r>
            <a:r>
              <a:rPr b="1" lang="en">
                <a:highlight>
                  <a:srgbClr val="D2FF8B"/>
                </a:highlight>
              </a:rPr>
              <a:t>outdoor creative breaks</a:t>
            </a:r>
            <a:r>
              <a:rPr lang="en">
                <a:highlight>
                  <a:srgbClr val="D2FF8B"/>
                </a:highlight>
              </a:rPr>
              <a:t> easy: seeing others’ art nearby encourages </a:t>
            </a:r>
            <a:r>
              <a:rPr b="1" lang="en">
                <a:highlight>
                  <a:srgbClr val="D2FF8B"/>
                </a:highlight>
              </a:rPr>
              <a:t>users to pause</a:t>
            </a:r>
            <a:r>
              <a:rPr lang="en">
                <a:highlight>
                  <a:srgbClr val="D2FF8B"/>
                </a:highlight>
              </a:rPr>
              <a:t>, create without pressure, and revisit their discoveries for inspiration in their main craft</a:t>
            </a:r>
            <a:endParaRPr>
              <a:highlight>
                <a:srgbClr val="D2FF8B"/>
              </a:highlight>
            </a:endParaRPr>
          </a:p>
        </p:txBody>
      </p:sp>
      <p:sp>
        <p:nvSpPr>
          <p:cNvPr id="994" name="Google Shape;994;p85"/>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highlight>
                  <a:srgbClr val="BEFFEF"/>
                </a:highlight>
              </a:rPr>
              <a:t>Primary User</a:t>
            </a:r>
            <a:r>
              <a:rPr lang="en"/>
              <a:t>/</a:t>
            </a:r>
            <a:r>
              <a:rPr lang="en">
                <a:highlight>
                  <a:srgbClr val="FFE09E"/>
                </a:highlight>
              </a:rPr>
              <a:t>Problem</a:t>
            </a:r>
            <a:r>
              <a:rPr lang="en"/>
              <a:t>/</a:t>
            </a:r>
            <a:r>
              <a:rPr lang="en">
                <a:highlight>
                  <a:srgbClr val="D2FF8B"/>
                </a:highlight>
              </a:rPr>
              <a:t>Solution</a:t>
            </a:r>
            <a:endParaRPr>
              <a:highlight>
                <a:srgbClr val="BEFFEF"/>
              </a:high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8" name="Shape 998"/>
        <p:cNvGrpSpPr/>
        <p:nvPr/>
      </p:nvGrpSpPr>
      <p:grpSpPr>
        <a:xfrm>
          <a:off x="0" y="0"/>
          <a:ext cx="0" cy="0"/>
          <a:chOff x="0" y="0"/>
          <a:chExt cx="0" cy="0"/>
        </a:xfrm>
      </p:grpSpPr>
      <p:sp>
        <p:nvSpPr>
          <p:cNvPr id="999" name="Google Shape;999;p86"/>
          <p:cNvSpPr txBox="1"/>
          <p:nvPr>
            <p:ph type="ctrTitle"/>
          </p:nvPr>
        </p:nvSpPr>
        <p:spPr>
          <a:xfrm>
            <a:off x="713225" y="1042425"/>
            <a:ext cx="7086600" cy="277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Lexend Mega Black"/>
              <a:ea typeface="Lexend Mega Black"/>
              <a:cs typeface="Lexend Mega Black"/>
              <a:sym typeface="Lexend Mega Black"/>
            </a:endParaRPr>
          </a:p>
          <a:p>
            <a:pPr indent="0" lvl="0" marL="0" rtl="0" algn="l">
              <a:spcBef>
                <a:spcPts val="0"/>
              </a:spcBef>
              <a:spcAft>
                <a:spcPts val="0"/>
              </a:spcAft>
              <a:buNone/>
            </a:pPr>
            <a:r>
              <a:rPr lang="en">
                <a:latin typeface="Lexend Mega Black"/>
                <a:ea typeface="Lexend Mega Black"/>
                <a:cs typeface="Lexend Mega Black"/>
                <a:sym typeface="Lexend Mega Black"/>
              </a:rPr>
              <a:t>IDEATION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3" name="Shape 1003"/>
        <p:cNvGrpSpPr/>
        <p:nvPr/>
      </p:nvGrpSpPr>
      <p:grpSpPr>
        <a:xfrm>
          <a:off x="0" y="0"/>
          <a:ext cx="0" cy="0"/>
          <a:chOff x="0" y="0"/>
          <a:chExt cx="0" cy="0"/>
        </a:xfrm>
      </p:grpSpPr>
      <p:pic>
        <p:nvPicPr>
          <p:cNvPr id="1004" name="Google Shape;1004;p87" title="Screenshot 2026-10-22 at 6.04.11 PM.png"/>
          <p:cNvPicPr preferRelativeResize="0"/>
          <p:nvPr/>
        </p:nvPicPr>
        <p:blipFill>
          <a:blip r:embed="rId3">
            <a:alphaModFix/>
          </a:blip>
          <a:stretch>
            <a:fillRect/>
          </a:stretch>
        </p:blipFill>
        <p:spPr>
          <a:xfrm rot="-5400000">
            <a:off x="677472" y="1139046"/>
            <a:ext cx="1777837" cy="2273369"/>
          </a:xfrm>
          <a:prstGeom prst="rect">
            <a:avLst/>
          </a:prstGeom>
          <a:noFill/>
          <a:ln>
            <a:noFill/>
          </a:ln>
        </p:spPr>
      </p:pic>
      <p:pic>
        <p:nvPicPr>
          <p:cNvPr id="1005" name="Google Shape;1005;p87" title="Screenshot 2026-10-22 at 6.05.47 PM.png"/>
          <p:cNvPicPr preferRelativeResize="0"/>
          <p:nvPr/>
        </p:nvPicPr>
        <p:blipFill>
          <a:blip r:embed="rId4">
            <a:alphaModFix/>
          </a:blip>
          <a:stretch>
            <a:fillRect/>
          </a:stretch>
        </p:blipFill>
        <p:spPr>
          <a:xfrm>
            <a:off x="2752039" y="1376125"/>
            <a:ext cx="2356395" cy="1799201"/>
          </a:xfrm>
          <a:prstGeom prst="rect">
            <a:avLst/>
          </a:prstGeom>
          <a:noFill/>
          <a:ln>
            <a:noFill/>
          </a:ln>
        </p:spPr>
      </p:pic>
      <p:pic>
        <p:nvPicPr>
          <p:cNvPr id="1006" name="Google Shape;1006;p87" title="Screenshot 2026-10-22 at 6.06.00 PM.png"/>
          <p:cNvPicPr preferRelativeResize="0"/>
          <p:nvPr/>
        </p:nvPicPr>
        <p:blipFill>
          <a:blip r:embed="rId5">
            <a:alphaModFix/>
          </a:blip>
          <a:stretch>
            <a:fillRect/>
          </a:stretch>
        </p:blipFill>
        <p:spPr>
          <a:xfrm>
            <a:off x="4635359" y="3235250"/>
            <a:ext cx="2126125" cy="1649849"/>
          </a:xfrm>
          <a:prstGeom prst="rect">
            <a:avLst/>
          </a:prstGeom>
          <a:noFill/>
          <a:ln>
            <a:noFill/>
          </a:ln>
        </p:spPr>
      </p:pic>
      <p:pic>
        <p:nvPicPr>
          <p:cNvPr id="1007" name="Google Shape;1007;p87" title="Screenshot 2026-10-22 at 6.06.42 PM.png"/>
          <p:cNvPicPr preferRelativeResize="0"/>
          <p:nvPr/>
        </p:nvPicPr>
        <p:blipFill>
          <a:blip r:embed="rId6">
            <a:alphaModFix/>
          </a:blip>
          <a:stretch>
            <a:fillRect/>
          </a:stretch>
        </p:blipFill>
        <p:spPr>
          <a:xfrm>
            <a:off x="2434825" y="3255197"/>
            <a:ext cx="2126120" cy="1609944"/>
          </a:xfrm>
          <a:prstGeom prst="rect">
            <a:avLst/>
          </a:prstGeom>
          <a:noFill/>
          <a:ln>
            <a:noFill/>
          </a:ln>
        </p:spPr>
      </p:pic>
      <p:pic>
        <p:nvPicPr>
          <p:cNvPr id="1008" name="Google Shape;1008;p87" title="Screenshot 2026-10-22 at 6.07.07 PM.png"/>
          <p:cNvPicPr preferRelativeResize="0"/>
          <p:nvPr/>
        </p:nvPicPr>
        <p:blipFill>
          <a:blip r:embed="rId7">
            <a:alphaModFix/>
          </a:blip>
          <a:stretch>
            <a:fillRect/>
          </a:stretch>
        </p:blipFill>
        <p:spPr>
          <a:xfrm>
            <a:off x="5193092" y="1376125"/>
            <a:ext cx="1527602" cy="1859115"/>
          </a:xfrm>
          <a:prstGeom prst="rect">
            <a:avLst/>
          </a:prstGeom>
          <a:noFill/>
          <a:ln>
            <a:noFill/>
          </a:ln>
        </p:spPr>
      </p:pic>
      <p:pic>
        <p:nvPicPr>
          <p:cNvPr id="1009" name="Google Shape;1009;p87" title="Screenshot 2026-10-22 at 6.08.17 PM.png"/>
          <p:cNvPicPr preferRelativeResize="0"/>
          <p:nvPr/>
        </p:nvPicPr>
        <p:blipFill>
          <a:blip r:embed="rId8">
            <a:alphaModFix/>
          </a:blip>
          <a:stretch>
            <a:fillRect/>
          </a:stretch>
        </p:blipFill>
        <p:spPr>
          <a:xfrm>
            <a:off x="6835883" y="3290241"/>
            <a:ext cx="2013091" cy="1539865"/>
          </a:xfrm>
          <a:prstGeom prst="rect">
            <a:avLst/>
          </a:prstGeom>
          <a:noFill/>
          <a:ln>
            <a:noFill/>
          </a:ln>
        </p:spPr>
      </p:pic>
      <p:pic>
        <p:nvPicPr>
          <p:cNvPr id="1010" name="Google Shape;1010;p87" title="Screenshot 2026-10-22 at 6.08.28 PM.png"/>
          <p:cNvPicPr preferRelativeResize="0"/>
          <p:nvPr/>
        </p:nvPicPr>
        <p:blipFill>
          <a:blip r:embed="rId9">
            <a:alphaModFix/>
          </a:blip>
          <a:stretch>
            <a:fillRect/>
          </a:stretch>
        </p:blipFill>
        <p:spPr>
          <a:xfrm>
            <a:off x="6761701" y="1366950"/>
            <a:ext cx="2087274" cy="1817539"/>
          </a:xfrm>
          <a:prstGeom prst="rect">
            <a:avLst/>
          </a:prstGeom>
          <a:noFill/>
          <a:ln>
            <a:noFill/>
          </a:ln>
        </p:spPr>
      </p:pic>
      <p:sp>
        <p:nvSpPr>
          <p:cNvPr id="1011" name="Google Shape;1011;p87"/>
          <p:cNvSpPr txBox="1"/>
          <p:nvPr>
            <p:ph type="title"/>
          </p:nvPr>
        </p:nvSpPr>
        <p:spPr>
          <a:xfrm>
            <a:off x="503825" y="95827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34 solution idea sketches</a:t>
            </a:r>
            <a:endParaRPr sz="1400"/>
          </a:p>
          <a:p>
            <a:pPr indent="0" lvl="0" marL="0" rtl="0" algn="l">
              <a:spcBef>
                <a:spcPts val="0"/>
              </a:spcBef>
              <a:spcAft>
                <a:spcPts val="0"/>
              </a:spcAft>
              <a:buNone/>
            </a:pPr>
            <a:r>
              <a:t/>
            </a:r>
            <a:endParaRPr sz="1400"/>
          </a:p>
        </p:txBody>
      </p:sp>
      <p:sp>
        <p:nvSpPr>
          <p:cNvPr id="1012" name="Google Shape;1012;p87"/>
          <p:cNvSpPr txBox="1"/>
          <p:nvPr>
            <p:ph type="title"/>
          </p:nvPr>
        </p:nvSpPr>
        <p:spPr>
          <a:xfrm>
            <a:off x="503825" y="652200"/>
            <a:ext cx="5455800" cy="30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Lexend Mega"/>
                <a:ea typeface="Lexend Mega"/>
                <a:cs typeface="Lexend Mega"/>
                <a:sym typeface="Lexend Mega"/>
              </a:rPr>
              <a:t>INITIAL BRAINSTORMING</a:t>
            </a:r>
            <a:endParaRPr sz="1100">
              <a:latin typeface="Lexend Mega"/>
              <a:ea typeface="Lexend Mega"/>
              <a:cs typeface="Lexend Mega"/>
              <a:sym typeface="Lexend Mega"/>
            </a:endParaRPr>
          </a:p>
          <a:p>
            <a:pPr indent="0" lvl="0" marL="0" rtl="0" algn="l">
              <a:spcBef>
                <a:spcPts val="0"/>
              </a:spcBef>
              <a:spcAft>
                <a:spcPts val="0"/>
              </a:spcAft>
              <a:buNone/>
            </a:pPr>
            <a:r>
              <a:t/>
            </a:r>
            <a:endParaRPr sz="1100">
              <a:latin typeface="Lexend Mega"/>
              <a:ea typeface="Lexend Mega"/>
              <a:cs typeface="Lexend Mega"/>
              <a:sym typeface="Lexend Meg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p88"/>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Lexend Mega"/>
                <a:ea typeface="Lexend Mega"/>
                <a:cs typeface="Lexend Mega"/>
                <a:sym typeface="Lexend Mega"/>
              </a:rPr>
              <a:t>DISTINCT REALIZATIONS</a:t>
            </a:r>
            <a:endParaRPr sz="1100">
              <a:latin typeface="Lexend Mega"/>
              <a:ea typeface="Lexend Mega"/>
              <a:cs typeface="Lexend Mega"/>
              <a:sym typeface="Lexend Mega"/>
            </a:endParaRPr>
          </a:p>
        </p:txBody>
      </p:sp>
      <p:pic>
        <p:nvPicPr>
          <p:cNvPr id="1018" name="Google Shape;1018;p88" title="Screenshot 2026-10-22 at 6.13.22 PM.png"/>
          <p:cNvPicPr preferRelativeResize="0"/>
          <p:nvPr/>
        </p:nvPicPr>
        <p:blipFill>
          <a:blip r:embed="rId3">
            <a:alphaModFix/>
          </a:blip>
          <a:stretch>
            <a:fillRect/>
          </a:stretch>
        </p:blipFill>
        <p:spPr>
          <a:xfrm rot="-5400000">
            <a:off x="3052372" y="1300784"/>
            <a:ext cx="1111365" cy="1448741"/>
          </a:xfrm>
          <a:prstGeom prst="rect">
            <a:avLst/>
          </a:prstGeom>
          <a:noFill/>
          <a:ln cap="flat" cmpd="sng" w="3925">
            <a:solidFill>
              <a:schemeClr val="dk1"/>
            </a:solidFill>
            <a:prstDash val="solid"/>
            <a:round/>
            <a:headEnd len="sm" w="sm" type="none"/>
            <a:tailEnd len="sm" w="sm" type="none"/>
          </a:ln>
        </p:spPr>
      </p:pic>
      <p:pic>
        <p:nvPicPr>
          <p:cNvPr id="1019" name="Google Shape;1019;p88" title="Screenshot 2026-10-22 at 6.13.51 PM.png"/>
          <p:cNvPicPr preferRelativeResize="0"/>
          <p:nvPr/>
        </p:nvPicPr>
        <p:blipFill>
          <a:blip r:embed="rId4">
            <a:alphaModFix/>
          </a:blip>
          <a:stretch>
            <a:fillRect/>
          </a:stretch>
        </p:blipFill>
        <p:spPr>
          <a:xfrm>
            <a:off x="2000121" y="1469463"/>
            <a:ext cx="862939" cy="1111364"/>
          </a:xfrm>
          <a:prstGeom prst="rect">
            <a:avLst/>
          </a:prstGeom>
          <a:noFill/>
          <a:ln cap="flat" cmpd="sng" w="3925">
            <a:solidFill>
              <a:schemeClr val="dk1"/>
            </a:solidFill>
            <a:prstDash val="solid"/>
            <a:round/>
            <a:headEnd len="sm" w="sm" type="none"/>
            <a:tailEnd len="sm" w="sm" type="none"/>
          </a:ln>
        </p:spPr>
      </p:pic>
      <p:pic>
        <p:nvPicPr>
          <p:cNvPr id="1020" name="Google Shape;1020;p88" title="Screenshot 2026-10-22 at 6.14.21 PM.png"/>
          <p:cNvPicPr preferRelativeResize="0"/>
          <p:nvPr/>
        </p:nvPicPr>
        <p:blipFill>
          <a:blip r:embed="rId5">
            <a:alphaModFix/>
          </a:blip>
          <a:stretch>
            <a:fillRect/>
          </a:stretch>
        </p:blipFill>
        <p:spPr>
          <a:xfrm rot="-5400000">
            <a:off x="759294" y="1360628"/>
            <a:ext cx="1111366" cy="1329054"/>
          </a:xfrm>
          <a:prstGeom prst="rect">
            <a:avLst/>
          </a:prstGeom>
          <a:noFill/>
          <a:ln cap="flat" cmpd="sng" w="3925">
            <a:solidFill>
              <a:srgbClr val="595959"/>
            </a:solidFill>
            <a:prstDash val="solid"/>
            <a:round/>
            <a:headEnd len="sm" w="sm" type="none"/>
            <a:tailEnd len="sm" w="sm" type="none"/>
          </a:ln>
        </p:spPr>
      </p:pic>
      <p:sp>
        <p:nvSpPr>
          <p:cNvPr id="1021" name="Google Shape;1021;p88"/>
          <p:cNvSpPr txBox="1"/>
          <p:nvPr>
            <p:ph type="title"/>
          </p:nvPr>
        </p:nvSpPr>
        <p:spPr>
          <a:xfrm>
            <a:off x="503825" y="958275"/>
            <a:ext cx="7704000" cy="5727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AutoNum type="arabicParenR"/>
            </a:pPr>
            <a:r>
              <a:rPr lang="en" sz="1400"/>
              <a:t>Headphone + Smart Watch</a:t>
            </a:r>
            <a:endParaRPr sz="1400"/>
          </a:p>
        </p:txBody>
      </p:sp>
      <p:sp>
        <p:nvSpPr>
          <p:cNvPr id="1022" name="Google Shape;1022;p88"/>
          <p:cNvSpPr txBox="1"/>
          <p:nvPr>
            <p:ph type="title"/>
          </p:nvPr>
        </p:nvSpPr>
        <p:spPr>
          <a:xfrm>
            <a:off x="621875" y="31923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2) </a:t>
            </a:r>
            <a:r>
              <a:rPr lang="en" sz="1400"/>
              <a:t>Monocle/Keychain with AR</a:t>
            </a:r>
            <a:endParaRPr sz="1400"/>
          </a:p>
        </p:txBody>
      </p:sp>
      <p:pic>
        <p:nvPicPr>
          <p:cNvPr id="1023" name="Google Shape;1023;p88" title="Screenshot 2026-10-22 at 6.13.11 PM.png"/>
          <p:cNvPicPr preferRelativeResize="0"/>
          <p:nvPr/>
        </p:nvPicPr>
        <p:blipFill>
          <a:blip r:embed="rId6">
            <a:alphaModFix/>
          </a:blip>
          <a:stretch>
            <a:fillRect/>
          </a:stretch>
        </p:blipFill>
        <p:spPr>
          <a:xfrm rot="10800000">
            <a:off x="2729855" y="3558386"/>
            <a:ext cx="892778" cy="1144942"/>
          </a:xfrm>
          <a:prstGeom prst="rect">
            <a:avLst/>
          </a:prstGeom>
          <a:noFill/>
          <a:ln cap="flat" cmpd="sng" w="4375">
            <a:solidFill>
              <a:schemeClr val="dk1"/>
            </a:solidFill>
            <a:prstDash val="solid"/>
            <a:round/>
            <a:headEnd len="sm" w="sm" type="none"/>
            <a:tailEnd len="sm" w="sm" type="none"/>
          </a:ln>
        </p:spPr>
      </p:pic>
      <p:pic>
        <p:nvPicPr>
          <p:cNvPr id="1024" name="Google Shape;1024;p88" title="Screenshot 2026-10-22 at 6.14.03 PM.png"/>
          <p:cNvPicPr preferRelativeResize="0"/>
          <p:nvPr/>
        </p:nvPicPr>
        <p:blipFill>
          <a:blip r:embed="rId7">
            <a:alphaModFix/>
          </a:blip>
          <a:stretch>
            <a:fillRect/>
          </a:stretch>
        </p:blipFill>
        <p:spPr>
          <a:xfrm>
            <a:off x="1784553" y="3553822"/>
            <a:ext cx="892778" cy="1146888"/>
          </a:xfrm>
          <a:prstGeom prst="rect">
            <a:avLst/>
          </a:prstGeom>
          <a:noFill/>
          <a:ln cap="flat" cmpd="sng" w="4375">
            <a:solidFill>
              <a:schemeClr val="dk1"/>
            </a:solidFill>
            <a:prstDash val="solid"/>
            <a:round/>
            <a:headEnd len="sm" w="sm" type="none"/>
            <a:tailEnd len="sm" w="sm" type="none"/>
          </a:ln>
        </p:spPr>
      </p:pic>
      <p:pic>
        <p:nvPicPr>
          <p:cNvPr id="1025" name="Google Shape;1025;p88" title="Screenshot 2026-10-22 at 6.12.28 PM.png"/>
          <p:cNvPicPr preferRelativeResize="0"/>
          <p:nvPr/>
        </p:nvPicPr>
        <p:blipFill>
          <a:blip r:embed="rId8">
            <a:alphaModFix/>
          </a:blip>
          <a:stretch>
            <a:fillRect/>
          </a:stretch>
        </p:blipFill>
        <p:spPr>
          <a:xfrm>
            <a:off x="738050" y="3550875"/>
            <a:ext cx="993986" cy="1159948"/>
          </a:xfrm>
          <a:prstGeom prst="rect">
            <a:avLst/>
          </a:prstGeom>
          <a:noFill/>
          <a:ln cap="flat" cmpd="sng" w="3325">
            <a:solidFill>
              <a:schemeClr val="dk1"/>
            </a:solidFill>
            <a:prstDash val="solid"/>
            <a:round/>
            <a:headEnd len="sm" w="sm" type="none"/>
            <a:tailEnd len="sm" w="sm" type="none"/>
          </a:ln>
        </p:spPr>
      </p:pic>
      <p:pic>
        <p:nvPicPr>
          <p:cNvPr id="1026" name="Google Shape;1026;p88" title="Screenshot 2026-10-22 at 6.10.43 PM.png"/>
          <p:cNvPicPr preferRelativeResize="0"/>
          <p:nvPr/>
        </p:nvPicPr>
        <p:blipFill>
          <a:blip r:embed="rId9">
            <a:alphaModFix/>
          </a:blip>
          <a:stretch>
            <a:fillRect/>
          </a:stretch>
        </p:blipFill>
        <p:spPr>
          <a:xfrm>
            <a:off x="6738221" y="3567851"/>
            <a:ext cx="1471480" cy="1126008"/>
          </a:xfrm>
          <a:prstGeom prst="rect">
            <a:avLst/>
          </a:prstGeom>
          <a:noFill/>
          <a:ln cap="flat" cmpd="sng" w="4350">
            <a:solidFill>
              <a:schemeClr val="dk1"/>
            </a:solidFill>
            <a:prstDash val="solid"/>
            <a:round/>
            <a:headEnd len="sm" w="sm" type="none"/>
            <a:tailEnd len="sm" w="sm" type="none"/>
          </a:ln>
        </p:spPr>
      </p:pic>
      <p:pic>
        <p:nvPicPr>
          <p:cNvPr id="1027" name="Google Shape;1027;p88" title="Screenshot 2026-10-22 at 6.10.54 PM.png"/>
          <p:cNvPicPr preferRelativeResize="0"/>
          <p:nvPr/>
        </p:nvPicPr>
        <p:blipFill>
          <a:blip r:embed="rId10">
            <a:alphaModFix/>
          </a:blip>
          <a:stretch>
            <a:fillRect/>
          </a:stretch>
        </p:blipFill>
        <p:spPr>
          <a:xfrm>
            <a:off x="5240699" y="3558373"/>
            <a:ext cx="1471472" cy="1144961"/>
          </a:xfrm>
          <a:prstGeom prst="rect">
            <a:avLst/>
          </a:prstGeom>
          <a:noFill/>
          <a:ln cap="flat" cmpd="sng" w="4350">
            <a:solidFill>
              <a:schemeClr val="dk1"/>
            </a:solidFill>
            <a:prstDash val="solid"/>
            <a:round/>
            <a:headEnd len="sm" w="sm" type="none"/>
            <a:tailEnd len="sm" w="sm" type="none"/>
          </a:ln>
        </p:spPr>
      </p:pic>
      <p:pic>
        <p:nvPicPr>
          <p:cNvPr id="1028" name="Google Shape;1028;p88" title="Screenshot 2026-10-22 at 6.11.03 PM.png"/>
          <p:cNvPicPr preferRelativeResize="0"/>
          <p:nvPr/>
        </p:nvPicPr>
        <p:blipFill>
          <a:blip r:embed="rId11">
            <a:alphaModFix/>
          </a:blip>
          <a:stretch>
            <a:fillRect/>
          </a:stretch>
        </p:blipFill>
        <p:spPr>
          <a:xfrm>
            <a:off x="3709744" y="3566650"/>
            <a:ext cx="1471476" cy="1128418"/>
          </a:xfrm>
          <a:prstGeom prst="rect">
            <a:avLst/>
          </a:prstGeom>
          <a:noFill/>
          <a:ln cap="flat" cmpd="sng" w="4350">
            <a:solidFill>
              <a:schemeClr val="dk1"/>
            </a:solidFill>
            <a:prstDash val="solid"/>
            <a:round/>
            <a:headEnd len="sm" w="sm" type="none"/>
            <a:tailEnd len="sm" w="sm" type="none"/>
          </a:ln>
        </p:spPr>
      </p:pic>
      <p:sp>
        <p:nvSpPr>
          <p:cNvPr id="1029" name="Google Shape;1029;p88"/>
          <p:cNvSpPr txBox="1"/>
          <p:nvPr>
            <p:ph type="title"/>
          </p:nvPr>
        </p:nvSpPr>
        <p:spPr>
          <a:xfrm>
            <a:off x="4753125" y="958275"/>
            <a:ext cx="4181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3) </a:t>
            </a:r>
            <a:r>
              <a:rPr lang="en" sz="1400"/>
              <a:t>Phone (App/Widget/Lockscreen)</a:t>
            </a:r>
            <a:endParaRPr sz="1400"/>
          </a:p>
        </p:txBody>
      </p:sp>
      <p:pic>
        <p:nvPicPr>
          <p:cNvPr id="1030" name="Google Shape;1030;p88" title="Screenshot 2026-10-22 at 6.12.52 PM.png"/>
          <p:cNvPicPr preferRelativeResize="0"/>
          <p:nvPr/>
        </p:nvPicPr>
        <p:blipFill>
          <a:blip r:embed="rId12">
            <a:alphaModFix/>
          </a:blip>
          <a:stretch>
            <a:fillRect/>
          </a:stretch>
        </p:blipFill>
        <p:spPr>
          <a:xfrm>
            <a:off x="4901525" y="1554650"/>
            <a:ext cx="1271061" cy="960824"/>
          </a:xfrm>
          <a:prstGeom prst="rect">
            <a:avLst/>
          </a:prstGeom>
          <a:noFill/>
          <a:ln cap="flat" cmpd="sng" w="9525">
            <a:solidFill>
              <a:schemeClr val="dk1"/>
            </a:solidFill>
            <a:prstDash val="solid"/>
            <a:round/>
            <a:headEnd len="sm" w="sm" type="none"/>
            <a:tailEnd len="sm" w="sm" type="none"/>
          </a:ln>
        </p:spPr>
      </p:pic>
      <p:pic>
        <p:nvPicPr>
          <p:cNvPr id="1031" name="Google Shape;1031;p88" title="Screenshot 2026-10-22 at 6.13.30 PM.png"/>
          <p:cNvPicPr preferRelativeResize="0"/>
          <p:nvPr/>
        </p:nvPicPr>
        <p:blipFill>
          <a:blip r:embed="rId13">
            <a:alphaModFix/>
          </a:blip>
          <a:stretch>
            <a:fillRect/>
          </a:stretch>
        </p:blipFill>
        <p:spPr>
          <a:xfrm>
            <a:off x="5335337" y="2539138"/>
            <a:ext cx="814374" cy="629475"/>
          </a:xfrm>
          <a:prstGeom prst="rect">
            <a:avLst/>
          </a:prstGeom>
          <a:noFill/>
          <a:ln cap="flat" cmpd="sng" w="5775">
            <a:solidFill>
              <a:schemeClr val="dk1"/>
            </a:solidFill>
            <a:prstDash val="solid"/>
            <a:round/>
            <a:headEnd len="sm" w="sm" type="none"/>
            <a:tailEnd len="sm" w="sm" type="none"/>
          </a:ln>
        </p:spPr>
      </p:pic>
      <p:pic>
        <p:nvPicPr>
          <p:cNvPr id="1032" name="Google Shape;1032;p88" title="Screenshot 2026-10-22 at 6.13.42 PM.png"/>
          <p:cNvPicPr preferRelativeResize="0"/>
          <p:nvPr/>
        </p:nvPicPr>
        <p:blipFill rotWithShape="1">
          <a:blip r:embed="rId14">
            <a:alphaModFix/>
          </a:blip>
          <a:srcRect b="24443" l="0" r="0" t="0"/>
          <a:stretch/>
        </p:blipFill>
        <p:spPr>
          <a:xfrm>
            <a:off x="6249250" y="1554649"/>
            <a:ext cx="981650" cy="960816"/>
          </a:xfrm>
          <a:prstGeom prst="rect">
            <a:avLst/>
          </a:prstGeom>
          <a:noFill/>
          <a:ln cap="flat" cmpd="sng" w="5775">
            <a:solidFill>
              <a:schemeClr val="dk1"/>
            </a:solidFill>
            <a:prstDash val="solid"/>
            <a:round/>
            <a:headEnd len="sm" w="sm" type="none"/>
            <a:tailEnd len="sm" w="sm" type="none"/>
          </a:ln>
        </p:spPr>
      </p:pic>
      <p:pic>
        <p:nvPicPr>
          <p:cNvPr id="1033" name="Google Shape;1033;p88" title="Screenshot 2026-10-22 at 6.10.16 PM.png"/>
          <p:cNvPicPr preferRelativeResize="0"/>
          <p:nvPr/>
        </p:nvPicPr>
        <p:blipFill>
          <a:blip r:embed="rId15">
            <a:alphaModFix/>
          </a:blip>
          <a:stretch>
            <a:fillRect/>
          </a:stretch>
        </p:blipFill>
        <p:spPr>
          <a:xfrm>
            <a:off x="7307577" y="1554575"/>
            <a:ext cx="1092916" cy="840942"/>
          </a:xfrm>
          <a:prstGeom prst="rect">
            <a:avLst/>
          </a:prstGeom>
          <a:noFill/>
          <a:ln cap="flat" cmpd="sng" w="5575">
            <a:solidFill>
              <a:schemeClr val="dk1"/>
            </a:solidFill>
            <a:prstDash val="solid"/>
            <a:round/>
            <a:headEnd len="sm" w="sm" type="none"/>
            <a:tailEnd len="sm" w="sm" type="none"/>
          </a:ln>
        </p:spPr>
      </p:pic>
      <p:pic>
        <p:nvPicPr>
          <p:cNvPr id="1034" name="Google Shape;1034;p88" title="Screenshot 2026-10-22 at 6.10.29 PM.png"/>
          <p:cNvPicPr preferRelativeResize="0"/>
          <p:nvPr/>
        </p:nvPicPr>
        <p:blipFill>
          <a:blip r:embed="rId16">
            <a:alphaModFix/>
          </a:blip>
          <a:stretch>
            <a:fillRect/>
          </a:stretch>
        </p:blipFill>
        <p:spPr>
          <a:xfrm>
            <a:off x="7307575" y="2453638"/>
            <a:ext cx="1018308" cy="789773"/>
          </a:xfrm>
          <a:prstGeom prst="rect">
            <a:avLst/>
          </a:prstGeom>
          <a:noFill/>
          <a:ln cap="flat" cmpd="sng" w="3000">
            <a:solidFill>
              <a:schemeClr val="dk1"/>
            </a:solidFill>
            <a:prstDash val="solid"/>
            <a:round/>
            <a:headEnd len="sm" w="sm" type="none"/>
            <a:tailEnd len="sm" w="sm" type="none"/>
          </a:ln>
        </p:spPr>
      </p:pic>
      <p:pic>
        <p:nvPicPr>
          <p:cNvPr id="1035" name="Google Shape;1035;p88" title="Screenshot 2026-10-22 at 6.11.13 PM.png"/>
          <p:cNvPicPr preferRelativeResize="0"/>
          <p:nvPr/>
        </p:nvPicPr>
        <p:blipFill>
          <a:blip r:embed="rId17">
            <a:alphaModFix/>
          </a:blip>
          <a:stretch>
            <a:fillRect/>
          </a:stretch>
        </p:blipFill>
        <p:spPr>
          <a:xfrm>
            <a:off x="6226600" y="2574621"/>
            <a:ext cx="1026950" cy="784715"/>
          </a:xfrm>
          <a:prstGeom prst="rect">
            <a:avLst/>
          </a:prstGeom>
          <a:noFill/>
          <a:ln cap="flat" cmpd="sng" w="4725">
            <a:solidFill>
              <a:schemeClr val="dk1"/>
            </a:solidFill>
            <a:prstDash val="solid"/>
            <a:round/>
            <a:headEnd len="sm" w="sm" type="none"/>
            <a:tailEnd len="sm" w="sm" type="none"/>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39" name="Shape 1039"/>
        <p:cNvGrpSpPr/>
        <p:nvPr/>
      </p:nvGrpSpPr>
      <p:grpSpPr>
        <a:xfrm>
          <a:off x="0" y="0"/>
          <a:ext cx="0" cy="0"/>
          <a:chOff x="0" y="0"/>
          <a:chExt cx="0" cy="0"/>
        </a:xfrm>
      </p:grpSpPr>
      <p:sp>
        <p:nvSpPr>
          <p:cNvPr id="1040" name="Google Shape;1040;p89"/>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Lexend Mega"/>
                <a:ea typeface="Lexend Mega"/>
                <a:cs typeface="Lexend Mega"/>
                <a:sym typeface="Lexend Mega"/>
              </a:rPr>
              <a:t>DISTINCT REALIZATION 1</a:t>
            </a:r>
            <a:endParaRPr sz="1100">
              <a:latin typeface="Lexend Mega"/>
              <a:ea typeface="Lexend Mega"/>
              <a:cs typeface="Lexend Mega"/>
              <a:sym typeface="Lexend Mega"/>
            </a:endParaRPr>
          </a:p>
        </p:txBody>
      </p:sp>
      <p:pic>
        <p:nvPicPr>
          <p:cNvPr id="1041" name="Google Shape;1041;p89" title="Screenshot 2026-10-22 at 6.13.22 PM.png"/>
          <p:cNvPicPr preferRelativeResize="0"/>
          <p:nvPr/>
        </p:nvPicPr>
        <p:blipFill>
          <a:blip r:embed="rId3">
            <a:alphaModFix/>
          </a:blip>
          <a:stretch>
            <a:fillRect/>
          </a:stretch>
        </p:blipFill>
        <p:spPr>
          <a:xfrm rot="-5400000">
            <a:off x="5883034" y="1204012"/>
            <a:ext cx="2597525" cy="3386050"/>
          </a:xfrm>
          <a:prstGeom prst="rect">
            <a:avLst/>
          </a:prstGeom>
          <a:noFill/>
          <a:ln cap="flat" cmpd="sng" w="9125">
            <a:solidFill>
              <a:schemeClr val="dk1"/>
            </a:solidFill>
            <a:prstDash val="solid"/>
            <a:round/>
            <a:headEnd len="sm" w="sm" type="none"/>
            <a:tailEnd len="sm" w="sm" type="none"/>
          </a:ln>
        </p:spPr>
      </p:pic>
      <p:pic>
        <p:nvPicPr>
          <p:cNvPr id="1042" name="Google Shape;1042;p89" title="Screenshot 2026-10-22 at 6.13.51 PM.png"/>
          <p:cNvPicPr preferRelativeResize="0"/>
          <p:nvPr/>
        </p:nvPicPr>
        <p:blipFill>
          <a:blip r:embed="rId4">
            <a:alphaModFix/>
          </a:blip>
          <a:stretch>
            <a:fillRect/>
          </a:stretch>
        </p:blipFill>
        <p:spPr>
          <a:xfrm>
            <a:off x="3423678" y="1598275"/>
            <a:ext cx="2016893" cy="2597524"/>
          </a:xfrm>
          <a:prstGeom prst="rect">
            <a:avLst/>
          </a:prstGeom>
          <a:noFill/>
          <a:ln cap="flat" cmpd="sng" w="9125">
            <a:solidFill>
              <a:schemeClr val="dk1"/>
            </a:solidFill>
            <a:prstDash val="solid"/>
            <a:round/>
            <a:headEnd len="sm" w="sm" type="none"/>
            <a:tailEnd len="sm" w="sm" type="none"/>
          </a:ln>
        </p:spPr>
      </p:pic>
      <p:pic>
        <p:nvPicPr>
          <p:cNvPr id="1043" name="Google Shape;1043;p89" title="Screenshot 2026-10-22 at 6.14.21 PM.png"/>
          <p:cNvPicPr preferRelativeResize="0"/>
          <p:nvPr/>
        </p:nvPicPr>
        <p:blipFill>
          <a:blip r:embed="rId5">
            <a:alphaModFix/>
          </a:blip>
          <a:stretch>
            <a:fillRect/>
          </a:stretch>
        </p:blipFill>
        <p:spPr>
          <a:xfrm rot="-5400000">
            <a:off x="523568" y="1343882"/>
            <a:ext cx="2597524" cy="3106311"/>
          </a:xfrm>
          <a:prstGeom prst="rect">
            <a:avLst/>
          </a:prstGeom>
          <a:noFill/>
          <a:ln cap="flat" cmpd="sng" w="9125">
            <a:solidFill>
              <a:srgbClr val="595959"/>
            </a:solidFill>
            <a:prstDash val="solid"/>
            <a:round/>
            <a:headEnd len="sm" w="sm" type="none"/>
            <a:tailEnd len="sm" w="sm" type="none"/>
          </a:ln>
        </p:spPr>
      </p:pic>
      <p:sp>
        <p:nvSpPr>
          <p:cNvPr id="1044" name="Google Shape;1044;p89"/>
          <p:cNvSpPr txBox="1"/>
          <p:nvPr>
            <p:ph type="title"/>
          </p:nvPr>
        </p:nvSpPr>
        <p:spPr>
          <a:xfrm>
            <a:off x="503825" y="95827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Headphone </a:t>
            </a:r>
            <a:r>
              <a:rPr lang="en" sz="1400"/>
              <a:t>+ Smart Watch</a:t>
            </a:r>
            <a:endParaRPr sz="14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48" name="Shape 1048"/>
        <p:cNvGrpSpPr/>
        <p:nvPr/>
      </p:nvGrpSpPr>
      <p:grpSpPr>
        <a:xfrm>
          <a:off x="0" y="0"/>
          <a:ext cx="0" cy="0"/>
          <a:chOff x="0" y="0"/>
          <a:chExt cx="0" cy="0"/>
        </a:xfrm>
      </p:grpSpPr>
      <p:sp>
        <p:nvSpPr>
          <p:cNvPr id="1049" name="Google Shape;1049;p90"/>
          <p:cNvSpPr txBox="1"/>
          <p:nvPr>
            <p:ph type="title"/>
          </p:nvPr>
        </p:nvSpPr>
        <p:spPr>
          <a:xfrm>
            <a:off x="503825" y="95827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Monocle/Keychain with AR</a:t>
            </a:r>
            <a:endParaRPr sz="1400"/>
          </a:p>
        </p:txBody>
      </p:sp>
      <p:sp>
        <p:nvSpPr>
          <p:cNvPr id="1050" name="Google Shape;1050;p90"/>
          <p:cNvSpPr txBox="1"/>
          <p:nvPr>
            <p:ph type="title"/>
          </p:nvPr>
        </p:nvSpPr>
        <p:spPr>
          <a:xfrm>
            <a:off x="503825" y="652200"/>
            <a:ext cx="5455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Lexend Mega"/>
                <a:ea typeface="Lexend Mega"/>
                <a:cs typeface="Lexend Mega"/>
                <a:sym typeface="Lexend Mega"/>
              </a:rPr>
              <a:t>DISTINCT REALIZATION 2</a:t>
            </a:r>
            <a:endParaRPr sz="1100">
              <a:latin typeface="Lexend Mega"/>
              <a:ea typeface="Lexend Mega"/>
              <a:cs typeface="Lexend Mega"/>
              <a:sym typeface="Lexend Mega"/>
            </a:endParaRPr>
          </a:p>
        </p:txBody>
      </p:sp>
      <p:pic>
        <p:nvPicPr>
          <p:cNvPr id="1051" name="Google Shape;1051;p90" title="Screenshot 2026-10-22 at 6.13.11 PM.png"/>
          <p:cNvPicPr preferRelativeResize="0"/>
          <p:nvPr/>
        </p:nvPicPr>
        <p:blipFill>
          <a:blip r:embed="rId3">
            <a:alphaModFix/>
          </a:blip>
          <a:stretch>
            <a:fillRect/>
          </a:stretch>
        </p:blipFill>
        <p:spPr>
          <a:xfrm rot="10800000">
            <a:off x="6014861" y="1643487"/>
            <a:ext cx="2344176" cy="3006289"/>
          </a:xfrm>
          <a:prstGeom prst="rect">
            <a:avLst/>
          </a:prstGeom>
          <a:noFill/>
          <a:ln cap="flat" cmpd="sng" w="11550">
            <a:solidFill>
              <a:schemeClr val="dk1"/>
            </a:solidFill>
            <a:prstDash val="solid"/>
            <a:round/>
            <a:headEnd len="sm" w="sm" type="none"/>
            <a:tailEnd len="sm" w="sm" type="none"/>
          </a:ln>
        </p:spPr>
      </p:pic>
      <p:pic>
        <p:nvPicPr>
          <p:cNvPr id="1052" name="Google Shape;1052;p90" title="Screenshot 2026-10-22 at 6.14.03 PM.png"/>
          <p:cNvPicPr preferRelativeResize="0"/>
          <p:nvPr/>
        </p:nvPicPr>
        <p:blipFill>
          <a:blip r:embed="rId4">
            <a:alphaModFix/>
          </a:blip>
          <a:stretch>
            <a:fillRect/>
          </a:stretch>
        </p:blipFill>
        <p:spPr>
          <a:xfrm>
            <a:off x="3532776" y="1631513"/>
            <a:ext cx="2344178" cy="3011405"/>
          </a:xfrm>
          <a:prstGeom prst="rect">
            <a:avLst/>
          </a:prstGeom>
          <a:noFill/>
          <a:ln cap="flat" cmpd="sng" w="11550">
            <a:solidFill>
              <a:schemeClr val="dk1"/>
            </a:solidFill>
            <a:prstDash val="solid"/>
            <a:round/>
            <a:headEnd len="sm" w="sm" type="none"/>
            <a:tailEnd len="sm" w="sm" type="none"/>
          </a:ln>
        </p:spPr>
      </p:pic>
      <p:pic>
        <p:nvPicPr>
          <p:cNvPr id="1053" name="Google Shape;1053;p90" title="Screenshot 2026-10-22 at 6.12.28 PM.png"/>
          <p:cNvPicPr preferRelativeResize="0"/>
          <p:nvPr/>
        </p:nvPicPr>
        <p:blipFill>
          <a:blip r:embed="rId5">
            <a:alphaModFix/>
          </a:blip>
          <a:stretch>
            <a:fillRect/>
          </a:stretch>
        </p:blipFill>
        <p:spPr>
          <a:xfrm>
            <a:off x="784963" y="1623774"/>
            <a:ext cx="2609920" cy="3045685"/>
          </a:xfrm>
          <a:prstGeom prst="rect">
            <a:avLst/>
          </a:prstGeom>
          <a:noFill/>
          <a:ln cap="flat" cmpd="sng" w="8775">
            <a:solidFill>
              <a:schemeClr val="dk1"/>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57" name="Shape 1057"/>
        <p:cNvGrpSpPr/>
        <p:nvPr/>
      </p:nvGrpSpPr>
      <p:grpSpPr>
        <a:xfrm>
          <a:off x="0" y="0"/>
          <a:ext cx="0" cy="0"/>
          <a:chOff x="0" y="0"/>
          <a:chExt cx="0" cy="0"/>
        </a:xfrm>
      </p:grpSpPr>
      <p:pic>
        <p:nvPicPr>
          <p:cNvPr id="1058" name="Google Shape;1058;p91" title="Screenshot 2026-10-22 at 6.12.38 PM.png"/>
          <p:cNvPicPr preferRelativeResize="0"/>
          <p:nvPr/>
        </p:nvPicPr>
        <p:blipFill>
          <a:blip r:embed="rId3">
            <a:alphaModFix/>
          </a:blip>
          <a:stretch>
            <a:fillRect/>
          </a:stretch>
        </p:blipFill>
        <p:spPr>
          <a:xfrm>
            <a:off x="2177451" y="1590075"/>
            <a:ext cx="4356726" cy="3241800"/>
          </a:xfrm>
          <a:prstGeom prst="rect">
            <a:avLst/>
          </a:prstGeom>
          <a:noFill/>
          <a:ln cap="flat" cmpd="sng" w="10700">
            <a:solidFill>
              <a:schemeClr val="dk1"/>
            </a:solidFill>
            <a:prstDash val="solid"/>
            <a:round/>
            <a:headEnd len="sm" w="sm" type="none"/>
            <a:tailEnd len="sm" w="sm" type="none"/>
          </a:ln>
        </p:spPr>
      </p:pic>
      <p:sp>
        <p:nvSpPr>
          <p:cNvPr id="1059" name="Google Shape;1059;p91"/>
          <p:cNvSpPr txBox="1"/>
          <p:nvPr>
            <p:ph type="title"/>
          </p:nvPr>
        </p:nvSpPr>
        <p:spPr>
          <a:xfrm>
            <a:off x="503825" y="95827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Monocle/Keychain with AR</a:t>
            </a:r>
            <a:endParaRPr sz="1400"/>
          </a:p>
        </p:txBody>
      </p:sp>
      <p:sp>
        <p:nvSpPr>
          <p:cNvPr id="1060" name="Google Shape;1060;p91"/>
          <p:cNvSpPr txBox="1"/>
          <p:nvPr>
            <p:ph type="title"/>
          </p:nvPr>
        </p:nvSpPr>
        <p:spPr>
          <a:xfrm>
            <a:off x="503825" y="652200"/>
            <a:ext cx="5455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Lexend Mega"/>
                <a:ea typeface="Lexend Mega"/>
                <a:cs typeface="Lexend Mega"/>
                <a:sym typeface="Lexend Mega"/>
              </a:rPr>
              <a:t>DISTINCT REALIZATION 2</a:t>
            </a:r>
            <a:endParaRPr sz="1100">
              <a:latin typeface="Lexend Mega"/>
              <a:ea typeface="Lexend Mega"/>
              <a:cs typeface="Lexend Mega"/>
              <a:sym typeface="Lexend Meg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64" name="Shape 1064"/>
        <p:cNvGrpSpPr/>
        <p:nvPr/>
      </p:nvGrpSpPr>
      <p:grpSpPr>
        <a:xfrm>
          <a:off x="0" y="0"/>
          <a:ext cx="0" cy="0"/>
          <a:chOff x="0" y="0"/>
          <a:chExt cx="0" cy="0"/>
        </a:xfrm>
      </p:grpSpPr>
      <p:pic>
        <p:nvPicPr>
          <p:cNvPr id="1065" name="Google Shape;1065;p92" title="Screenshot 2026-10-22 at 6.10.43 PM.png"/>
          <p:cNvPicPr preferRelativeResize="0"/>
          <p:nvPr/>
        </p:nvPicPr>
        <p:blipFill>
          <a:blip r:embed="rId3">
            <a:alphaModFix/>
          </a:blip>
          <a:stretch>
            <a:fillRect/>
          </a:stretch>
        </p:blipFill>
        <p:spPr>
          <a:xfrm>
            <a:off x="5927581" y="1832340"/>
            <a:ext cx="2618495" cy="2003720"/>
          </a:xfrm>
          <a:prstGeom prst="rect">
            <a:avLst/>
          </a:prstGeom>
          <a:noFill/>
          <a:ln cap="flat" cmpd="sng" w="7750">
            <a:solidFill>
              <a:schemeClr val="dk1"/>
            </a:solidFill>
            <a:prstDash val="solid"/>
            <a:round/>
            <a:headEnd len="sm" w="sm" type="none"/>
            <a:tailEnd len="sm" w="sm" type="none"/>
          </a:ln>
        </p:spPr>
      </p:pic>
      <p:pic>
        <p:nvPicPr>
          <p:cNvPr id="1066" name="Google Shape;1066;p92" title="Screenshot 2026-10-22 at 6.10.54 PM.png"/>
          <p:cNvPicPr preferRelativeResize="0"/>
          <p:nvPr/>
        </p:nvPicPr>
        <p:blipFill>
          <a:blip r:embed="rId4">
            <a:alphaModFix/>
          </a:blip>
          <a:stretch>
            <a:fillRect/>
          </a:stretch>
        </p:blipFill>
        <p:spPr>
          <a:xfrm>
            <a:off x="3262750" y="1815475"/>
            <a:ext cx="2618474" cy="2037451"/>
          </a:xfrm>
          <a:prstGeom prst="rect">
            <a:avLst/>
          </a:prstGeom>
          <a:noFill/>
          <a:ln cap="flat" cmpd="sng" w="7750">
            <a:solidFill>
              <a:schemeClr val="dk1"/>
            </a:solidFill>
            <a:prstDash val="solid"/>
            <a:round/>
            <a:headEnd len="sm" w="sm" type="none"/>
            <a:tailEnd len="sm" w="sm" type="none"/>
          </a:ln>
        </p:spPr>
      </p:pic>
      <p:pic>
        <p:nvPicPr>
          <p:cNvPr id="1067" name="Google Shape;1067;p92" title="Screenshot 2026-10-22 at 6.11.03 PM.png"/>
          <p:cNvPicPr preferRelativeResize="0"/>
          <p:nvPr/>
        </p:nvPicPr>
        <p:blipFill>
          <a:blip r:embed="rId5">
            <a:alphaModFix/>
          </a:blip>
          <a:stretch>
            <a:fillRect/>
          </a:stretch>
        </p:blipFill>
        <p:spPr>
          <a:xfrm>
            <a:off x="538425" y="1830202"/>
            <a:ext cx="2618487" cy="2008013"/>
          </a:xfrm>
          <a:prstGeom prst="rect">
            <a:avLst/>
          </a:prstGeom>
          <a:noFill/>
          <a:ln cap="flat" cmpd="sng" w="7750">
            <a:solidFill>
              <a:schemeClr val="dk1"/>
            </a:solidFill>
            <a:prstDash val="solid"/>
            <a:round/>
            <a:headEnd len="sm" w="sm" type="none"/>
            <a:tailEnd len="sm" w="sm" type="none"/>
          </a:ln>
        </p:spPr>
      </p:pic>
      <p:sp>
        <p:nvSpPr>
          <p:cNvPr id="1068" name="Google Shape;1068;p92"/>
          <p:cNvSpPr txBox="1"/>
          <p:nvPr>
            <p:ph type="title"/>
          </p:nvPr>
        </p:nvSpPr>
        <p:spPr>
          <a:xfrm>
            <a:off x="503825" y="95827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Monocle/Keychain with AR</a:t>
            </a:r>
            <a:endParaRPr sz="1400"/>
          </a:p>
        </p:txBody>
      </p:sp>
      <p:sp>
        <p:nvSpPr>
          <p:cNvPr id="1069" name="Google Shape;1069;p92"/>
          <p:cNvSpPr txBox="1"/>
          <p:nvPr>
            <p:ph type="title"/>
          </p:nvPr>
        </p:nvSpPr>
        <p:spPr>
          <a:xfrm>
            <a:off x="503825" y="652200"/>
            <a:ext cx="5455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Lexend Mega"/>
                <a:ea typeface="Lexend Mega"/>
                <a:cs typeface="Lexend Mega"/>
                <a:sym typeface="Lexend Mega"/>
              </a:rPr>
              <a:t>DISTINCT REALIZATION 2</a:t>
            </a:r>
            <a:endParaRPr sz="1100">
              <a:latin typeface="Lexend Mega"/>
              <a:ea typeface="Lexend Mega"/>
              <a:cs typeface="Lexend Mega"/>
              <a:sym typeface="Lexend Meg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73" name="Shape 1073"/>
        <p:cNvGrpSpPr/>
        <p:nvPr/>
      </p:nvGrpSpPr>
      <p:grpSpPr>
        <a:xfrm>
          <a:off x="0" y="0"/>
          <a:ext cx="0" cy="0"/>
          <a:chOff x="0" y="0"/>
          <a:chExt cx="0" cy="0"/>
        </a:xfrm>
      </p:grpSpPr>
      <p:pic>
        <p:nvPicPr>
          <p:cNvPr id="1074" name="Google Shape;1074;p93" title="Screenshot 2026-10-22 at 6.12.52 PM.png"/>
          <p:cNvPicPr preferRelativeResize="0"/>
          <p:nvPr/>
        </p:nvPicPr>
        <p:blipFill>
          <a:blip r:embed="rId3">
            <a:alphaModFix/>
          </a:blip>
          <a:stretch>
            <a:fillRect/>
          </a:stretch>
        </p:blipFill>
        <p:spPr>
          <a:xfrm>
            <a:off x="2234862" y="1638775"/>
            <a:ext cx="4241926" cy="3206624"/>
          </a:xfrm>
          <a:prstGeom prst="rect">
            <a:avLst/>
          </a:prstGeom>
          <a:noFill/>
          <a:ln cap="flat" cmpd="sng" w="9525">
            <a:solidFill>
              <a:schemeClr val="dk1"/>
            </a:solidFill>
            <a:prstDash val="solid"/>
            <a:round/>
            <a:headEnd len="sm" w="sm" type="none"/>
            <a:tailEnd len="sm" w="sm" type="none"/>
          </a:ln>
        </p:spPr>
      </p:pic>
      <p:sp>
        <p:nvSpPr>
          <p:cNvPr id="1075" name="Google Shape;1075;p93"/>
          <p:cNvSpPr txBox="1"/>
          <p:nvPr>
            <p:ph type="title"/>
          </p:nvPr>
        </p:nvSpPr>
        <p:spPr>
          <a:xfrm>
            <a:off x="503825" y="95827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Phone (App/Widget/Lockscreen)</a:t>
            </a:r>
            <a:endParaRPr sz="1400"/>
          </a:p>
        </p:txBody>
      </p:sp>
      <p:sp>
        <p:nvSpPr>
          <p:cNvPr id="1076" name="Google Shape;1076;p93"/>
          <p:cNvSpPr txBox="1"/>
          <p:nvPr>
            <p:ph type="title"/>
          </p:nvPr>
        </p:nvSpPr>
        <p:spPr>
          <a:xfrm>
            <a:off x="503825" y="652200"/>
            <a:ext cx="5455800" cy="30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Lexend Mega"/>
                <a:ea typeface="Lexend Mega"/>
                <a:cs typeface="Lexend Mega"/>
                <a:sym typeface="Lexend Mega"/>
              </a:rPr>
              <a:t>DISTINCT REALIZATION 3</a:t>
            </a:r>
            <a:endParaRPr sz="1100">
              <a:latin typeface="Lexend Mega"/>
              <a:ea typeface="Lexend Mega"/>
              <a:cs typeface="Lexend Mega"/>
              <a:sym typeface="Lexend Meg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80" name="Shape 1080"/>
        <p:cNvGrpSpPr/>
        <p:nvPr/>
      </p:nvGrpSpPr>
      <p:grpSpPr>
        <a:xfrm>
          <a:off x="0" y="0"/>
          <a:ext cx="0" cy="0"/>
          <a:chOff x="0" y="0"/>
          <a:chExt cx="0" cy="0"/>
        </a:xfrm>
      </p:grpSpPr>
      <p:pic>
        <p:nvPicPr>
          <p:cNvPr id="1081" name="Google Shape;1081;p94" title="Screenshot 2026-10-22 at 6.10.16 PM.png"/>
          <p:cNvPicPr preferRelativeResize="0"/>
          <p:nvPr/>
        </p:nvPicPr>
        <p:blipFill>
          <a:blip r:embed="rId3">
            <a:alphaModFix/>
          </a:blip>
          <a:stretch>
            <a:fillRect/>
          </a:stretch>
        </p:blipFill>
        <p:spPr>
          <a:xfrm>
            <a:off x="-1389450" y="-4294335"/>
            <a:ext cx="3990198" cy="3070260"/>
          </a:xfrm>
          <a:prstGeom prst="rect">
            <a:avLst/>
          </a:prstGeom>
          <a:noFill/>
          <a:ln>
            <a:noFill/>
          </a:ln>
        </p:spPr>
      </p:pic>
      <p:pic>
        <p:nvPicPr>
          <p:cNvPr id="1082" name="Google Shape;1082;p94" title="Screenshot 2026-10-22 at 6.10.29 PM.png"/>
          <p:cNvPicPr preferRelativeResize="0"/>
          <p:nvPr/>
        </p:nvPicPr>
        <p:blipFill>
          <a:blip r:embed="rId4">
            <a:alphaModFix/>
          </a:blip>
          <a:stretch>
            <a:fillRect/>
          </a:stretch>
        </p:blipFill>
        <p:spPr>
          <a:xfrm>
            <a:off x="7396362" y="-3871761"/>
            <a:ext cx="3413876" cy="2647674"/>
          </a:xfrm>
          <a:prstGeom prst="rect">
            <a:avLst/>
          </a:prstGeom>
          <a:noFill/>
          <a:ln>
            <a:noFill/>
          </a:ln>
        </p:spPr>
      </p:pic>
      <p:pic>
        <p:nvPicPr>
          <p:cNvPr id="1083" name="Google Shape;1083;p94" title="Screenshot 2026-10-22 at 6.11.13 PM.png"/>
          <p:cNvPicPr preferRelativeResize="0"/>
          <p:nvPr/>
        </p:nvPicPr>
        <p:blipFill>
          <a:blip r:embed="rId5">
            <a:alphaModFix/>
          </a:blip>
          <a:stretch>
            <a:fillRect/>
          </a:stretch>
        </p:blipFill>
        <p:spPr>
          <a:xfrm>
            <a:off x="11167249" y="-4630266"/>
            <a:ext cx="5450326" cy="4164715"/>
          </a:xfrm>
          <a:prstGeom prst="rect">
            <a:avLst/>
          </a:prstGeom>
          <a:noFill/>
          <a:ln>
            <a:noFill/>
          </a:ln>
        </p:spPr>
      </p:pic>
      <p:pic>
        <p:nvPicPr>
          <p:cNvPr id="1084" name="Google Shape;1084;p94" title="Screenshot 2026-10-22 at 6.11.25 PM.png"/>
          <p:cNvPicPr preferRelativeResize="0"/>
          <p:nvPr/>
        </p:nvPicPr>
        <p:blipFill>
          <a:blip r:embed="rId6">
            <a:alphaModFix/>
          </a:blip>
          <a:stretch>
            <a:fillRect/>
          </a:stretch>
        </p:blipFill>
        <p:spPr>
          <a:xfrm>
            <a:off x="2663324" y="-4294337"/>
            <a:ext cx="4874749" cy="3647350"/>
          </a:xfrm>
          <a:prstGeom prst="rect">
            <a:avLst/>
          </a:prstGeom>
          <a:noFill/>
          <a:ln>
            <a:noFill/>
          </a:ln>
        </p:spPr>
      </p:pic>
      <p:pic>
        <p:nvPicPr>
          <p:cNvPr id="1085" name="Google Shape;1085;p94" title="Screenshot 2026-10-22 at 6.13.30 PM.png"/>
          <p:cNvPicPr preferRelativeResize="0"/>
          <p:nvPr/>
        </p:nvPicPr>
        <p:blipFill>
          <a:blip r:embed="rId7">
            <a:alphaModFix/>
          </a:blip>
          <a:stretch>
            <a:fillRect/>
          </a:stretch>
        </p:blipFill>
        <p:spPr>
          <a:xfrm>
            <a:off x="2621837" y="1679050"/>
            <a:ext cx="2655988" cy="2052972"/>
          </a:xfrm>
          <a:prstGeom prst="rect">
            <a:avLst/>
          </a:prstGeom>
          <a:noFill/>
          <a:ln cap="flat" cmpd="sng" w="9525">
            <a:solidFill>
              <a:schemeClr val="dk1"/>
            </a:solidFill>
            <a:prstDash val="solid"/>
            <a:round/>
            <a:headEnd len="sm" w="sm" type="none"/>
            <a:tailEnd len="sm" w="sm" type="none"/>
          </a:ln>
        </p:spPr>
      </p:pic>
      <p:pic>
        <p:nvPicPr>
          <p:cNvPr id="1086" name="Google Shape;1086;p94" title="Screenshot 2026-10-22 at 6.13.42 PM.png"/>
          <p:cNvPicPr preferRelativeResize="0"/>
          <p:nvPr/>
        </p:nvPicPr>
        <p:blipFill>
          <a:blip r:embed="rId8">
            <a:alphaModFix/>
          </a:blip>
          <a:stretch>
            <a:fillRect/>
          </a:stretch>
        </p:blipFill>
        <p:spPr>
          <a:xfrm>
            <a:off x="643450" y="1679050"/>
            <a:ext cx="1806920" cy="2340801"/>
          </a:xfrm>
          <a:prstGeom prst="rect">
            <a:avLst/>
          </a:prstGeom>
          <a:noFill/>
          <a:ln cap="flat" cmpd="sng" w="9525">
            <a:solidFill>
              <a:schemeClr val="dk1"/>
            </a:solidFill>
            <a:prstDash val="solid"/>
            <a:round/>
            <a:headEnd len="sm" w="sm" type="none"/>
            <a:tailEnd len="sm" w="sm" type="none"/>
          </a:ln>
        </p:spPr>
      </p:pic>
      <p:pic>
        <p:nvPicPr>
          <p:cNvPr id="1087" name="Google Shape;1087;p94" title="Screenshot 2026-10-22 at 6.14.11 PM.png"/>
          <p:cNvPicPr preferRelativeResize="0"/>
          <p:nvPr/>
        </p:nvPicPr>
        <p:blipFill>
          <a:blip r:embed="rId9">
            <a:alphaModFix/>
          </a:blip>
          <a:stretch>
            <a:fillRect/>
          </a:stretch>
        </p:blipFill>
        <p:spPr>
          <a:xfrm>
            <a:off x="5389779" y="1679050"/>
            <a:ext cx="3617246" cy="1873983"/>
          </a:xfrm>
          <a:prstGeom prst="rect">
            <a:avLst/>
          </a:prstGeom>
          <a:noFill/>
          <a:ln cap="flat" cmpd="sng" w="9525">
            <a:solidFill>
              <a:schemeClr val="dk1"/>
            </a:solidFill>
            <a:prstDash val="solid"/>
            <a:round/>
            <a:headEnd len="sm" w="sm" type="none"/>
            <a:tailEnd len="sm" w="sm" type="none"/>
          </a:ln>
        </p:spPr>
      </p:pic>
      <p:sp>
        <p:nvSpPr>
          <p:cNvPr id="1088" name="Google Shape;1088;p94"/>
          <p:cNvSpPr txBox="1"/>
          <p:nvPr>
            <p:ph type="title"/>
          </p:nvPr>
        </p:nvSpPr>
        <p:spPr>
          <a:xfrm>
            <a:off x="503825" y="95827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Phone (App/Widget/Lockscreen)</a:t>
            </a:r>
            <a:endParaRPr sz="1400"/>
          </a:p>
        </p:txBody>
      </p:sp>
      <p:sp>
        <p:nvSpPr>
          <p:cNvPr id="1089" name="Google Shape;1089;p94"/>
          <p:cNvSpPr txBox="1"/>
          <p:nvPr>
            <p:ph type="title"/>
          </p:nvPr>
        </p:nvSpPr>
        <p:spPr>
          <a:xfrm>
            <a:off x="503825" y="652200"/>
            <a:ext cx="5455800" cy="30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Lexend Mega"/>
                <a:ea typeface="Lexend Mega"/>
                <a:cs typeface="Lexend Mega"/>
                <a:sym typeface="Lexend Mega"/>
              </a:rPr>
              <a:t>DISTINCT REALIZATION 3</a:t>
            </a:r>
            <a:endParaRPr sz="1100">
              <a:latin typeface="Lexend Mega"/>
              <a:ea typeface="Lexend Mega"/>
              <a:cs typeface="Lexend Mega"/>
              <a:sym typeface="Lexend Meg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93" name="Shape 1093"/>
        <p:cNvGrpSpPr/>
        <p:nvPr/>
      </p:nvGrpSpPr>
      <p:grpSpPr>
        <a:xfrm>
          <a:off x="0" y="0"/>
          <a:ext cx="0" cy="0"/>
          <a:chOff x="0" y="0"/>
          <a:chExt cx="0" cy="0"/>
        </a:xfrm>
      </p:grpSpPr>
      <p:pic>
        <p:nvPicPr>
          <p:cNvPr id="1094" name="Google Shape;1094;p95" title="Screenshot 2026-10-22 at 6.10.16 PM.png"/>
          <p:cNvPicPr preferRelativeResize="0"/>
          <p:nvPr/>
        </p:nvPicPr>
        <p:blipFill>
          <a:blip r:embed="rId3">
            <a:alphaModFix/>
          </a:blip>
          <a:stretch>
            <a:fillRect/>
          </a:stretch>
        </p:blipFill>
        <p:spPr>
          <a:xfrm>
            <a:off x="2000800" y="1362325"/>
            <a:ext cx="2440900" cy="1878149"/>
          </a:xfrm>
          <a:prstGeom prst="rect">
            <a:avLst/>
          </a:prstGeom>
          <a:noFill/>
          <a:ln cap="flat" cmpd="sng" w="9525">
            <a:solidFill>
              <a:schemeClr val="dk1"/>
            </a:solidFill>
            <a:prstDash val="solid"/>
            <a:round/>
            <a:headEnd len="sm" w="sm" type="none"/>
            <a:tailEnd len="sm" w="sm" type="none"/>
          </a:ln>
        </p:spPr>
      </p:pic>
      <p:pic>
        <p:nvPicPr>
          <p:cNvPr id="1095" name="Google Shape;1095;p95" title="Screenshot 2026-10-22 at 6.10.29 PM.png"/>
          <p:cNvPicPr preferRelativeResize="0"/>
          <p:nvPr/>
        </p:nvPicPr>
        <p:blipFill>
          <a:blip r:embed="rId4">
            <a:alphaModFix/>
          </a:blip>
          <a:stretch>
            <a:fillRect/>
          </a:stretch>
        </p:blipFill>
        <p:spPr>
          <a:xfrm>
            <a:off x="4560732" y="3323700"/>
            <a:ext cx="2041171" cy="1583051"/>
          </a:xfrm>
          <a:prstGeom prst="rect">
            <a:avLst/>
          </a:prstGeom>
          <a:noFill/>
          <a:ln cap="flat" cmpd="sng" w="9525">
            <a:solidFill>
              <a:schemeClr val="dk1"/>
            </a:solidFill>
            <a:prstDash val="solid"/>
            <a:round/>
            <a:headEnd len="sm" w="sm" type="none"/>
            <a:tailEnd len="sm" w="sm" type="none"/>
          </a:ln>
        </p:spPr>
      </p:pic>
      <p:pic>
        <p:nvPicPr>
          <p:cNvPr id="1096" name="Google Shape;1096;p95" title="Screenshot 2026-10-22 at 6.11.25 PM.png"/>
          <p:cNvPicPr preferRelativeResize="0"/>
          <p:nvPr/>
        </p:nvPicPr>
        <p:blipFill>
          <a:blip r:embed="rId5">
            <a:alphaModFix/>
          </a:blip>
          <a:stretch>
            <a:fillRect/>
          </a:stretch>
        </p:blipFill>
        <p:spPr>
          <a:xfrm>
            <a:off x="4560725" y="1337650"/>
            <a:ext cx="2510193" cy="1878151"/>
          </a:xfrm>
          <a:prstGeom prst="rect">
            <a:avLst/>
          </a:prstGeom>
          <a:noFill/>
          <a:ln cap="flat" cmpd="sng" w="9525">
            <a:solidFill>
              <a:schemeClr val="dk1"/>
            </a:solidFill>
            <a:prstDash val="solid"/>
            <a:round/>
            <a:headEnd len="sm" w="sm" type="none"/>
            <a:tailEnd len="sm" w="sm" type="none"/>
          </a:ln>
        </p:spPr>
      </p:pic>
      <p:pic>
        <p:nvPicPr>
          <p:cNvPr id="1097" name="Google Shape;1097;p95" title="Screenshot 2026-10-22 at 6.11.13 PM.png"/>
          <p:cNvPicPr preferRelativeResize="0"/>
          <p:nvPr/>
        </p:nvPicPr>
        <p:blipFill>
          <a:blip r:embed="rId6">
            <a:alphaModFix/>
          </a:blip>
          <a:stretch>
            <a:fillRect/>
          </a:stretch>
        </p:blipFill>
        <p:spPr>
          <a:xfrm>
            <a:off x="2316618" y="3323700"/>
            <a:ext cx="2071725" cy="1583050"/>
          </a:xfrm>
          <a:prstGeom prst="rect">
            <a:avLst/>
          </a:prstGeom>
          <a:noFill/>
          <a:ln cap="flat" cmpd="sng" w="9525">
            <a:solidFill>
              <a:schemeClr val="dk1"/>
            </a:solidFill>
            <a:prstDash val="solid"/>
            <a:round/>
            <a:headEnd len="sm" w="sm" type="none"/>
            <a:tailEnd len="sm" w="sm" type="none"/>
          </a:ln>
        </p:spPr>
      </p:pic>
      <p:sp>
        <p:nvSpPr>
          <p:cNvPr id="1098" name="Google Shape;1098;p95"/>
          <p:cNvSpPr txBox="1"/>
          <p:nvPr>
            <p:ph type="title"/>
          </p:nvPr>
        </p:nvSpPr>
        <p:spPr>
          <a:xfrm>
            <a:off x="503825" y="95827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Phone (App/Widget/Lockscreen)</a:t>
            </a:r>
            <a:endParaRPr sz="1400"/>
          </a:p>
        </p:txBody>
      </p:sp>
      <p:sp>
        <p:nvSpPr>
          <p:cNvPr id="1099" name="Google Shape;1099;p95"/>
          <p:cNvSpPr txBox="1"/>
          <p:nvPr>
            <p:ph type="title"/>
          </p:nvPr>
        </p:nvSpPr>
        <p:spPr>
          <a:xfrm>
            <a:off x="503825" y="652200"/>
            <a:ext cx="5455800" cy="30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Lexend Mega"/>
                <a:ea typeface="Lexend Mega"/>
                <a:cs typeface="Lexend Mega"/>
                <a:sym typeface="Lexend Mega"/>
              </a:rPr>
              <a:t>DISTINCT REALIZATION 3</a:t>
            </a:r>
            <a:endParaRPr sz="1100">
              <a:latin typeface="Lexend Mega"/>
              <a:ea typeface="Lexend Mega"/>
              <a:cs typeface="Lexend Mega"/>
              <a:sym typeface="Lexend Meg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3" name="Shape 1103"/>
        <p:cNvGrpSpPr/>
        <p:nvPr/>
      </p:nvGrpSpPr>
      <p:grpSpPr>
        <a:xfrm>
          <a:off x="0" y="0"/>
          <a:ext cx="0" cy="0"/>
          <a:chOff x="0" y="0"/>
          <a:chExt cx="0" cy="0"/>
        </a:xfrm>
      </p:grpSpPr>
      <p:pic>
        <p:nvPicPr>
          <p:cNvPr id="1104" name="Google Shape;1104;p96" title="Screenshot 2026-10-22 at 6.14.35 PM.png"/>
          <p:cNvPicPr preferRelativeResize="0"/>
          <p:nvPr/>
        </p:nvPicPr>
        <p:blipFill>
          <a:blip r:embed="rId3">
            <a:alphaModFix/>
          </a:blip>
          <a:stretch>
            <a:fillRect/>
          </a:stretch>
        </p:blipFill>
        <p:spPr>
          <a:xfrm>
            <a:off x="1022075" y="1403300"/>
            <a:ext cx="3083175" cy="2901816"/>
          </a:xfrm>
          <a:prstGeom prst="rect">
            <a:avLst/>
          </a:prstGeom>
          <a:noFill/>
          <a:ln cap="flat" cmpd="sng" w="7950">
            <a:solidFill>
              <a:schemeClr val="dk1"/>
            </a:solidFill>
            <a:prstDash val="solid"/>
            <a:round/>
            <a:headEnd len="sm" w="sm" type="none"/>
            <a:tailEnd len="sm" w="sm" type="none"/>
          </a:ln>
        </p:spPr>
      </p:pic>
      <p:pic>
        <p:nvPicPr>
          <p:cNvPr id="1105" name="Google Shape;1105;p96" title="Screenshot 2026-10-22 at 6.15.04 PM.png"/>
          <p:cNvPicPr preferRelativeResize="0"/>
          <p:nvPr/>
        </p:nvPicPr>
        <p:blipFill>
          <a:blip r:embed="rId4">
            <a:alphaModFix/>
          </a:blip>
          <a:stretch>
            <a:fillRect/>
          </a:stretch>
        </p:blipFill>
        <p:spPr>
          <a:xfrm>
            <a:off x="4225179" y="1513491"/>
            <a:ext cx="3487372" cy="2681435"/>
          </a:xfrm>
          <a:prstGeom prst="rect">
            <a:avLst/>
          </a:prstGeom>
          <a:noFill/>
          <a:ln cap="flat" cmpd="sng" w="7950">
            <a:solidFill>
              <a:schemeClr val="dk1"/>
            </a:solidFill>
            <a:prstDash val="solid"/>
            <a:round/>
            <a:headEnd len="sm" w="sm" type="none"/>
            <a:tailEnd len="sm" w="sm" type="none"/>
          </a:ln>
        </p:spPr>
      </p:pic>
      <p:sp>
        <p:nvSpPr>
          <p:cNvPr id="1106" name="Google Shape;1106;p96"/>
          <p:cNvSpPr txBox="1"/>
          <p:nvPr>
            <p:ph type="title"/>
          </p:nvPr>
        </p:nvSpPr>
        <p:spPr>
          <a:xfrm>
            <a:off x="503825" y="95827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Smart Watch</a:t>
            </a:r>
            <a:endParaRPr sz="1400"/>
          </a:p>
        </p:txBody>
      </p:sp>
      <p:sp>
        <p:nvSpPr>
          <p:cNvPr id="1107" name="Google Shape;1107;p96"/>
          <p:cNvSpPr txBox="1"/>
          <p:nvPr>
            <p:ph type="title"/>
          </p:nvPr>
        </p:nvSpPr>
        <p:spPr>
          <a:xfrm>
            <a:off x="503825" y="652200"/>
            <a:ext cx="5455800" cy="30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Lexend Mega"/>
                <a:ea typeface="Lexend Mega"/>
                <a:cs typeface="Lexend Mega"/>
                <a:sym typeface="Lexend Mega"/>
              </a:rPr>
              <a:t>TOP</a:t>
            </a:r>
            <a:r>
              <a:rPr lang="en" sz="1100">
                <a:latin typeface="Lexend Mega"/>
                <a:ea typeface="Lexend Mega"/>
                <a:cs typeface="Lexend Mega"/>
                <a:sym typeface="Lexend Mega"/>
              </a:rPr>
              <a:t> REALIZATION 1</a:t>
            </a:r>
            <a:endParaRPr sz="1100">
              <a:latin typeface="Lexend Mega"/>
              <a:ea typeface="Lexend Mega"/>
              <a:cs typeface="Lexend Mega"/>
              <a:sym typeface="Lexend Meg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1" name="Shape 1111"/>
        <p:cNvGrpSpPr/>
        <p:nvPr/>
      </p:nvGrpSpPr>
      <p:grpSpPr>
        <a:xfrm>
          <a:off x="0" y="0"/>
          <a:ext cx="0" cy="0"/>
          <a:chOff x="0" y="0"/>
          <a:chExt cx="0" cy="0"/>
        </a:xfrm>
      </p:grpSpPr>
      <p:pic>
        <p:nvPicPr>
          <p:cNvPr id="1112" name="Google Shape;1112;p97" title="Screenshot 2026-10-22 at 6.16.10 PM.png"/>
          <p:cNvPicPr preferRelativeResize="0"/>
          <p:nvPr/>
        </p:nvPicPr>
        <p:blipFill>
          <a:blip r:embed="rId3">
            <a:alphaModFix/>
          </a:blip>
          <a:stretch>
            <a:fillRect/>
          </a:stretch>
        </p:blipFill>
        <p:spPr>
          <a:xfrm>
            <a:off x="2998021" y="1433925"/>
            <a:ext cx="2429450" cy="1871081"/>
          </a:xfrm>
          <a:prstGeom prst="rect">
            <a:avLst/>
          </a:prstGeom>
          <a:noFill/>
          <a:ln cap="flat" cmpd="sng" w="8975">
            <a:solidFill>
              <a:schemeClr val="dk1"/>
            </a:solidFill>
            <a:prstDash val="solid"/>
            <a:round/>
            <a:headEnd len="sm" w="sm" type="none"/>
            <a:tailEnd len="sm" w="sm" type="none"/>
          </a:ln>
        </p:spPr>
      </p:pic>
      <p:pic>
        <p:nvPicPr>
          <p:cNvPr id="1113" name="Google Shape;1113;p97" title="Screenshot 2026-10-22 at 6.16.25 PM.png"/>
          <p:cNvPicPr preferRelativeResize="0"/>
          <p:nvPr/>
        </p:nvPicPr>
        <p:blipFill>
          <a:blip r:embed="rId4">
            <a:alphaModFix/>
          </a:blip>
          <a:stretch>
            <a:fillRect/>
          </a:stretch>
        </p:blipFill>
        <p:spPr>
          <a:xfrm>
            <a:off x="5664906" y="1433915"/>
            <a:ext cx="2542918" cy="2653166"/>
          </a:xfrm>
          <a:prstGeom prst="rect">
            <a:avLst/>
          </a:prstGeom>
          <a:noFill/>
          <a:ln cap="flat" cmpd="sng" w="8975">
            <a:solidFill>
              <a:schemeClr val="dk1"/>
            </a:solidFill>
            <a:prstDash val="solid"/>
            <a:round/>
            <a:headEnd len="sm" w="sm" type="none"/>
            <a:tailEnd len="sm" w="sm" type="none"/>
          </a:ln>
        </p:spPr>
      </p:pic>
      <p:pic>
        <p:nvPicPr>
          <p:cNvPr id="1114" name="Google Shape;1114;p97" title="Screenshot 2026-10-22 at 6.16.34 PM.png"/>
          <p:cNvPicPr preferRelativeResize="0"/>
          <p:nvPr/>
        </p:nvPicPr>
        <p:blipFill>
          <a:blip r:embed="rId5">
            <a:alphaModFix/>
          </a:blip>
          <a:stretch>
            <a:fillRect/>
          </a:stretch>
        </p:blipFill>
        <p:spPr>
          <a:xfrm>
            <a:off x="616300" y="1433926"/>
            <a:ext cx="2144299" cy="2113775"/>
          </a:xfrm>
          <a:prstGeom prst="rect">
            <a:avLst/>
          </a:prstGeom>
          <a:noFill/>
          <a:ln cap="flat" cmpd="sng" w="8975">
            <a:solidFill>
              <a:schemeClr val="dk1"/>
            </a:solidFill>
            <a:prstDash val="solid"/>
            <a:round/>
            <a:headEnd len="sm" w="sm" type="none"/>
            <a:tailEnd len="sm" w="sm" type="none"/>
          </a:ln>
        </p:spPr>
      </p:pic>
      <p:pic>
        <p:nvPicPr>
          <p:cNvPr id="1115" name="Google Shape;1115;p97" title="Screenshot 2026-10-22 at 6.16.17 PM.png"/>
          <p:cNvPicPr preferRelativeResize="0"/>
          <p:nvPr/>
        </p:nvPicPr>
        <p:blipFill>
          <a:blip r:embed="rId6">
            <a:alphaModFix/>
          </a:blip>
          <a:stretch>
            <a:fillRect/>
          </a:stretch>
        </p:blipFill>
        <p:spPr>
          <a:xfrm>
            <a:off x="3312421" y="3384421"/>
            <a:ext cx="1800616" cy="1795375"/>
          </a:xfrm>
          <a:prstGeom prst="rect">
            <a:avLst/>
          </a:prstGeom>
          <a:noFill/>
          <a:ln cap="flat" cmpd="sng" w="8600">
            <a:solidFill>
              <a:schemeClr val="dk1"/>
            </a:solidFill>
            <a:prstDash val="solid"/>
            <a:round/>
            <a:headEnd len="sm" w="sm" type="none"/>
            <a:tailEnd len="sm" w="sm" type="none"/>
          </a:ln>
        </p:spPr>
      </p:pic>
      <p:sp>
        <p:nvSpPr>
          <p:cNvPr id="1116" name="Google Shape;1116;p97"/>
          <p:cNvSpPr txBox="1"/>
          <p:nvPr>
            <p:ph type="title"/>
          </p:nvPr>
        </p:nvSpPr>
        <p:spPr>
          <a:xfrm>
            <a:off x="503825" y="95827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Phone</a:t>
            </a:r>
            <a:endParaRPr sz="1400"/>
          </a:p>
        </p:txBody>
      </p:sp>
      <p:sp>
        <p:nvSpPr>
          <p:cNvPr id="1117" name="Google Shape;1117;p97"/>
          <p:cNvSpPr txBox="1"/>
          <p:nvPr>
            <p:ph type="title"/>
          </p:nvPr>
        </p:nvSpPr>
        <p:spPr>
          <a:xfrm>
            <a:off x="503825" y="652200"/>
            <a:ext cx="5455800" cy="30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Lexend Mega"/>
                <a:ea typeface="Lexend Mega"/>
                <a:cs typeface="Lexend Mega"/>
                <a:sym typeface="Lexend Mega"/>
              </a:rPr>
              <a:t>TOP REALIZATION 2</a:t>
            </a:r>
            <a:endParaRPr sz="1100">
              <a:latin typeface="Lexend Mega"/>
              <a:ea typeface="Lexend Mega"/>
              <a:cs typeface="Lexend Mega"/>
              <a:sym typeface="Lexend Mega"/>
            </a:endParaRPr>
          </a:p>
          <a:p>
            <a:pPr indent="0" lvl="0" marL="0" rtl="0" algn="l">
              <a:spcBef>
                <a:spcPts val="0"/>
              </a:spcBef>
              <a:spcAft>
                <a:spcPts val="0"/>
              </a:spcAft>
              <a:buNone/>
            </a:pPr>
            <a:r>
              <a:t/>
            </a:r>
            <a:endParaRPr sz="1100">
              <a:latin typeface="Lexend Mega"/>
              <a:ea typeface="Lexend Mega"/>
              <a:cs typeface="Lexend Mega"/>
              <a:sym typeface="Lexend Meg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21" name="Shape 1121"/>
        <p:cNvGrpSpPr/>
        <p:nvPr/>
      </p:nvGrpSpPr>
      <p:grpSpPr>
        <a:xfrm>
          <a:off x="0" y="0"/>
          <a:ext cx="0" cy="0"/>
          <a:chOff x="0" y="0"/>
          <a:chExt cx="0" cy="0"/>
        </a:xfrm>
      </p:grpSpPr>
      <p:sp>
        <p:nvSpPr>
          <p:cNvPr id="1122" name="Google Shape;1122;p98"/>
          <p:cNvSpPr txBox="1"/>
          <p:nvPr>
            <p:ph type="title"/>
          </p:nvPr>
        </p:nvSpPr>
        <p:spPr>
          <a:xfrm>
            <a:off x="635000"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SMART WATCH VS. PHONE</a:t>
            </a:r>
            <a:endParaRPr/>
          </a:p>
        </p:txBody>
      </p:sp>
      <p:sp>
        <p:nvSpPr>
          <p:cNvPr id="1123" name="Google Shape;1123;p98"/>
          <p:cNvSpPr txBox="1"/>
          <p:nvPr/>
        </p:nvSpPr>
        <p:spPr>
          <a:xfrm>
            <a:off x="723900" y="1168400"/>
            <a:ext cx="24891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6B6B6B"/>
                </a:solidFill>
                <a:latin typeface="Lexend"/>
                <a:ea typeface="Lexend"/>
                <a:cs typeface="Lexend"/>
                <a:sym typeface="Lexend"/>
              </a:rPr>
              <a:t>What etch needs</a:t>
            </a:r>
            <a:endParaRPr b="1" sz="1100">
              <a:solidFill>
                <a:srgbClr val="6B6B6B"/>
              </a:solidFill>
              <a:latin typeface="Lexend"/>
              <a:ea typeface="Lexend"/>
              <a:cs typeface="Lexend"/>
              <a:sym typeface="Lexend"/>
            </a:endParaRPr>
          </a:p>
        </p:txBody>
      </p:sp>
      <p:sp>
        <p:nvSpPr>
          <p:cNvPr id="1124" name="Google Shape;1124;p98"/>
          <p:cNvSpPr txBox="1"/>
          <p:nvPr/>
        </p:nvSpPr>
        <p:spPr>
          <a:xfrm>
            <a:off x="3340100" y="1168400"/>
            <a:ext cx="2489100" cy="25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Lexend"/>
                <a:ea typeface="Lexend"/>
                <a:cs typeface="Lexend"/>
                <a:sym typeface="Lexend"/>
              </a:rPr>
              <a:t>Smart Watch</a:t>
            </a:r>
            <a:endParaRPr b="1" sz="1200">
              <a:solidFill>
                <a:schemeClr val="dk1"/>
              </a:solidFill>
              <a:latin typeface="Lexend"/>
              <a:ea typeface="Lexend"/>
              <a:cs typeface="Lexend"/>
              <a:sym typeface="Lexend"/>
            </a:endParaRPr>
          </a:p>
        </p:txBody>
      </p:sp>
      <p:sp>
        <p:nvSpPr>
          <p:cNvPr id="1125" name="Google Shape;1125;p98"/>
          <p:cNvSpPr txBox="1"/>
          <p:nvPr/>
        </p:nvSpPr>
        <p:spPr>
          <a:xfrm>
            <a:off x="5930900" y="1168400"/>
            <a:ext cx="2489100" cy="25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Lexend"/>
                <a:ea typeface="Lexend"/>
                <a:cs typeface="Lexend"/>
                <a:sym typeface="Lexend"/>
              </a:rPr>
              <a:t>Phone</a:t>
            </a:r>
            <a:endParaRPr b="1" sz="1200">
              <a:solidFill>
                <a:schemeClr val="dk1"/>
              </a:solidFill>
              <a:latin typeface="Lexend"/>
              <a:ea typeface="Lexend"/>
              <a:cs typeface="Lexend"/>
              <a:sym typeface="Lexend"/>
            </a:endParaRPr>
          </a:p>
        </p:txBody>
      </p:sp>
      <p:sp>
        <p:nvSpPr>
          <p:cNvPr id="1126" name="Google Shape;1126;p98"/>
          <p:cNvSpPr txBox="1"/>
          <p:nvPr/>
        </p:nvSpPr>
        <p:spPr>
          <a:xfrm>
            <a:off x="723900" y="1498600"/>
            <a:ext cx="2489100" cy="558900"/>
          </a:xfrm>
          <a:prstGeom prst="rect">
            <a:avLst/>
          </a:prstGeom>
          <a:noFill/>
          <a:ln>
            <a:noFill/>
          </a:ln>
        </p:spPr>
        <p:txBody>
          <a:bodyPr anchorCtr="0" anchor="ctr" bIns="91425" lIns="91425" spcFirstLastPara="1" rIns="91425" wrap="square" tIns="91425">
            <a:noAutofit/>
          </a:bodyPr>
          <a:lstStyle/>
          <a:p>
            <a:pPr indent="0" lvl="0" marL="0" rtl="0" algn="l">
              <a:lnSpc>
                <a:spcPct val="105000"/>
              </a:lnSpc>
              <a:spcBef>
                <a:spcPts val="0"/>
              </a:spcBef>
              <a:spcAft>
                <a:spcPts val="0"/>
              </a:spcAft>
              <a:buNone/>
            </a:pPr>
            <a:r>
              <a:rPr b="1" lang="en" sz="1200">
                <a:solidFill>
                  <a:srgbClr val="212121"/>
                </a:solidFill>
                <a:latin typeface="Lexend"/>
                <a:ea typeface="Lexend"/>
                <a:cs typeface="Lexend"/>
                <a:sym typeface="Lexend"/>
              </a:rPr>
              <a:t>Easy to start</a:t>
            </a:r>
            <a:endParaRPr i="1" sz="950">
              <a:solidFill>
                <a:srgbClr val="6B6B6B"/>
              </a:solidFill>
              <a:latin typeface="Lexend"/>
              <a:ea typeface="Lexend"/>
              <a:cs typeface="Lexend"/>
              <a:sym typeface="Lexend"/>
            </a:endParaRPr>
          </a:p>
        </p:txBody>
      </p:sp>
      <p:sp>
        <p:nvSpPr>
          <p:cNvPr id="1127" name="Google Shape;1127;p98"/>
          <p:cNvSpPr/>
          <p:nvPr/>
        </p:nvSpPr>
        <p:spPr>
          <a:xfrm>
            <a:off x="3340100" y="1498600"/>
            <a:ext cx="2489100" cy="558900"/>
          </a:xfrm>
          <a:prstGeom prst="roundRect">
            <a:avLst>
              <a:gd fmla="val 16667" name="adj"/>
            </a:avLst>
          </a:prstGeom>
          <a:solidFill>
            <a:srgbClr val="FFFFFF"/>
          </a:solidFill>
          <a:ln cap="flat" cmpd="sng" w="1905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Lexend"/>
                <a:ea typeface="Lexend"/>
                <a:cs typeface="Lexend"/>
                <a:sym typeface="Lexend"/>
              </a:rPr>
              <a:t>Separate from the supplies</a:t>
            </a:r>
            <a:endParaRPr sz="1100">
              <a:latin typeface="Lexend"/>
              <a:ea typeface="Lexend"/>
              <a:cs typeface="Lexend"/>
              <a:sym typeface="Lexend"/>
            </a:endParaRPr>
          </a:p>
        </p:txBody>
      </p:sp>
      <p:sp>
        <p:nvSpPr>
          <p:cNvPr id="1128" name="Google Shape;1128;p98"/>
          <p:cNvSpPr/>
          <p:nvPr/>
        </p:nvSpPr>
        <p:spPr>
          <a:xfrm>
            <a:off x="5930900" y="1498600"/>
            <a:ext cx="2489100" cy="558900"/>
          </a:xfrm>
          <a:prstGeom prst="roundRect">
            <a:avLst>
              <a:gd fmla="val 16667" name="adj"/>
            </a:avLst>
          </a:prstGeom>
          <a:solidFill>
            <a:srgbClr val="C4FF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latin typeface="Lexend"/>
                <a:ea typeface="Lexend"/>
                <a:cs typeface="Lexend"/>
                <a:sym typeface="Lexend"/>
              </a:rPr>
              <a:t>The case holds the supplies</a:t>
            </a:r>
            <a:endParaRPr b="1" sz="1100">
              <a:latin typeface="Lexend"/>
              <a:ea typeface="Lexend"/>
              <a:cs typeface="Lexend"/>
              <a:sym typeface="Lexend"/>
            </a:endParaRPr>
          </a:p>
        </p:txBody>
      </p:sp>
      <p:sp>
        <p:nvSpPr>
          <p:cNvPr id="1129" name="Google Shape;1129;p98"/>
          <p:cNvSpPr txBox="1"/>
          <p:nvPr/>
        </p:nvSpPr>
        <p:spPr>
          <a:xfrm>
            <a:off x="723900" y="2133600"/>
            <a:ext cx="2489100" cy="558900"/>
          </a:xfrm>
          <a:prstGeom prst="rect">
            <a:avLst/>
          </a:prstGeom>
          <a:noFill/>
          <a:ln>
            <a:noFill/>
          </a:ln>
        </p:spPr>
        <p:txBody>
          <a:bodyPr anchorCtr="0" anchor="ctr" bIns="91425" lIns="91425" spcFirstLastPara="1" rIns="91425" wrap="square" tIns="91425">
            <a:noAutofit/>
          </a:bodyPr>
          <a:lstStyle/>
          <a:p>
            <a:pPr indent="0" lvl="0" marL="0" rtl="0" algn="l">
              <a:lnSpc>
                <a:spcPct val="105000"/>
              </a:lnSpc>
              <a:spcBef>
                <a:spcPts val="0"/>
              </a:spcBef>
              <a:spcAft>
                <a:spcPts val="0"/>
              </a:spcAft>
              <a:buNone/>
            </a:pPr>
            <a:r>
              <a:rPr b="1" lang="en" sz="1200">
                <a:solidFill>
                  <a:srgbClr val="212121"/>
                </a:solidFill>
                <a:latin typeface="Lexend"/>
                <a:ea typeface="Lexend"/>
                <a:cs typeface="Lexend"/>
                <a:sym typeface="Lexend"/>
              </a:rPr>
              <a:t>Eyes on surroundings</a:t>
            </a:r>
            <a:endParaRPr i="1" sz="950">
              <a:solidFill>
                <a:srgbClr val="6B6B6B"/>
              </a:solidFill>
              <a:latin typeface="Lexend"/>
              <a:ea typeface="Lexend"/>
              <a:cs typeface="Lexend"/>
              <a:sym typeface="Lexend"/>
            </a:endParaRPr>
          </a:p>
        </p:txBody>
      </p:sp>
      <p:sp>
        <p:nvSpPr>
          <p:cNvPr id="1130" name="Google Shape;1130;p98"/>
          <p:cNvSpPr/>
          <p:nvPr/>
        </p:nvSpPr>
        <p:spPr>
          <a:xfrm>
            <a:off x="3340100" y="2133600"/>
            <a:ext cx="2489100" cy="558900"/>
          </a:xfrm>
          <a:prstGeom prst="roundRect">
            <a:avLst>
              <a:gd fmla="val 16667" name="adj"/>
            </a:avLst>
          </a:prstGeom>
          <a:solidFill>
            <a:srgbClr val="C4FF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latin typeface="Lexend"/>
                <a:ea typeface="Lexend"/>
                <a:cs typeface="Lexend"/>
                <a:sym typeface="Lexend"/>
              </a:rPr>
              <a:t>Haptic turns, no screen</a:t>
            </a:r>
            <a:endParaRPr b="1" sz="1100">
              <a:latin typeface="Lexend"/>
              <a:ea typeface="Lexend"/>
              <a:cs typeface="Lexend"/>
              <a:sym typeface="Lexend"/>
            </a:endParaRPr>
          </a:p>
        </p:txBody>
      </p:sp>
      <p:sp>
        <p:nvSpPr>
          <p:cNvPr id="1131" name="Google Shape;1131;p98"/>
          <p:cNvSpPr/>
          <p:nvPr/>
        </p:nvSpPr>
        <p:spPr>
          <a:xfrm>
            <a:off x="5930900" y="2133600"/>
            <a:ext cx="2489100" cy="558900"/>
          </a:xfrm>
          <a:prstGeom prst="roundRect">
            <a:avLst>
              <a:gd fmla="val 16667" name="adj"/>
            </a:avLst>
          </a:prstGeom>
          <a:solidFill>
            <a:srgbClr val="FFFFFF"/>
          </a:solidFill>
          <a:ln cap="flat" cmpd="sng" w="1905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Lexend"/>
                <a:ea typeface="Lexend"/>
                <a:cs typeface="Lexend"/>
                <a:sym typeface="Lexend"/>
              </a:rPr>
              <a:t>A map pulls attention</a:t>
            </a:r>
            <a:endParaRPr sz="1100">
              <a:latin typeface="Lexend"/>
              <a:ea typeface="Lexend"/>
              <a:cs typeface="Lexend"/>
              <a:sym typeface="Lexend"/>
            </a:endParaRPr>
          </a:p>
        </p:txBody>
      </p:sp>
      <p:sp>
        <p:nvSpPr>
          <p:cNvPr id="1132" name="Google Shape;1132;p98"/>
          <p:cNvSpPr txBox="1"/>
          <p:nvPr/>
        </p:nvSpPr>
        <p:spPr>
          <a:xfrm>
            <a:off x="723900" y="2768600"/>
            <a:ext cx="2489100" cy="558900"/>
          </a:xfrm>
          <a:prstGeom prst="rect">
            <a:avLst/>
          </a:prstGeom>
          <a:noFill/>
          <a:ln>
            <a:noFill/>
          </a:ln>
        </p:spPr>
        <p:txBody>
          <a:bodyPr anchorCtr="0" anchor="ctr" bIns="91425" lIns="91425" spcFirstLastPara="1" rIns="91425" wrap="square" tIns="91425">
            <a:noAutofit/>
          </a:bodyPr>
          <a:lstStyle/>
          <a:p>
            <a:pPr indent="0" lvl="0" marL="0" rtl="0" algn="l">
              <a:lnSpc>
                <a:spcPct val="105000"/>
              </a:lnSpc>
              <a:spcBef>
                <a:spcPts val="0"/>
              </a:spcBef>
              <a:spcAft>
                <a:spcPts val="0"/>
              </a:spcAft>
              <a:buNone/>
            </a:pPr>
            <a:r>
              <a:rPr b="1" lang="en" sz="1200">
                <a:solidFill>
                  <a:srgbClr val="212121"/>
                </a:solidFill>
                <a:latin typeface="Lexend"/>
                <a:ea typeface="Lexend"/>
                <a:cs typeface="Lexend"/>
                <a:sym typeface="Lexend"/>
              </a:rPr>
              <a:t>Capture your piece</a:t>
            </a:r>
            <a:endParaRPr i="1" sz="950">
              <a:solidFill>
                <a:srgbClr val="6B6B6B"/>
              </a:solidFill>
              <a:latin typeface="Lexend"/>
              <a:ea typeface="Lexend"/>
              <a:cs typeface="Lexend"/>
              <a:sym typeface="Lexend"/>
            </a:endParaRPr>
          </a:p>
        </p:txBody>
      </p:sp>
      <p:sp>
        <p:nvSpPr>
          <p:cNvPr id="1133" name="Google Shape;1133;p98"/>
          <p:cNvSpPr/>
          <p:nvPr/>
        </p:nvSpPr>
        <p:spPr>
          <a:xfrm>
            <a:off x="3340100" y="2768600"/>
            <a:ext cx="2489100" cy="558900"/>
          </a:xfrm>
          <a:prstGeom prst="roundRect">
            <a:avLst>
              <a:gd fmla="val 16667" name="adj"/>
            </a:avLst>
          </a:prstGeom>
          <a:solidFill>
            <a:srgbClr val="FFFFFF"/>
          </a:solidFill>
          <a:ln cap="flat" cmpd="sng" w="1905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Lexend"/>
                <a:ea typeface="Lexend"/>
                <a:cs typeface="Lexend"/>
                <a:sym typeface="Lexend"/>
              </a:rPr>
              <a:t>No camera</a:t>
            </a:r>
            <a:endParaRPr sz="1100">
              <a:latin typeface="Lexend"/>
              <a:ea typeface="Lexend"/>
              <a:cs typeface="Lexend"/>
              <a:sym typeface="Lexend"/>
            </a:endParaRPr>
          </a:p>
        </p:txBody>
      </p:sp>
      <p:sp>
        <p:nvSpPr>
          <p:cNvPr id="1134" name="Google Shape;1134;p98"/>
          <p:cNvSpPr/>
          <p:nvPr/>
        </p:nvSpPr>
        <p:spPr>
          <a:xfrm>
            <a:off x="5930900" y="2768600"/>
            <a:ext cx="2489100" cy="558900"/>
          </a:xfrm>
          <a:prstGeom prst="roundRect">
            <a:avLst>
              <a:gd fmla="val 16667" name="adj"/>
            </a:avLst>
          </a:prstGeom>
          <a:solidFill>
            <a:srgbClr val="C4FF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latin typeface="Lexend"/>
                <a:ea typeface="Lexend"/>
                <a:cs typeface="Lexend"/>
                <a:sym typeface="Lexend"/>
              </a:rPr>
              <a:t>Built-in camera</a:t>
            </a:r>
            <a:endParaRPr b="1" sz="1100">
              <a:latin typeface="Lexend"/>
              <a:ea typeface="Lexend"/>
              <a:cs typeface="Lexend"/>
              <a:sym typeface="Lexend"/>
            </a:endParaRPr>
          </a:p>
        </p:txBody>
      </p:sp>
      <p:sp>
        <p:nvSpPr>
          <p:cNvPr id="1135" name="Google Shape;1135;p98"/>
          <p:cNvSpPr txBox="1"/>
          <p:nvPr/>
        </p:nvSpPr>
        <p:spPr>
          <a:xfrm>
            <a:off x="723900" y="3403600"/>
            <a:ext cx="2489100" cy="558900"/>
          </a:xfrm>
          <a:prstGeom prst="rect">
            <a:avLst/>
          </a:prstGeom>
          <a:noFill/>
          <a:ln>
            <a:noFill/>
          </a:ln>
        </p:spPr>
        <p:txBody>
          <a:bodyPr anchorCtr="0" anchor="ctr" bIns="91425" lIns="91425" spcFirstLastPara="1" rIns="91425" wrap="square" tIns="91425">
            <a:noAutofit/>
          </a:bodyPr>
          <a:lstStyle/>
          <a:p>
            <a:pPr indent="0" lvl="0" marL="0" rtl="0" algn="l">
              <a:lnSpc>
                <a:spcPct val="105000"/>
              </a:lnSpc>
              <a:spcBef>
                <a:spcPts val="0"/>
              </a:spcBef>
              <a:spcAft>
                <a:spcPts val="0"/>
              </a:spcAft>
              <a:buNone/>
            </a:pPr>
            <a:r>
              <a:rPr b="1" lang="en" sz="1200">
                <a:solidFill>
                  <a:srgbClr val="212121"/>
                </a:solidFill>
                <a:latin typeface="Lexend"/>
                <a:ea typeface="Lexend"/>
                <a:cs typeface="Lexend"/>
                <a:sym typeface="Lexend"/>
              </a:rPr>
              <a:t>Revisit past work</a:t>
            </a:r>
            <a:endParaRPr i="1" sz="950">
              <a:solidFill>
                <a:srgbClr val="6B6B6B"/>
              </a:solidFill>
              <a:latin typeface="Lexend"/>
              <a:ea typeface="Lexend"/>
              <a:cs typeface="Lexend"/>
              <a:sym typeface="Lexend"/>
            </a:endParaRPr>
          </a:p>
        </p:txBody>
      </p:sp>
      <p:sp>
        <p:nvSpPr>
          <p:cNvPr id="1136" name="Google Shape;1136;p98"/>
          <p:cNvSpPr/>
          <p:nvPr/>
        </p:nvSpPr>
        <p:spPr>
          <a:xfrm>
            <a:off x="3340100" y="3403600"/>
            <a:ext cx="2489100" cy="558900"/>
          </a:xfrm>
          <a:prstGeom prst="roundRect">
            <a:avLst>
              <a:gd fmla="val 16667" name="adj"/>
            </a:avLst>
          </a:prstGeom>
          <a:solidFill>
            <a:srgbClr val="FFFFFF"/>
          </a:solidFill>
          <a:ln cap="flat" cmpd="sng" w="1905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Lexend"/>
                <a:ea typeface="Lexend"/>
                <a:cs typeface="Lexend"/>
                <a:sym typeface="Lexend"/>
              </a:rPr>
              <a:t>Too small to browse</a:t>
            </a:r>
            <a:endParaRPr sz="1100">
              <a:latin typeface="Lexend"/>
              <a:ea typeface="Lexend"/>
              <a:cs typeface="Lexend"/>
              <a:sym typeface="Lexend"/>
            </a:endParaRPr>
          </a:p>
        </p:txBody>
      </p:sp>
      <p:sp>
        <p:nvSpPr>
          <p:cNvPr id="1137" name="Google Shape;1137;p98"/>
          <p:cNvSpPr/>
          <p:nvPr/>
        </p:nvSpPr>
        <p:spPr>
          <a:xfrm>
            <a:off x="5930900" y="3403600"/>
            <a:ext cx="2489100" cy="558900"/>
          </a:xfrm>
          <a:prstGeom prst="roundRect">
            <a:avLst>
              <a:gd fmla="val 16667" name="adj"/>
            </a:avLst>
          </a:prstGeom>
          <a:solidFill>
            <a:srgbClr val="C4FF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latin typeface="Lexend"/>
                <a:ea typeface="Lexend"/>
                <a:cs typeface="Lexend"/>
                <a:sym typeface="Lexend"/>
              </a:rPr>
              <a:t>Gallery and reflections</a:t>
            </a:r>
            <a:endParaRPr b="1" sz="1100">
              <a:latin typeface="Lexend"/>
              <a:ea typeface="Lexend"/>
              <a:cs typeface="Lexend"/>
              <a:sym typeface="Lexend"/>
            </a:endParaRPr>
          </a:p>
        </p:txBody>
      </p:sp>
      <p:sp>
        <p:nvSpPr>
          <p:cNvPr id="1138" name="Google Shape;1138;p98"/>
          <p:cNvSpPr txBox="1"/>
          <p:nvPr/>
        </p:nvSpPr>
        <p:spPr>
          <a:xfrm>
            <a:off x="723900" y="4038600"/>
            <a:ext cx="2489100" cy="558900"/>
          </a:xfrm>
          <a:prstGeom prst="rect">
            <a:avLst/>
          </a:prstGeom>
          <a:noFill/>
          <a:ln>
            <a:noFill/>
          </a:ln>
        </p:spPr>
        <p:txBody>
          <a:bodyPr anchorCtr="0" anchor="ctr" bIns="91425" lIns="91425" spcFirstLastPara="1" rIns="91425" wrap="square" tIns="91425">
            <a:noAutofit/>
          </a:bodyPr>
          <a:lstStyle/>
          <a:p>
            <a:pPr indent="0" lvl="0" marL="0" rtl="0" algn="l">
              <a:lnSpc>
                <a:spcPct val="105000"/>
              </a:lnSpc>
              <a:spcBef>
                <a:spcPts val="0"/>
              </a:spcBef>
              <a:spcAft>
                <a:spcPts val="0"/>
              </a:spcAft>
              <a:buNone/>
            </a:pPr>
            <a:r>
              <a:rPr b="1" lang="en" sz="1200">
                <a:solidFill>
                  <a:srgbClr val="212121"/>
                </a:solidFill>
                <a:latin typeface="Lexend"/>
                <a:ea typeface="Lexend"/>
                <a:cs typeface="Lexend"/>
                <a:sym typeface="Lexend"/>
              </a:rPr>
              <a:t>Process over result</a:t>
            </a:r>
            <a:endParaRPr i="1" sz="950">
              <a:solidFill>
                <a:srgbClr val="6B6B6B"/>
              </a:solidFill>
              <a:latin typeface="Lexend"/>
              <a:ea typeface="Lexend"/>
              <a:cs typeface="Lexend"/>
              <a:sym typeface="Lexend"/>
            </a:endParaRPr>
          </a:p>
        </p:txBody>
      </p:sp>
      <p:sp>
        <p:nvSpPr>
          <p:cNvPr id="1139" name="Google Shape;1139;p98"/>
          <p:cNvSpPr/>
          <p:nvPr/>
        </p:nvSpPr>
        <p:spPr>
          <a:xfrm>
            <a:off x="3340100" y="4038600"/>
            <a:ext cx="2489100" cy="558900"/>
          </a:xfrm>
          <a:prstGeom prst="roundRect">
            <a:avLst>
              <a:gd fmla="val 16667" name="adj"/>
            </a:avLst>
          </a:prstGeom>
          <a:solidFill>
            <a:srgbClr val="C4FF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latin typeface="Lexend"/>
                <a:ea typeface="Lexend"/>
                <a:cs typeface="Lexend"/>
                <a:sym typeface="Lexend"/>
              </a:rPr>
              <a:t>Stays out of the way while you make</a:t>
            </a:r>
            <a:endParaRPr b="1" sz="1100">
              <a:latin typeface="Lexend"/>
              <a:ea typeface="Lexend"/>
              <a:cs typeface="Lexend"/>
              <a:sym typeface="Lexend"/>
            </a:endParaRPr>
          </a:p>
        </p:txBody>
      </p:sp>
      <p:sp>
        <p:nvSpPr>
          <p:cNvPr id="1140" name="Google Shape;1140;p98"/>
          <p:cNvSpPr/>
          <p:nvPr/>
        </p:nvSpPr>
        <p:spPr>
          <a:xfrm>
            <a:off x="5930900" y="4038600"/>
            <a:ext cx="2489100" cy="558900"/>
          </a:xfrm>
          <a:prstGeom prst="roundRect">
            <a:avLst>
              <a:gd fmla="val 16667" name="adj"/>
            </a:avLst>
          </a:prstGeom>
          <a:solidFill>
            <a:srgbClr val="FFFFFF"/>
          </a:solidFill>
          <a:ln cap="flat" cmpd="sng" w="1905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Lexend"/>
                <a:ea typeface="Lexend"/>
                <a:cs typeface="Lexend"/>
                <a:sym typeface="Lexend"/>
              </a:rPr>
              <a:t>Camera pulls focus to the final photo</a:t>
            </a:r>
            <a:endParaRPr sz="1100">
              <a:latin typeface="Lexend"/>
              <a:ea typeface="Lexend"/>
              <a:cs typeface="Lexend"/>
              <a:sym typeface="Lexen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4" name="Shape 1144"/>
        <p:cNvGrpSpPr/>
        <p:nvPr/>
      </p:nvGrpSpPr>
      <p:grpSpPr>
        <a:xfrm>
          <a:off x="0" y="0"/>
          <a:ext cx="0" cy="0"/>
          <a:chOff x="0" y="0"/>
          <a:chExt cx="0" cy="0"/>
        </a:xfrm>
      </p:grpSpPr>
      <p:sp>
        <p:nvSpPr>
          <p:cNvPr id="1145" name="Google Shape;1145;p99"/>
          <p:cNvSpPr txBox="1"/>
          <p:nvPr>
            <p:ph type="title"/>
          </p:nvPr>
        </p:nvSpPr>
        <p:spPr>
          <a:xfrm>
            <a:off x="635000"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PHONE?</a:t>
            </a:r>
            <a:endParaRPr/>
          </a:p>
        </p:txBody>
      </p:sp>
      <p:sp>
        <p:nvSpPr>
          <p:cNvPr id="1146" name="Google Shape;1146;p99"/>
          <p:cNvSpPr txBox="1"/>
          <p:nvPr/>
        </p:nvSpPr>
        <p:spPr>
          <a:xfrm>
            <a:off x="673100" y="1168400"/>
            <a:ext cx="7746900" cy="660300"/>
          </a:xfrm>
          <a:prstGeom prst="rect">
            <a:avLst/>
          </a:prstGeom>
          <a:noFill/>
          <a:ln>
            <a:noFill/>
          </a:ln>
        </p:spPr>
        <p:txBody>
          <a:bodyPr anchorCtr="0" anchor="t" bIns="91425" lIns="91425" spcFirstLastPara="1" rIns="91425" wrap="square" tIns="91425">
            <a:noAutofit/>
          </a:bodyPr>
          <a:lstStyle/>
          <a:p>
            <a:pPr indent="0" lvl="0" marL="0" rtl="0" algn="l">
              <a:lnSpc>
                <a:spcPct val="118000"/>
              </a:lnSpc>
              <a:spcBef>
                <a:spcPts val="0"/>
              </a:spcBef>
              <a:spcAft>
                <a:spcPts val="0"/>
              </a:spcAft>
              <a:buNone/>
            </a:pPr>
            <a:r>
              <a:rPr lang="en" sz="1600">
                <a:solidFill>
                  <a:schemeClr val="dk1"/>
                </a:solidFill>
                <a:latin typeface="Lexend"/>
                <a:ea typeface="Lexend"/>
                <a:cs typeface="Lexend"/>
                <a:sym typeface="Lexend"/>
              </a:rPr>
              <a:t>The phone has the </a:t>
            </a:r>
            <a:r>
              <a:rPr lang="en" sz="1600">
                <a:solidFill>
                  <a:schemeClr val="dk1"/>
                </a:solidFill>
                <a:highlight>
                  <a:srgbClr val="FFDEA3"/>
                </a:highlight>
                <a:latin typeface="Lexend"/>
                <a:ea typeface="Lexend"/>
                <a:cs typeface="Lexend"/>
                <a:sym typeface="Lexend"/>
              </a:rPr>
              <a:t>hardware</a:t>
            </a:r>
            <a:r>
              <a:rPr lang="en" sz="1600">
                <a:solidFill>
                  <a:schemeClr val="dk1"/>
                </a:solidFill>
                <a:latin typeface="Lexend"/>
                <a:ea typeface="Lexend"/>
                <a:cs typeface="Lexend"/>
                <a:sym typeface="Lexend"/>
              </a:rPr>
              <a:t> etch needs. The watch's strengths were </a:t>
            </a:r>
            <a:r>
              <a:rPr lang="en" sz="1600">
                <a:solidFill>
                  <a:schemeClr val="dk1"/>
                </a:solidFill>
                <a:highlight>
                  <a:srgbClr val="B8E3FF"/>
                </a:highlight>
                <a:latin typeface="Lexend"/>
                <a:ea typeface="Lexend"/>
                <a:cs typeface="Lexend"/>
                <a:sym typeface="Lexend"/>
              </a:rPr>
              <a:t>design choices</a:t>
            </a:r>
            <a:r>
              <a:rPr lang="en" sz="1600">
                <a:solidFill>
                  <a:schemeClr val="dk1"/>
                </a:solidFill>
                <a:latin typeface="Lexend"/>
                <a:ea typeface="Lexend"/>
                <a:cs typeface="Lexend"/>
                <a:sym typeface="Lexend"/>
              </a:rPr>
              <a:t> we could keep.</a:t>
            </a:r>
            <a:endParaRPr sz="1600">
              <a:solidFill>
                <a:schemeClr val="dk1"/>
              </a:solidFill>
              <a:latin typeface="Lexend"/>
              <a:ea typeface="Lexend"/>
              <a:cs typeface="Lexend"/>
              <a:sym typeface="Lexend"/>
            </a:endParaRPr>
          </a:p>
        </p:txBody>
      </p:sp>
      <p:sp>
        <p:nvSpPr>
          <p:cNvPr id="1147" name="Google Shape;1147;p99"/>
          <p:cNvSpPr/>
          <p:nvPr/>
        </p:nvSpPr>
        <p:spPr>
          <a:xfrm>
            <a:off x="774700" y="2540000"/>
            <a:ext cx="1219200" cy="1219200"/>
          </a:xfrm>
          <a:prstGeom prst="ellipse">
            <a:avLst/>
          </a:prstGeom>
          <a:solidFill>
            <a:srgbClr val="FFDEA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50">
                <a:latin typeface="Lexend"/>
                <a:ea typeface="Lexend"/>
                <a:cs typeface="Lexend"/>
                <a:sym typeface="Lexend"/>
              </a:rPr>
              <a:t>Camera</a:t>
            </a:r>
            <a:endParaRPr b="1" sz="1250">
              <a:latin typeface="Lexend"/>
              <a:ea typeface="Lexend"/>
              <a:cs typeface="Lexend"/>
              <a:sym typeface="Lexend"/>
            </a:endParaRPr>
          </a:p>
        </p:txBody>
      </p:sp>
      <p:sp>
        <p:nvSpPr>
          <p:cNvPr id="1148" name="Google Shape;1148;p99"/>
          <p:cNvSpPr txBox="1"/>
          <p:nvPr/>
        </p:nvSpPr>
        <p:spPr>
          <a:xfrm>
            <a:off x="673100" y="3886200"/>
            <a:ext cx="1422300" cy="3810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en" sz="950">
                <a:solidFill>
                  <a:srgbClr val="6B6B6B"/>
                </a:solidFill>
                <a:latin typeface="Lexend"/>
                <a:ea typeface="Lexend"/>
                <a:cs typeface="Lexend"/>
                <a:sym typeface="Lexend"/>
              </a:rPr>
              <a:t>Capture each piece</a:t>
            </a:r>
            <a:endParaRPr sz="950">
              <a:solidFill>
                <a:srgbClr val="6B6B6B"/>
              </a:solidFill>
              <a:latin typeface="Lexend"/>
              <a:ea typeface="Lexend"/>
              <a:cs typeface="Lexend"/>
              <a:sym typeface="Lexend"/>
            </a:endParaRPr>
          </a:p>
        </p:txBody>
      </p:sp>
      <p:sp>
        <p:nvSpPr>
          <p:cNvPr id="1149" name="Google Shape;1149;p99"/>
          <p:cNvSpPr/>
          <p:nvPr/>
        </p:nvSpPr>
        <p:spPr>
          <a:xfrm>
            <a:off x="2095500" y="2540000"/>
            <a:ext cx="1219200" cy="1219200"/>
          </a:xfrm>
          <a:prstGeom prst="ellipse">
            <a:avLst/>
          </a:prstGeom>
          <a:solidFill>
            <a:srgbClr val="FFDEA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50">
                <a:latin typeface="Lexend"/>
                <a:ea typeface="Lexend"/>
                <a:cs typeface="Lexend"/>
                <a:sym typeface="Lexend"/>
              </a:rPr>
              <a:t>Big screen</a:t>
            </a:r>
            <a:endParaRPr b="1" sz="1250">
              <a:latin typeface="Lexend"/>
              <a:ea typeface="Lexend"/>
              <a:cs typeface="Lexend"/>
              <a:sym typeface="Lexend"/>
            </a:endParaRPr>
          </a:p>
        </p:txBody>
      </p:sp>
      <p:sp>
        <p:nvSpPr>
          <p:cNvPr id="1150" name="Google Shape;1150;p99"/>
          <p:cNvSpPr txBox="1"/>
          <p:nvPr/>
        </p:nvSpPr>
        <p:spPr>
          <a:xfrm>
            <a:off x="1993900" y="3886200"/>
            <a:ext cx="1422300" cy="3810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en" sz="950">
                <a:solidFill>
                  <a:srgbClr val="6B6B6B"/>
                </a:solidFill>
                <a:latin typeface="Lexend"/>
                <a:ea typeface="Lexend"/>
                <a:cs typeface="Lexend"/>
                <a:sym typeface="Lexend"/>
              </a:rPr>
              <a:t>Look back on past work</a:t>
            </a:r>
            <a:endParaRPr sz="950">
              <a:solidFill>
                <a:srgbClr val="6B6B6B"/>
              </a:solidFill>
              <a:latin typeface="Lexend"/>
              <a:ea typeface="Lexend"/>
              <a:cs typeface="Lexend"/>
              <a:sym typeface="Lexend"/>
            </a:endParaRPr>
          </a:p>
        </p:txBody>
      </p:sp>
      <p:sp>
        <p:nvSpPr>
          <p:cNvPr id="1151" name="Google Shape;1151;p99"/>
          <p:cNvSpPr/>
          <p:nvPr/>
        </p:nvSpPr>
        <p:spPr>
          <a:xfrm>
            <a:off x="3416300" y="2540000"/>
            <a:ext cx="1219200" cy="1219200"/>
          </a:xfrm>
          <a:prstGeom prst="ellipse">
            <a:avLst/>
          </a:prstGeom>
          <a:solidFill>
            <a:srgbClr val="FFDEA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50">
                <a:latin typeface="Lexend"/>
                <a:ea typeface="Lexend"/>
                <a:cs typeface="Lexend"/>
                <a:sym typeface="Lexend"/>
              </a:rPr>
              <a:t>In hand</a:t>
            </a:r>
            <a:endParaRPr b="1" sz="1250">
              <a:latin typeface="Lexend"/>
              <a:ea typeface="Lexend"/>
              <a:cs typeface="Lexend"/>
              <a:sym typeface="Lexend"/>
            </a:endParaRPr>
          </a:p>
        </p:txBody>
      </p:sp>
      <p:sp>
        <p:nvSpPr>
          <p:cNvPr id="1152" name="Google Shape;1152;p99"/>
          <p:cNvSpPr txBox="1"/>
          <p:nvPr/>
        </p:nvSpPr>
        <p:spPr>
          <a:xfrm>
            <a:off x="3314700" y="3886200"/>
            <a:ext cx="1422300" cy="5727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en" sz="950">
                <a:solidFill>
                  <a:srgbClr val="6B6B6B"/>
                </a:solidFill>
                <a:latin typeface="Lexend"/>
                <a:ea typeface="Lexend"/>
                <a:cs typeface="Lexend"/>
                <a:sym typeface="Lexend"/>
              </a:rPr>
              <a:t>Already common to hold when commuting</a:t>
            </a:r>
            <a:endParaRPr sz="950">
              <a:solidFill>
                <a:srgbClr val="6B6B6B"/>
              </a:solidFill>
              <a:latin typeface="Lexend"/>
              <a:ea typeface="Lexend"/>
              <a:cs typeface="Lexend"/>
              <a:sym typeface="Lexend"/>
            </a:endParaRPr>
          </a:p>
        </p:txBody>
      </p:sp>
      <p:sp>
        <p:nvSpPr>
          <p:cNvPr id="1153" name="Google Shape;1153;p99"/>
          <p:cNvSpPr txBox="1"/>
          <p:nvPr/>
        </p:nvSpPr>
        <p:spPr>
          <a:xfrm>
            <a:off x="4686300" y="2946400"/>
            <a:ext cx="431700" cy="406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rgbClr val="6B6B6B"/>
                </a:solidFill>
                <a:latin typeface="Lexend"/>
                <a:ea typeface="Lexend"/>
                <a:cs typeface="Lexend"/>
                <a:sym typeface="Lexend"/>
              </a:rPr>
              <a:t>+</a:t>
            </a:r>
            <a:endParaRPr b="1" sz="2000">
              <a:solidFill>
                <a:srgbClr val="6B6B6B"/>
              </a:solidFill>
              <a:latin typeface="Lexend"/>
              <a:ea typeface="Lexend"/>
              <a:cs typeface="Lexend"/>
              <a:sym typeface="Lexend"/>
            </a:endParaRPr>
          </a:p>
        </p:txBody>
      </p:sp>
      <p:sp>
        <p:nvSpPr>
          <p:cNvPr id="1154" name="Google Shape;1154;p99"/>
          <p:cNvSpPr/>
          <p:nvPr/>
        </p:nvSpPr>
        <p:spPr>
          <a:xfrm>
            <a:off x="5168900" y="2540000"/>
            <a:ext cx="1219200" cy="1219200"/>
          </a:xfrm>
          <a:prstGeom prst="ellipse">
            <a:avLst/>
          </a:prstGeom>
          <a:solidFill>
            <a:srgbClr val="B8E3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50">
                <a:latin typeface="Lexend"/>
                <a:ea typeface="Lexend"/>
                <a:cs typeface="Lexend"/>
                <a:sym typeface="Lexend"/>
              </a:rPr>
              <a:t>Watch's calm</a:t>
            </a:r>
            <a:endParaRPr b="1" sz="1250">
              <a:latin typeface="Lexend"/>
              <a:ea typeface="Lexend"/>
              <a:cs typeface="Lexend"/>
              <a:sym typeface="Lexend"/>
            </a:endParaRPr>
          </a:p>
        </p:txBody>
      </p:sp>
      <p:sp>
        <p:nvSpPr>
          <p:cNvPr id="1155" name="Google Shape;1155;p99"/>
          <p:cNvSpPr txBox="1"/>
          <p:nvPr/>
        </p:nvSpPr>
        <p:spPr>
          <a:xfrm>
            <a:off x="5067300" y="3886200"/>
            <a:ext cx="1422300" cy="3810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en" sz="950">
                <a:solidFill>
                  <a:srgbClr val="6B6B6B"/>
                </a:solidFill>
                <a:latin typeface="Lexend"/>
                <a:ea typeface="Lexend"/>
                <a:cs typeface="Lexend"/>
                <a:sym typeface="Lexend"/>
              </a:rPr>
              <a:t>Lock screen nudge, no map to follow</a:t>
            </a:r>
            <a:endParaRPr sz="950">
              <a:solidFill>
                <a:srgbClr val="6B6B6B"/>
              </a:solidFill>
              <a:latin typeface="Lexend"/>
              <a:ea typeface="Lexend"/>
              <a:cs typeface="Lexend"/>
              <a:sym typeface="Lexend"/>
            </a:endParaRPr>
          </a:p>
        </p:txBody>
      </p:sp>
      <p:sp>
        <p:nvSpPr>
          <p:cNvPr id="1156" name="Google Shape;1156;p99"/>
          <p:cNvSpPr txBox="1"/>
          <p:nvPr/>
        </p:nvSpPr>
        <p:spPr>
          <a:xfrm>
            <a:off x="6438900" y="2946400"/>
            <a:ext cx="431700" cy="406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rgbClr val="6B6B6B"/>
                </a:solidFill>
                <a:latin typeface="Lexend"/>
                <a:ea typeface="Lexend"/>
                <a:cs typeface="Lexend"/>
                <a:sym typeface="Lexend"/>
              </a:rPr>
              <a:t>=</a:t>
            </a:r>
            <a:endParaRPr b="1" sz="2000">
              <a:solidFill>
                <a:srgbClr val="6B6B6B"/>
              </a:solidFill>
              <a:latin typeface="Lexend"/>
              <a:ea typeface="Lexend"/>
              <a:cs typeface="Lexend"/>
              <a:sym typeface="Lexend"/>
            </a:endParaRPr>
          </a:p>
        </p:txBody>
      </p:sp>
      <p:sp>
        <p:nvSpPr>
          <p:cNvPr id="1157" name="Google Shape;1157;p99"/>
          <p:cNvSpPr/>
          <p:nvPr/>
        </p:nvSpPr>
        <p:spPr>
          <a:xfrm>
            <a:off x="6921500" y="2768600"/>
            <a:ext cx="1498500" cy="762000"/>
          </a:xfrm>
          <a:prstGeom prst="roundRect">
            <a:avLst>
              <a:gd fmla="val 16667" name="adj"/>
            </a:avLst>
          </a:prstGeom>
          <a:solidFill>
            <a:srgbClr val="21212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latin typeface="Lexend Mega"/>
                <a:ea typeface="Lexend Mega"/>
                <a:cs typeface="Lexend Mega"/>
                <a:sym typeface="Lexend Mega"/>
              </a:rPr>
              <a:t>PHONE</a:t>
            </a:r>
            <a:endParaRPr b="1">
              <a:solidFill>
                <a:srgbClr val="FFFFFF"/>
              </a:solidFill>
              <a:latin typeface="Lexend Mega"/>
              <a:ea typeface="Lexend Mega"/>
              <a:cs typeface="Lexend Mega"/>
              <a:sym typeface="Lexend Meg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61" name="Shape 1161"/>
        <p:cNvGrpSpPr/>
        <p:nvPr/>
      </p:nvGrpSpPr>
      <p:grpSpPr>
        <a:xfrm>
          <a:off x="0" y="0"/>
          <a:ext cx="0" cy="0"/>
          <a:chOff x="0" y="0"/>
          <a:chExt cx="0" cy="0"/>
        </a:xfrm>
      </p:grpSpPr>
      <p:sp>
        <p:nvSpPr>
          <p:cNvPr id="1162" name="Google Shape;1162;p100"/>
          <p:cNvSpPr txBox="1"/>
          <p:nvPr>
            <p:ph type="title"/>
          </p:nvPr>
        </p:nvSpPr>
        <p:spPr>
          <a:xfrm>
            <a:off x="635000"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SHAPED OUR DECISION</a:t>
            </a:r>
            <a:endParaRPr/>
          </a:p>
        </p:txBody>
      </p:sp>
      <p:sp>
        <p:nvSpPr>
          <p:cNvPr id="1163" name="Google Shape;1163;p100"/>
          <p:cNvSpPr txBox="1"/>
          <p:nvPr/>
        </p:nvSpPr>
        <p:spPr>
          <a:xfrm>
            <a:off x="800100" y="1270000"/>
            <a:ext cx="7493100" cy="3619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200">
                <a:solidFill>
                  <a:schemeClr val="dk1"/>
                </a:solidFill>
                <a:latin typeface="Lexend"/>
                <a:ea typeface="Lexend"/>
                <a:cs typeface="Lexend"/>
                <a:sym typeface="Lexend"/>
              </a:rPr>
              <a:t>Supplies close at hand: </a:t>
            </a:r>
            <a:r>
              <a:rPr lang="en" sz="1200">
                <a:solidFill>
                  <a:schemeClr val="dk1"/>
                </a:solidFill>
                <a:latin typeface="Lexend"/>
                <a:ea typeface="Lexend"/>
                <a:cs typeface="Lexend"/>
                <a:sym typeface="Lexend"/>
              </a:rPr>
              <a:t>Having paints nearby lowered the barrier to start. Our supplies live on the phone case, so the interface should live on the phone too.</a:t>
            </a:r>
            <a:endParaRPr sz="120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rPr b="1" lang="en" sz="1200">
                <a:solidFill>
                  <a:schemeClr val="dk1"/>
                </a:solidFill>
                <a:latin typeface="Lexend"/>
                <a:ea typeface="Lexend"/>
                <a:cs typeface="Lexend"/>
                <a:sym typeface="Lexend"/>
              </a:rPr>
              <a:t>Revisiting old work: </a:t>
            </a:r>
            <a:r>
              <a:rPr lang="en" sz="1200">
                <a:solidFill>
                  <a:schemeClr val="dk1"/>
                </a:solidFill>
                <a:latin typeface="Lexend"/>
                <a:ea typeface="Lexend"/>
                <a:cs typeface="Lexend"/>
                <a:sym typeface="Lexend"/>
              </a:rPr>
              <a:t>Seeing her old paintings helped Lola reconnect with making. Looking back at past pieces needs screen space.</a:t>
            </a:r>
            <a:endParaRPr sz="120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rPr b="1" lang="en" sz="1200">
                <a:solidFill>
                  <a:schemeClr val="dk1"/>
                </a:solidFill>
                <a:latin typeface="Lexend"/>
                <a:ea typeface="Lexend"/>
                <a:cs typeface="Lexend"/>
                <a:sym typeface="Lexend"/>
              </a:rPr>
              <a:t>Meaning is in the process: </a:t>
            </a:r>
            <a:r>
              <a:rPr lang="en" sz="1200">
                <a:solidFill>
                  <a:schemeClr val="dk1"/>
                </a:solidFill>
                <a:latin typeface="Lexend"/>
                <a:ea typeface="Lexend"/>
                <a:cs typeface="Lexend"/>
                <a:sym typeface="Lexend"/>
              </a:rPr>
              <a:t>Needfinding showed the meaning of craft is in the process of making. The watch had the edge here, since it has no camera pulling focus toward a finished photo. We carried that over by keeping saving private and putting reflection after each session.</a:t>
            </a:r>
            <a:endParaRPr sz="120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rPr b="1" lang="en" sz="1200">
                <a:solidFill>
                  <a:schemeClr val="dk1"/>
                </a:solidFill>
                <a:latin typeface="Lexend"/>
                <a:ea typeface="Lexend"/>
                <a:cs typeface="Lexend"/>
                <a:sym typeface="Lexend"/>
              </a:rPr>
              <a:t>Staying aware outdoors </a:t>
            </a:r>
            <a:r>
              <a:rPr lang="en" sz="1200">
                <a:solidFill>
                  <a:schemeClr val="dk1"/>
                </a:solidFill>
                <a:latin typeface="Lexend"/>
                <a:ea typeface="Lexend"/>
                <a:cs typeface="Lexend"/>
                <a:sym typeface="Lexend"/>
              </a:rPr>
              <a:t>We flagged the risk of people walking around glued to a screen, so discovery starts from a notification instead of a map you have to watch.</a:t>
            </a:r>
            <a:endParaRPr sz="1200">
              <a:solidFill>
                <a:schemeClr val="dk1"/>
              </a:solidFill>
              <a:latin typeface="Lexend"/>
              <a:ea typeface="Lexend"/>
              <a:cs typeface="Lexend"/>
              <a:sym typeface="Lexend"/>
            </a:endParaRPr>
          </a:p>
          <a:p>
            <a:pPr indent="0" lvl="0" marL="0" rtl="0" algn="l">
              <a:lnSpc>
                <a:spcPct val="115000"/>
              </a:lnSpc>
              <a:spcBef>
                <a:spcPts val="1000"/>
              </a:spcBef>
              <a:spcAft>
                <a:spcPts val="1000"/>
              </a:spcAft>
              <a:buNone/>
            </a:pPr>
            <a:r>
              <a:rPr b="1" lang="en" sz="1200">
                <a:solidFill>
                  <a:schemeClr val="dk1"/>
                </a:solidFill>
                <a:latin typeface="Lexend"/>
                <a:ea typeface="Lexend"/>
                <a:cs typeface="Lexend"/>
                <a:sym typeface="Lexend"/>
              </a:rPr>
              <a:t>Platform constraints: </a:t>
            </a:r>
            <a:r>
              <a:rPr lang="en" sz="1200">
                <a:solidFill>
                  <a:schemeClr val="dk1"/>
                </a:solidFill>
                <a:latin typeface="Lexend"/>
                <a:ea typeface="Lexend"/>
                <a:cs typeface="Lexend"/>
                <a:sym typeface="Lexend"/>
              </a:rPr>
              <a:t>A watch has no camera and a small screen. A phone has a camera, GPS, and room for a gallery, and most people already own one.</a:t>
            </a:r>
            <a:endParaRPr sz="1200">
              <a:solidFill>
                <a:schemeClr val="dk1"/>
              </a:solidFill>
              <a:latin typeface="Lexend"/>
              <a:ea typeface="Lexend"/>
              <a:cs typeface="Lexend"/>
              <a:sym typeface="Lexen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p101"/>
          <p:cNvSpPr txBox="1"/>
          <p:nvPr>
            <p:ph type="ctrTitle"/>
          </p:nvPr>
        </p:nvSpPr>
        <p:spPr>
          <a:xfrm>
            <a:off x="713225" y="1042425"/>
            <a:ext cx="7086600" cy="2334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latin typeface="Lexend Mega Black"/>
                <a:ea typeface="Lexend Mega Black"/>
                <a:cs typeface="Lexend Mega Black"/>
                <a:sym typeface="Lexend Mega Black"/>
              </a:rPr>
              <a:t>LOW-FI</a:t>
            </a:r>
            <a:endParaRPr>
              <a:latin typeface="Lexend Mega Black"/>
              <a:ea typeface="Lexend Mega Black"/>
              <a:cs typeface="Lexend Mega Black"/>
              <a:sym typeface="Lexend Mega Black"/>
            </a:endParaRPr>
          </a:p>
          <a:p>
            <a:pPr indent="0" lvl="0" marL="0" rtl="0" algn="l">
              <a:spcBef>
                <a:spcPts val="0"/>
              </a:spcBef>
              <a:spcAft>
                <a:spcPts val="0"/>
              </a:spcAft>
              <a:buNone/>
            </a:pPr>
            <a:r>
              <a:rPr lang="en">
                <a:latin typeface="Lexend Mega Black"/>
                <a:ea typeface="Lexend Mega Black"/>
                <a:cs typeface="Lexend Mega Black"/>
                <a:sym typeface="Lexend Mega Black"/>
              </a:rPr>
              <a:t>PROTOTYPE</a:t>
            </a:r>
            <a:endParaRPr>
              <a:latin typeface="Lexend Mega Black"/>
              <a:ea typeface="Lexend Mega Black"/>
              <a:cs typeface="Lexend Mega Black"/>
              <a:sym typeface="Lexend Mega Black"/>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pic>
        <p:nvPicPr>
          <p:cNvPr id="1173" name="Google Shape;1173;p102" title="Screenshot 2026-10-22 at 6.18.02 PM.png"/>
          <p:cNvPicPr preferRelativeResize="0"/>
          <p:nvPr/>
        </p:nvPicPr>
        <p:blipFill>
          <a:blip r:embed="rId3">
            <a:alphaModFix/>
          </a:blip>
          <a:stretch>
            <a:fillRect/>
          </a:stretch>
        </p:blipFill>
        <p:spPr>
          <a:xfrm rot="-5400000">
            <a:off x="326949" y="1507275"/>
            <a:ext cx="2505026" cy="2746074"/>
          </a:xfrm>
          <a:prstGeom prst="rect">
            <a:avLst/>
          </a:prstGeom>
          <a:noFill/>
          <a:ln cap="flat" cmpd="sng" w="9525">
            <a:solidFill>
              <a:schemeClr val="dk1"/>
            </a:solidFill>
            <a:prstDash val="solid"/>
            <a:round/>
            <a:headEnd len="sm" w="sm" type="none"/>
            <a:tailEnd len="sm" w="sm" type="none"/>
          </a:ln>
        </p:spPr>
      </p:pic>
      <p:pic>
        <p:nvPicPr>
          <p:cNvPr id="1174" name="Google Shape;1174;p102" title="Screenshot 2026-10-22 at 6.18.19 PM.png"/>
          <p:cNvPicPr preferRelativeResize="0"/>
          <p:nvPr/>
        </p:nvPicPr>
        <p:blipFill>
          <a:blip r:embed="rId4">
            <a:alphaModFix/>
          </a:blip>
          <a:stretch>
            <a:fillRect/>
          </a:stretch>
        </p:blipFill>
        <p:spPr>
          <a:xfrm rot="-5400000">
            <a:off x="3149687" y="1526485"/>
            <a:ext cx="2506926" cy="2707676"/>
          </a:xfrm>
          <a:prstGeom prst="rect">
            <a:avLst/>
          </a:prstGeom>
          <a:noFill/>
          <a:ln cap="flat" cmpd="sng" w="9525">
            <a:solidFill>
              <a:schemeClr val="dk1"/>
            </a:solidFill>
            <a:prstDash val="solid"/>
            <a:round/>
            <a:headEnd len="sm" w="sm" type="none"/>
            <a:tailEnd len="sm" w="sm" type="none"/>
          </a:ln>
        </p:spPr>
      </p:pic>
      <p:pic>
        <p:nvPicPr>
          <p:cNvPr id="1175" name="Google Shape;1175;p102" title="Screenshot 2026-10-22 at 6.19.18 PM.png"/>
          <p:cNvPicPr preferRelativeResize="0"/>
          <p:nvPr/>
        </p:nvPicPr>
        <p:blipFill>
          <a:blip r:embed="rId5">
            <a:alphaModFix/>
          </a:blip>
          <a:stretch>
            <a:fillRect/>
          </a:stretch>
        </p:blipFill>
        <p:spPr>
          <a:xfrm>
            <a:off x="5853800" y="736872"/>
            <a:ext cx="3083776" cy="2212254"/>
          </a:xfrm>
          <a:prstGeom prst="rect">
            <a:avLst/>
          </a:prstGeom>
          <a:noFill/>
          <a:ln cap="flat" cmpd="sng" w="9525">
            <a:solidFill>
              <a:schemeClr val="dk1"/>
            </a:solidFill>
            <a:prstDash val="solid"/>
            <a:round/>
            <a:headEnd len="sm" w="sm" type="none"/>
            <a:tailEnd len="sm" w="sm" type="none"/>
          </a:ln>
        </p:spPr>
      </p:pic>
      <p:pic>
        <p:nvPicPr>
          <p:cNvPr id="1176" name="Google Shape;1176;p102" title="Screenshot 2026-10-22 at 6.19.35 PM.png"/>
          <p:cNvPicPr preferRelativeResize="0"/>
          <p:nvPr/>
        </p:nvPicPr>
        <p:blipFill>
          <a:blip r:embed="rId6">
            <a:alphaModFix/>
          </a:blip>
          <a:stretch>
            <a:fillRect/>
          </a:stretch>
        </p:blipFill>
        <p:spPr>
          <a:xfrm>
            <a:off x="5853802" y="3068250"/>
            <a:ext cx="3083777" cy="1771900"/>
          </a:xfrm>
          <a:prstGeom prst="rect">
            <a:avLst/>
          </a:prstGeom>
          <a:noFill/>
          <a:ln cap="flat" cmpd="sng" w="9525">
            <a:solidFill>
              <a:schemeClr val="dk1"/>
            </a:solidFill>
            <a:prstDash val="solid"/>
            <a:round/>
            <a:headEnd len="sm" w="sm" type="none"/>
            <a:tailEnd len="sm" w="sm" type="none"/>
          </a:ln>
        </p:spPr>
      </p:pic>
      <p:sp>
        <p:nvSpPr>
          <p:cNvPr id="1177" name="Google Shape;1177;p102"/>
          <p:cNvSpPr txBox="1"/>
          <p:nvPr>
            <p:ph type="title"/>
          </p:nvPr>
        </p:nvSpPr>
        <p:spPr>
          <a:xfrm>
            <a:off x="503825" y="95827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BUILDING</a:t>
            </a:r>
            <a:endParaRPr sz="1400"/>
          </a:p>
          <a:p>
            <a:pPr indent="0" lvl="0" marL="0" rtl="0" algn="l">
              <a:spcBef>
                <a:spcPts val="0"/>
              </a:spcBef>
              <a:spcAft>
                <a:spcPts val="0"/>
              </a:spcAft>
              <a:buNone/>
            </a:pPr>
            <a:r>
              <a:t/>
            </a:r>
            <a:endParaRPr sz="1400"/>
          </a:p>
        </p:txBody>
      </p:sp>
      <p:sp>
        <p:nvSpPr>
          <p:cNvPr id="1178" name="Google Shape;1178;p102"/>
          <p:cNvSpPr txBox="1"/>
          <p:nvPr>
            <p:ph type="title"/>
          </p:nvPr>
        </p:nvSpPr>
        <p:spPr>
          <a:xfrm>
            <a:off x="503825" y="652200"/>
            <a:ext cx="5455800" cy="30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Lexend Mega"/>
                <a:ea typeface="Lexend Mega"/>
                <a:cs typeface="Lexend Mega"/>
                <a:sym typeface="Lexend Mega"/>
              </a:rPr>
              <a:t>PAPER PROTOTYPE V1</a:t>
            </a:r>
            <a:endParaRPr sz="1100">
              <a:latin typeface="Lexend Mega"/>
              <a:ea typeface="Lexend Mega"/>
              <a:cs typeface="Lexend Mega"/>
              <a:sym typeface="Lexend Mega"/>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pic>
        <p:nvPicPr>
          <p:cNvPr id="1183" name="Google Shape;1183;p103"/>
          <p:cNvPicPr preferRelativeResize="0"/>
          <p:nvPr/>
        </p:nvPicPr>
        <p:blipFill>
          <a:blip r:embed="rId3">
            <a:alphaModFix/>
          </a:blip>
          <a:stretch>
            <a:fillRect/>
          </a:stretch>
        </p:blipFill>
        <p:spPr>
          <a:xfrm>
            <a:off x="571500" y="1117600"/>
            <a:ext cx="6223002" cy="3916723"/>
          </a:xfrm>
          <a:prstGeom prst="rect">
            <a:avLst/>
          </a:prstGeom>
          <a:noFill/>
          <a:ln>
            <a:noFill/>
          </a:ln>
        </p:spPr>
      </p:pic>
      <p:sp>
        <p:nvSpPr>
          <p:cNvPr id="1184" name="Google Shape;1184;p103"/>
          <p:cNvSpPr txBox="1"/>
          <p:nvPr/>
        </p:nvSpPr>
        <p:spPr>
          <a:xfrm>
            <a:off x="571500" y="1694650"/>
            <a:ext cx="1095300" cy="307800"/>
          </a:xfrm>
          <a:prstGeom prst="rect">
            <a:avLst/>
          </a:prstGeom>
          <a:noFill/>
          <a:ln>
            <a:noFill/>
          </a:ln>
        </p:spPr>
        <p:txBody>
          <a:bodyPr anchorCtr="0" anchor="t" bIns="91425" lIns="91425" spcFirstLastPara="1" rIns="91425" wrap="square" tIns="91425">
            <a:spAutoFit/>
          </a:bodyPr>
          <a:lstStyle/>
          <a:p>
            <a:pPr indent="0" lvl="0" marL="0" rtl="0" algn="ctr">
              <a:lnSpc>
                <a:spcPct val="105000"/>
              </a:lnSpc>
              <a:spcBef>
                <a:spcPts val="0"/>
              </a:spcBef>
              <a:spcAft>
                <a:spcPts val="500"/>
              </a:spcAft>
              <a:buNone/>
            </a:pPr>
            <a:r>
              <a:rPr lang="en" sz="800">
                <a:solidFill>
                  <a:srgbClr val="212121"/>
                </a:solidFill>
                <a:latin typeface="Lexend"/>
                <a:ea typeface="Lexend"/>
                <a:cs typeface="Lexend"/>
                <a:sym typeface="Lexend"/>
              </a:rPr>
              <a:t>Notice nearby art</a:t>
            </a:r>
            <a:endParaRPr sz="1000"/>
          </a:p>
        </p:txBody>
      </p:sp>
      <p:sp>
        <p:nvSpPr>
          <p:cNvPr id="1185" name="Google Shape;1185;p103"/>
          <p:cNvSpPr txBox="1"/>
          <p:nvPr/>
        </p:nvSpPr>
        <p:spPr>
          <a:xfrm>
            <a:off x="1790700" y="1694650"/>
            <a:ext cx="1095300" cy="307800"/>
          </a:xfrm>
          <a:prstGeom prst="rect">
            <a:avLst/>
          </a:prstGeom>
          <a:noFill/>
          <a:ln>
            <a:noFill/>
          </a:ln>
        </p:spPr>
        <p:txBody>
          <a:bodyPr anchorCtr="0" anchor="t" bIns="91425" lIns="91425" spcFirstLastPara="1" rIns="91425" wrap="square" tIns="91425">
            <a:spAutoFit/>
          </a:bodyPr>
          <a:lstStyle/>
          <a:p>
            <a:pPr indent="0" lvl="0" marL="0" rtl="0" algn="ctr">
              <a:lnSpc>
                <a:spcPct val="105000"/>
              </a:lnSpc>
              <a:spcBef>
                <a:spcPts val="0"/>
              </a:spcBef>
              <a:spcAft>
                <a:spcPts val="500"/>
              </a:spcAft>
              <a:buNone/>
            </a:pPr>
            <a:r>
              <a:rPr lang="en" sz="800">
                <a:solidFill>
                  <a:srgbClr val="212121"/>
                </a:solidFill>
                <a:latin typeface="Lexend"/>
                <a:ea typeface="Lexend"/>
                <a:cs typeface="Lexend"/>
                <a:sym typeface="Lexend"/>
              </a:rPr>
              <a:t>Explore the map</a:t>
            </a:r>
            <a:endParaRPr sz="1000"/>
          </a:p>
        </p:txBody>
      </p:sp>
      <p:sp>
        <p:nvSpPr>
          <p:cNvPr id="1186" name="Google Shape;1186;p103"/>
          <p:cNvSpPr txBox="1"/>
          <p:nvPr/>
        </p:nvSpPr>
        <p:spPr>
          <a:xfrm>
            <a:off x="2983875" y="1720675"/>
            <a:ext cx="1095300" cy="307800"/>
          </a:xfrm>
          <a:prstGeom prst="rect">
            <a:avLst/>
          </a:prstGeom>
          <a:noFill/>
          <a:ln>
            <a:noFill/>
          </a:ln>
        </p:spPr>
        <p:txBody>
          <a:bodyPr anchorCtr="0" anchor="t" bIns="91425" lIns="91425" spcFirstLastPara="1" rIns="91425" wrap="square" tIns="91425">
            <a:spAutoFit/>
          </a:bodyPr>
          <a:lstStyle/>
          <a:p>
            <a:pPr indent="0" lvl="0" marL="0" rtl="0" algn="ctr">
              <a:lnSpc>
                <a:spcPct val="105000"/>
              </a:lnSpc>
              <a:spcBef>
                <a:spcPts val="0"/>
              </a:spcBef>
              <a:spcAft>
                <a:spcPts val="500"/>
              </a:spcAft>
              <a:buNone/>
            </a:pPr>
            <a:r>
              <a:rPr lang="en" sz="800">
                <a:solidFill>
                  <a:srgbClr val="212121"/>
                </a:solidFill>
                <a:latin typeface="Lexend"/>
                <a:ea typeface="Lexend"/>
                <a:cs typeface="Lexend"/>
                <a:sym typeface="Lexend"/>
              </a:rPr>
              <a:t>Choose a spot</a:t>
            </a:r>
            <a:endParaRPr sz="1000"/>
          </a:p>
        </p:txBody>
      </p:sp>
      <p:sp>
        <p:nvSpPr>
          <p:cNvPr id="1187" name="Google Shape;1187;p103"/>
          <p:cNvSpPr txBox="1"/>
          <p:nvPr/>
        </p:nvSpPr>
        <p:spPr>
          <a:xfrm>
            <a:off x="5412050" y="1144375"/>
            <a:ext cx="1095300" cy="307800"/>
          </a:xfrm>
          <a:prstGeom prst="rect">
            <a:avLst/>
          </a:prstGeom>
          <a:noFill/>
          <a:ln>
            <a:noFill/>
          </a:ln>
        </p:spPr>
        <p:txBody>
          <a:bodyPr anchorCtr="0" anchor="t" bIns="91425" lIns="91425" spcFirstLastPara="1" rIns="91425" wrap="square" tIns="91425">
            <a:spAutoFit/>
          </a:bodyPr>
          <a:lstStyle/>
          <a:p>
            <a:pPr indent="0" lvl="0" marL="0" rtl="0" algn="ctr">
              <a:lnSpc>
                <a:spcPct val="105000"/>
              </a:lnSpc>
              <a:spcBef>
                <a:spcPts val="0"/>
              </a:spcBef>
              <a:spcAft>
                <a:spcPts val="500"/>
              </a:spcAft>
              <a:buNone/>
            </a:pPr>
            <a:r>
              <a:rPr lang="en" sz="800">
                <a:solidFill>
                  <a:srgbClr val="212121"/>
                </a:solidFill>
                <a:latin typeface="Lexend"/>
                <a:ea typeface="Lexend"/>
                <a:cs typeface="Lexend"/>
                <a:sym typeface="Lexend"/>
              </a:rPr>
              <a:t>Get directions</a:t>
            </a:r>
            <a:endParaRPr sz="1000"/>
          </a:p>
        </p:txBody>
      </p:sp>
      <p:sp>
        <p:nvSpPr>
          <p:cNvPr id="1188" name="Google Shape;1188;p103"/>
          <p:cNvSpPr txBox="1"/>
          <p:nvPr/>
        </p:nvSpPr>
        <p:spPr>
          <a:xfrm>
            <a:off x="5699200" y="2572000"/>
            <a:ext cx="1095300" cy="307800"/>
          </a:xfrm>
          <a:prstGeom prst="rect">
            <a:avLst/>
          </a:prstGeom>
          <a:noFill/>
          <a:ln>
            <a:noFill/>
          </a:ln>
        </p:spPr>
        <p:txBody>
          <a:bodyPr anchorCtr="0" anchor="t" bIns="91425" lIns="91425" spcFirstLastPara="1" rIns="91425" wrap="square" tIns="91425">
            <a:spAutoFit/>
          </a:bodyPr>
          <a:lstStyle/>
          <a:p>
            <a:pPr indent="0" lvl="0" marL="0" rtl="0" algn="ctr">
              <a:lnSpc>
                <a:spcPct val="105000"/>
              </a:lnSpc>
              <a:spcBef>
                <a:spcPts val="0"/>
              </a:spcBef>
              <a:spcAft>
                <a:spcPts val="500"/>
              </a:spcAft>
              <a:buNone/>
            </a:pPr>
            <a:r>
              <a:rPr lang="en" sz="800">
                <a:solidFill>
                  <a:srgbClr val="212121"/>
                </a:solidFill>
                <a:latin typeface="Lexend"/>
                <a:ea typeface="Lexend"/>
                <a:cs typeface="Lexend"/>
                <a:sym typeface="Lexend"/>
              </a:rPr>
              <a:t>Preview artwork</a:t>
            </a:r>
            <a:endParaRPr sz="1000"/>
          </a:p>
        </p:txBody>
      </p:sp>
      <p:sp>
        <p:nvSpPr>
          <p:cNvPr id="1189" name="Google Shape;1189;p103"/>
          <p:cNvSpPr txBox="1"/>
          <p:nvPr/>
        </p:nvSpPr>
        <p:spPr>
          <a:xfrm>
            <a:off x="4294450" y="3019600"/>
            <a:ext cx="1278900" cy="307800"/>
          </a:xfrm>
          <a:prstGeom prst="rect">
            <a:avLst/>
          </a:prstGeom>
          <a:noFill/>
          <a:ln>
            <a:noFill/>
          </a:ln>
        </p:spPr>
        <p:txBody>
          <a:bodyPr anchorCtr="0" anchor="t" bIns="91425" lIns="91425" spcFirstLastPara="1" rIns="91425" wrap="square" tIns="91425">
            <a:spAutoFit/>
          </a:bodyPr>
          <a:lstStyle/>
          <a:p>
            <a:pPr indent="0" lvl="0" marL="0" rtl="0" algn="ctr">
              <a:lnSpc>
                <a:spcPct val="105000"/>
              </a:lnSpc>
              <a:spcBef>
                <a:spcPts val="0"/>
              </a:spcBef>
              <a:spcAft>
                <a:spcPts val="500"/>
              </a:spcAft>
              <a:buNone/>
            </a:pPr>
            <a:r>
              <a:rPr lang="en" sz="800">
                <a:solidFill>
                  <a:srgbClr val="212121"/>
                </a:solidFill>
                <a:latin typeface="Lexend"/>
                <a:ea typeface="Lexend"/>
                <a:cs typeface="Lexend"/>
                <a:sym typeface="Lexend"/>
              </a:rPr>
              <a:t>Browse the gallery</a:t>
            </a:r>
            <a:endParaRPr sz="1000"/>
          </a:p>
        </p:txBody>
      </p:sp>
      <p:sp>
        <p:nvSpPr>
          <p:cNvPr id="1190" name="Google Shape;1190;p103"/>
          <p:cNvSpPr txBox="1"/>
          <p:nvPr>
            <p:ph type="title"/>
          </p:nvPr>
        </p:nvSpPr>
        <p:spPr>
          <a:xfrm>
            <a:off x="503825" y="95827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DISCOVER INSPIRATION</a:t>
            </a:r>
            <a:endParaRPr sz="1400"/>
          </a:p>
        </p:txBody>
      </p:sp>
      <p:sp>
        <p:nvSpPr>
          <p:cNvPr id="1191" name="Google Shape;1191;p103"/>
          <p:cNvSpPr txBox="1"/>
          <p:nvPr>
            <p:ph type="title"/>
          </p:nvPr>
        </p:nvSpPr>
        <p:spPr>
          <a:xfrm>
            <a:off x="503825" y="652200"/>
            <a:ext cx="5455800" cy="30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Lexend Mega"/>
                <a:ea typeface="Lexend Mega"/>
                <a:cs typeface="Lexend Mega"/>
                <a:sym typeface="Lexend Mega"/>
              </a:rPr>
              <a:t>TASK 1</a:t>
            </a:r>
            <a:endParaRPr sz="1100">
              <a:latin typeface="Lexend Mega"/>
              <a:ea typeface="Lexend Mega"/>
              <a:cs typeface="Lexend Mega"/>
              <a:sym typeface="Lexend Mega"/>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5" name="Shape 1195"/>
        <p:cNvGrpSpPr/>
        <p:nvPr/>
      </p:nvGrpSpPr>
      <p:grpSpPr>
        <a:xfrm>
          <a:off x="0" y="0"/>
          <a:ext cx="0" cy="0"/>
          <a:chOff x="0" y="0"/>
          <a:chExt cx="0" cy="0"/>
        </a:xfrm>
      </p:grpSpPr>
      <p:pic>
        <p:nvPicPr>
          <p:cNvPr id="1196" name="Google Shape;1196;p104"/>
          <p:cNvPicPr preferRelativeResize="0"/>
          <p:nvPr/>
        </p:nvPicPr>
        <p:blipFill>
          <a:blip r:embed="rId3">
            <a:alphaModFix/>
          </a:blip>
          <a:stretch>
            <a:fillRect/>
          </a:stretch>
        </p:blipFill>
        <p:spPr>
          <a:xfrm>
            <a:off x="624650" y="1530975"/>
            <a:ext cx="8366950" cy="3329625"/>
          </a:xfrm>
          <a:prstGeom prst="rect">
            <a:avLst/>
          </a:prstGeom>
          <a:noFill/>
          <a:ln>
            <a:noFill/>
          </a:ln>
        </p:spPr>
      </p:pic>
      <p:sp>
        <p:nvSpPr>
          <p:cNvPr id="1197" name="Google Shape;1197;p104"/>
          <p:cNvSpPr txBox="1"/>
          <p:nvPr/>
        </p:nvSpPr>
        <p:spPr>
          <a:xfrm>
            <a:off x="503814" y="3232850"/>
            <a:ext cx="1146900" cy="228600"/>
          </a:xfrm>
          <a:prstGeom prst="rect">
            <a:avLst/>
          </a:prstGeom>
          <a:noFill/>
          <a:ln>
            <a:noFill/>
          </a:ln>
        </p:spPr>
        <p:txBody>
          <a:bodyPr anchorCtr="0" anchor="t" bIns="91425" lIns="91425" spcFirstLastPara="1" rIns="91425" wrap="square" tIns="91425">
            <a:noAutofit/>
          </a:bodyPr>
          <a:lstStyle/>
          <a:p>
            <a:pPr indent="0" lvl="0" marL="0" rtl="0" algn="ctr">
              <a:lnSpc>
                <a:spcPct val="105000"/>
              </a:lnSpc>
              <a:spcBef>
                <a:spcPts val="0"/>
              </a:spcBef>
              <a:spcAft>
                <a:spcPts val="0"/>
              </a:spcAft>
              <a:buNone/>
            </a:pPr>
            <a:r>
              <a:rPr lang="en" sz="800">
                <a:solidFill>
                  <a:srgbClr val="212121"/>
                </a:solidFill>
                <a:latin typeface="Lexend"/>
                <a:ea typeface="Lexend"/>
                <a:cs typeface="Lexend"/>
                <a:sym typeface="Lexend"/>
              </a:rPr>
              <a:t>Capture artwork</a:t>
            </a:r>
            <a:endParaRPr sz="800">
              <a:solidFill>
                <a:srgbClr val="212121"/>
              </a:solidFill>
              <a:latin typeface="Lexend"/>
              <a:ea typeface="Lexend"/>
              <a:cs typeface="Lexend"/>
              <a:sym typeface="Lexend"/>
            </a:endParaRPr>
          </a:p>
        </p:txBody>
      </p:sp>
      <p:sp>
        <p:nvSpPr>
          <p:cNvPr id="1198" name="Google Shape;1198;p104"/>
          <p:cNvSpPr txBox="1"/>
          <p:nvPr/>
        </p:nvSpPr>
        <p:spPr>
          <a:xfrm>
            <a:off x="1650725" y="1356225"/>
            <a:ext cx="990600" cy="228600"/>
          </a:xfrm>
          <a:prstGeom prst="rect">
            <a:avLst/>
          </a:prstGeom>
          <a:noFill/>
          <a:ln>
            <a:noFill/>
          </a:ln>
        </p:spPr>
        <p:txBody>
          <a:bodyPr anchorCtr="0" anchor="t" bIns="91425" lIns="91425" spcFirstLastPara="1" rIns="91425" wrap="square" tIns="91425">
            <a:noAutofit/>
          </a:bodyPr>
          <a:lstStyle/>
          <a:p>
            <a:pPr indent="0" lvl="0" marL="0" rtl="0" algn="ctr">
              <a:lnSpc>
                <a:spcPct val="105000"/>
              </a:lnSpc>
              <a:spcBef>
                <a:spcPts val="0"/>
              </a:spcBef>
              <a:spcAft>
                <a:spcPts val="0"/>
              </a:spcAft>
              <a:buNone/>
            </a:pPr>
            <a:r>
              <a:rPr lang="en" sz="800">
                <a:solidFill>
                  <a:srgbClr val="212121"/>
                </a:solidFill>
                <a:latin typeface="Lexend"/>
                <a:ea typeface="Lexend"/>
                <a:cs typeface="Lexend"/>
                <a:sym typeface="Lexend"/>
              </a:rPr>
              <a:t>Choose visibility</a:t>
            </a:r>
            <a:endParaRPr sz="800">
              <a:solidFill>
                <a:srgbClr val="212121"/>
              </a:solidFill>
              <a:latin typeface="Lexend"/>
              <a:ea typeface="Lexend"/>
              <a:cs typeface="Lexend"/>
              <a:sym typeface="Lexend"/>
            </a:endParaRPr>
          </a:p>
        </p:txBody>
      </p:sp>
      <p:sp>
        <p:nvSpPr>
          <p:cNvPr id="1199" name="Google Shape;1199;p104"/>
          <p:cNvSpPr txBox="1"/>
          <p:nvPr/>
        </p:nvSpPr>
        <p:spPr>
          <a:xfrm>
            <a:off x="2766300" y="3232850"/>
            <a:ext cx="990600" cy="228600"/>
          </a:xfrm>
          <a:prstGeom prst="rect">
            <a:avLst/>
          </a:prstGeom>
          <a:noFill/>
          <a:ln>
            <a:noFill/>
          </a:ln>
        </p:spPr>
        <p:txBody>
          <a:bodyPr anchorCtr="0" anchor="t" bIns="91425" lIns="91425" spcFirstLastPara="1" rIns="91425" wrap="square" tIns="91425">
            <a:noAutofit/>
          </a:bodyPr>
          <a:lstStyle/>
          <a:p>
            <a:pPr indent="0" lvl="0" marL="0" rtl="0" algn="ctr">
              <a:lnSpc>
                <a:spcPct val="105000"/>
              </a:lnSpc>
              <a:spcBef>
                <a:spcPts val="0"/>
              </a:spcBef>
              <a:spcAft>
                <a:spcPts val="0"/>
              </a:spcAft>
              <a:buNone/>
            </a:pPr>
            <a:r>
              <a:rPr lang="en" sz="800">
                <a:solidFill>
                  <a:srgbClr val="212121"/>
                </a:solidFill>
                <a:latin typeface="Lexend"/>
                <a:ea typeface="Lexend"/>
                <a:cs typeface="Lexend"/>
                <a:sym typeface="Lexend"/>
              </a:rPr>
              <a:t>View gallery</a:t>
            </a:r>
            <a:endParaRPr sz="800">
              <a:solidFill>
                <a:srgbClr val="212121"/>
              </a:solidFill>
              <a:latin typeface="Lexend"/>
              <a:ea typeface="Lexend"/>
              <a:cs typeface="Lexend"/>
              <a:sym typeface="Lexend"/>
            </a:endParaRPr>
          </a:p>
        </p:txBody>
      </p:sp>
      <p:sp>
        <p:nvSpPr>
          <p:cNvPr id="1200" name="Google Shape;1200;p104"/>
          <p:cNvSpPr txBox="1"/>
          <p:nvPr/>
        </p:nvSpPr>
        <p:spPr>
          <a:xfrm>
            <a:off x="3769600" y="3232850"/>
            <a:ext cx="990600" cy="228600"/>
          </a:xfrm>
          <a:prstGeom prst="rect">
            <a:avLst/>
          </a:prstGeom>
          <a:noFill/>
          <a:ln>
            <a:noFill/>
          </a:ln>
        </p:spPr>
        <p:txBody>
          <a:bodyPr anchorCtr="0" anchor="t" bIns="91425" lIns="91425" spcFirstLastPara="1" rIns="91425" wrap="square" tIns="91425">
            <a:noAutofit/>
          </a:bodyPr>
          <a:lstStyle/>
          <a:p>
            <a:pPr indent="0" lvl="0" marL="0" rtl="0" algn="ctr">
              <a:lnSpc>
                <a:spcPct val="105000"/>
              </a:lnSpc>
              <a:spcBef>
                <a:spcPts val="0"/>
              </a:spcBef>
              <a:spcAft>
                <a:spcPts val="0"/>
              </a:spcAft>
              <a:buNone/>
            </a:pPr>
            <a:r>
              <a:rPr lang="en" sz="800">
                <a:solidFill>
                  <a:srgbClr val="212121"/>
                </a:solidFill>
                <a:latin typeface="Lexend"/>
                <a:ea typeface="Lexend"/>
                <a:cs typeface="Lexend"/>
                <a:sym typeface="Lexend"/>
              </a:rPr>
              <a:t>Open artwork</a:t>
            </a:r>
            <a:endParaRPr sz="800">
              <a:solidFill>
                <a:srgbClr val="212121"/>
              </a:solidFill>
              <a:latin typeface="Lexend"/>
              <a:ea typeface="Lexend"/>
              <a:cs typeface="Lexend"/>
              <a:sym typeface="Lexend"/>
            </a:endParaRPr>
          </a:p>
        </p:txBody>
      </p:sp>
      <p:sp>
        <p:nvSpPr>
          <p:cNvPr id="1201" name="Google Shape;1201;p104"/>
          <p:cNvSpPr txBox="1"/>
          <p:nvPr/>
        </p:nvSpPr>
        <p:spPr>
          <a:xfrm>
            <a:off x="4823700" y="3232850"/>
            <a:ext cx="990600" cy="228600"/>
          </a:xfrm>
          <a:prstGeom prst="rect">
            <a:avLst/>
          </a:prstGeom>
          <a:noFill/>
          <a:ln>
            <a:noFill/>
          </a:ln>
        </p:spPr>
        <p:txBody>
          <a:bodyPr anchorCtr="0" anchor="t" bIns="91425" lIns="91425" spcFirstLastPara="1" rIns="91425" wrap="square" tIns="91425">
            <a:noAutofit/>
          </a:bodyPr>
          <a:lstStyle/>
          <a:p>
            <a:pPr indent="0" lvl="0" marL="0" rtl="0" algn="ctr">
              <a:lnSpc>
                <a:spcPct val="105000"/>
              </a:lnSpc>
              <a:spcBef>
                <a:spcPts val="0"/>
              </a:spcBef>
              <a:spcAft>
                <a:spcPts val="0"/>
              </a:spcAft>
              <a:buNone/>
            </a:pPr>
            <a:r>
              <a:rPr lang="en" sz="800">
                <a:solidFill>
                  <a:srgbClr val="212121"/>
                </a:solidFill>
                <a:latin typeface="Lexend"/>
                <a:ea typeface="Lexend"/>
                <a:cs typeface="Lexend"/>
                <a:sym typeface="Lexend"/>
              </a:rPr>
              <a:t>Start reflection</a:t>
            </a:r>
            <a:endParaRPr sz="800">
              <a:solidFill>
                <a:srgbClr val="212121"/>
              </a:solidFill>
              <a:latin typeface="Lexend"/>
              <a:ea typeface="Lexend"/>
              <a:cs typeface="Lexend"/>
              <a:sym typeface="Lexend"/>
            </a:endParaRPr>
          </a:p>
        </p:txBody>
      </p:sp>
      <p:sp>
        <p:nvSpPr>
          <p:cNvPr id="1202" name="Google Shape;1202;p104"/>
          <p:cNvSpPr txBox="1"/>
          <p:nvPr/>
        </p:nvSpPr>
        <p:spPr>
          <a:xfrm>
            <a:off x="5865100" y="3232850"/>
            <a:ext cx="990600" cy="228600"/>
          </a:xfrm>
          <a:prstGeom prst="rect">
            <a:avLst/>
          </a:prstGeom>
          <a:noFill/>
          <a:ln>
            <a:noFill/>
          </a:ln>
        </p:spPr>
        <p:txBody>
          <a:bodyPr anchorCtr="0" anchor="t" bIns="91425" lIns="91425" spcFirstLastPara="1" rIns="91425" wrap="square" tIns="91425">
            <a:noAutofit/>
          </a:bodyPr>
          <a:lstStyle/>
          <a:p>
            <a:pPr indent="0" lvl="0" marL="0" rtl="0" algn="ctr">
              <a:lnSpc>
                <a:spcPct val="105000"/>
              </a:lnSpc>
              <a:spcBef>
                <a:spcPts val="0"/>
              </a:spcBef>
              <a:spcAft>
                <a:spcPts val="0"/>
              </a:spcAft>
              <a:buNone/>
            </a:pPr>
            <a:r>
              <a:rPr lang="en" sz="800">
                <a:solidFill>
                  <a:srgbClr val="212121"/>
                </a:solidFill>
                <a:latin typeface="Lexend"/>
                <a:ea typeface="Lexend"/>
                <a:cs typeface="Lexend"/>
                <a:sym typeface="Lexend"/>
              </a:rPr>
              <a:t>Record audio</a:t>
            </a:r>
            <a:endParaRPr sz="800">
              <a:solidFill>
                <a:srgbClr val="212121"/>
              </a:solidFill>
              <a:latin typeface="Lexend"/>
              <a:ea typeface="Lexend"/>
              <a:cs typeface="Lexend"/>
              <a:sym typeface="Lexend"/>
            </a:endParaRPr>
          </a:p>
        </p:txBody>
      </p:sp>
      <p:sp>
        <p:nvSpPr>
          <p:cNvPr id="1203" name="Google Shape;1203;p104"/>
          <p:cNvSpPr txBox="1"/>
          <p:nvPr/>
        </p:nvSpPr>
        <p:spPr>
          <a:xfrm>
            <a:off x="6931900" y="3232850"/>
            <a:ext cx="990600" cy="228600"/>
          </a:xfrm>
          <a:prstGeom prst="rect">
            <a:avLst/>
          </a:prstGeom>
          <a:noFill/>
          <a:ln>
            <a:noFill/>
          </a:ln>
        </p:spPr>
        <p:txBody>
          <a:bodyPr anchorCtr="0" anchor="t" bIns="91425" lIns="91425" spcFirstLastPara="1" rIns="91425" wrap="square" tIns="91425">
            <a:noAutofit/>
          </a:bodyPr>
          <a:lstStyle/>
          <a:p>
            <a:pPr indent="0" lvl="0" marL="0" rtl="0" algn="ctr">
              <a:lnSpc>
                <a:spcPct val="105000"/>
              </a:lnSpc>
              <a:spcBef>
                <a:spcPts val="0"/>
              </a:spcBef>
              <a:spcAft>
                <a:spcPts val="0"/>
              </a:spcAft>
              <a:buNone/>
            </a:pPr>
            <a:r>
              <a:rPr lang="en" sz="800">
                <a:solidFill>
                  <a:srgbClr val="212121"/>
                </a:solidFill>
                <a:latin typeface="Lexend"/>
                <a:ea typeface="Lexend"/>
                <a:cs typeface="Lexend"/>
                <a:sym typeface="Lexend"/>
              </a:rPr>
              <a:t>Review audio</a:t>
            </a:r>
            <a:endParaRPr sz="800">
              <a:solidFill>
                <a:srgbClr val="212121"/>
              </a:solidFill>
              <a:latin typeface="Lexend"/>
              <a:ea typeface="Lexend"/>
              <a:cs typeface="Lexend"/>
              <a:sym typeface="Lexend"/>
            </a:endParaRPr>
          </a:p>
        </p:txBody>
      </p:sp>
      <p:sp>
        <p:nvSpPr>
          <p:cNvPr id="1204" name="Google Shape;1204;p104"/>
          <p:cNvSpPr txBox="1"/>
          <p:nvPr/>
        </p:nvSpPr>
        <p:spPr>
          <a:xfrm>
            <a:off x="7998700" y="3232850"/>
            <a:ext cx="990600" cy="228600"/>
          </a:xfrm>
          <a:prstGeom prst="rect">
            <a:avLst/>
          </a:prstGeom>
          <a:noFill/>
          <a:ln>
            <a:noFill/>
          </a:ln>
        </p:spPr>
        <p:txBody>
          <a:bodyPr anchorCtr="0" anchor="t" bIns="91425" lIns="91425" spcFirstLastPara="1" rIns="91425" wrap="square" tIns="91425">
            <a:noAutofit/>
          </a:bodyPr>
          <a:lstStyle/>
          <a:p>
            <a:pPr indent="0" lvl="0" marL="0" rtl="0" algn="ctr">
              <a:lnSpc>
                <a:spcPct val="105000"/>
              </a:lnSpc>
              <a:spcBef>
                <a:spcPts val="0"/>
              </a:spcBef>
              <a:spcAft>
                <a:spcPts val="0"/>
              </a:spcAft>
              <a:buNone/>
            </a:pPr>
            <a:r>
              <a:rPr lang="en" sz="800">
                <a:solidFill>
                  <a:srgbClr val="212121"/>
                </a:solidFill>
                <a:latin typeface="Lexend"/>
                <a:ea typeface="Lexend"/>
                <a:cs typeface="Lexend"/>
                <a:sym typeface="Lexend"/>
              </a:rPr>
              <a:t>Save reflection</a:t>
            </a:r>
            <a:endParaRPr sz="800">
              <a:solidFill>
                <a:srgbClr val="212121"/>
              </a:solidFill>
              <a:latin typeface="Lexend"/>
              <a:ea typeface="Lexend"/>
              <a:cs typeface="Lexend"/>
              <a:sym typeface="Lexend"/>
            </a:endParaRPr>
          </a:p>
        </p:txBody>
      </p:sp>
      <p:sp>
        <p:nvSpPr>
          <p:cNvPr id="1205" name="Google Shape;1205;p104"/>
          <p:cNvSpPr txBox="1"/>
          <p:nvPr/>
        </p:nvSpPr>
        <p:spPr>
          <a:xfrm>
            <a:off x="1689100" y="4866700"/>
            <a:ext cx="990600" cy="22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rgbClr val="212121"/>
                </a:solidFill>
                <a:latin typeface="Lexend"/>
                <a:ea typeface="Lexend"/>
                <a:cs typeface="Lexend"/>
                <a:sym typeface="Lexend"/>
              </a:rPr>
              <a:t>Save privately</a:t>
            </a:r>
            <a:endParaRPr sz="800">
              <a:solidFill>
                <a:srgbClr val="212121"/>
              </a:solidFill>
              <a:latin typeface="Lexend"/>
              <a:ea typeface="Lexend"/>
              <a:cs typeface="Lexend"/>
              <a:sym typeface="Lexend"/>
            </a:endParaRPr>
          </a:p>
        </p:txBody>
      </p:sp>
      <p:sp>
        <p:nvSpPr>
          <p:cNvPr id="1206" name="Google Shape;1206;p104"/>
          <p:cNvSpPr txBox="1"/>
          <p:nvPr>
            <p:ph type="title"/>
          </p:nvPr>
        </p:nvSpPr>
        <p:spPr>
          <a:xfrm>
            <a:off x="503825" y="95827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CREATE AND SAVE/SHARE</a:t>
            </a:r>
            <a:endParaRPr sz="1400"/>
          </a:p>
        </p:txBody>
      </p:sp>
      <p:sp>
        <p:nvSpPr>
          <p:cNvPr id="1207" name="Google Shape;1207;p104"/>
          <p:cNvSpPr txBox="1"/>
          <p:nvPr>
            <p:ph type="title"/>
          </p:nvPr>
        </p:nvSpPr>
        <p:spPr>
          <a:xfrm>
            <a:off x="503825" y="652200"/>
            <a:ext cx="5455800" cy="30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Lexend Mega"/>
                <a:ea typeface="Lexend Mega"/>
                <a:cs typeface="Lexend Mega"/>
                <a:sym typeface="Lexend Mega"/>
              </a:rPr>
              <a:t>TASK 2</a:t>
            </a:r>
            <a:endParaRPr sz="1100">
              <a:latin typeface="Lexend Mega"/>
              <a:ea typeface="Lexend Mega"/>
              <a:cs typeface="Lexend Mega"/>
              <a:sym typeface="Lexend Mega"/>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1" name="Shape 1211"/>
        <p:cNvGrpSpPr/>
        <p:nvPr/>
      </p:nvGrpSpPr>
      <p:grpSpPr>
        <a:xfrm>
          <a:off x="0" y="0"/>
          <a:ext cx="0" cy="0"/>
          <a:chOff x="0" y="0"/>
          <a:chExt cx="0" cy="0"/>
        </a:xfrm>
      </p:grpSpPr>
      <p:pic>
        <p:nvPicPr>
          <p:cNvPr id="1212" name="Google Shape;1212;p105"/>
          <p:cNvPicPr preferRelativeResize="0"/>
          <p:nvPr/>
        </p:nvPicPr>
        <p:blipFill>
          <a:blip r:embed="rId3">
            <a:alphaModFix/>
          </a:blip>
          <a:stretch>
            <a:fillRect/>
          </a:stretch>
        </p:blipFill>
        <p:spPr>
          <a:xfrm>
            <a:off x="2603500" y="1295400"/>
            <a:ext cx="3619500" cy="3530678"/>
          </a:xfrm>
          <a:prstGeom prst="rect">
            <a:avLst/>
          </a:prstGeom>
          <a:noFill/>
          <a:ln>
            <a:noFill/>
          </a:ln>
        </p:spPr>
      </p:pic>
      <p:sp>
        <p:nvSpPr>
          <p:cNvPr id="1213" name="Google Shape;1213;p105"/>
          <p:cNvSpPr txBox="1"/>
          <p:nvPr/>
        </p:nvSpPr>
        <p:spPr>
          <a:xfrm>
            <a:off x="2552700" y="1968500"/>
            <a:ext cx="1206600" cy="228600"/>
          </a:xfrm>
          <a:prstGeom prst="rect">
            <a:avLst/>
          </a:prstGeom>
          <a:noFill/>
          <a:ln>
            <a:noFill/>
          </a:ln>
        </p:spPr>
        <p:txBody>
          <a:bodyPr anchorCtr="0" anchor="t" bIns="91425" lIns="91425" spcFirstLastPara="1" rIns="91425" wrap="square" tIns="91425">
            <a:noAutofit/>
          </a:bodyPr>
          <a:lstStyle/>
          <a:p>
            <a:pPr indent="0" lvl="0" marL="0" rtl="0" algn="ctr">
              <a:lnSpc>
                <a:spcPct val="105000"/>
              </a:lnSpc>
              <a:spcBef>
                <a:spcPts val="0"/>
              </a:spcBef>
              <a:spcAft>
                <a:spcPts val="0"/>
              </a:spcAft>
              <a:buNone/>
            </a:pPr>
            <a:r>
              <a:rPr lang="en" sz="800">
                <a:solidFill>
                  <a:srgbClr val="212121"/>
                </a:solidFill>
                <a:latin typeface="Lexend"/>
                <a:ea typeface="Lexend"/>
                <a:cs typeface="Lexend"/>
                <a:sym typeface="Lexend"/>
              </a:rPr>
              <a:t>Open Mine</a:t>
            </a:r>
            <a:endParaRPr sz="800">
              <a:solidFill>
                <a:srgbClr val="212121"/>
              </a:solidFill>
              <a:latin typeface="Lexend"/>
              <a:ea typeface="Lexend"/>
              <a:cs typeface="Lexend"/>
              <a:sym typeface="Lexend"/>
            </a:endParaRPr>
          </a:p>
        </p:txBody>
      </p:sp>
      <p:sp>
        <p:nvSpPr>
          <p:cNvPr id="1214" name="Google Shape;1214;p105"/>
          <p:cNvSpPr txBox="1"/>
          <p:nvPr/>
        </p:nvSpPr>
        <p:spPr>
          <a:xfrm>
            <a:off x="3797300" y="1041825"/>
            <a:ext cx="1308000" cy="228600"/>
          </a:xfrm>
          <a:prstGeom prst="rect">
            <a:avLst/>
          </a:prstGeom>
          <a:noFill/>
          <a:ln>
            <a:noFill/>
          </a:ln>
        </p:spPr>
        <p:txBody>
          <a:bodyPr anchorCtr="0" anchor="t" bIns="91425" lIns="91425" spcFirstLastPara="1" rIns="91425" wrap="square" tIns="91425">
            <a:noAutofit/>
          </a:bodyPr>
          <a:lstStyle/>
          <a:p>
            <a:pPr indent="0" lvl="0" marL="0" rtl="0" algn="ctr">
              <a:lnSpc>
                <a:spcPct val="105000"/>
              </a:lnSpc>
              <a:spcBef>
                <a:spcPts val="0"/>
              </a:spcBef>
              <a:spcAft>
                <a:spcPts val="0"/>
              </a:spcAft>
              <a:buNone/>
            </a:pPr>
            <a:r>
              <a:rPr lang="en" sz="800">
                <a:solidFill>
                  <a:srgbClr val="212121"/>
                </a:solidFill>
                <a:latin typeface="Lexend"/>
                <a:ea typeface="Lexend"/>
                <a:cs typeface="Lexend"/>
                <a:sym typeface="Lexend"/>
              </a:rPr>
              <a:t>Browse reflections</a:t>
            </a:r>
            <a:endParaRPr sz="800">
              <a:solidFill>
                <a:srgbClr val="212121"/>
              </a:solidFill>
              <a:latin typeface="Lexend"/>
              <a:ea typeface="Lexend"/>
              <a:cs typeface="Lexend"/>
              <a:sym typeface="Lexend"/>
            </a:endParaRPr>
          </a:p>
        </p:txBody>
      </p:sp>
      <p:sp>
        <p:nvSpPr>
          <p:cNvPr id="1215" name="Google Shape;1215;p105"/>
          <p:cNvSpPr txBox="1"/>
          <p:nvPr/>
        </p:nvSpPr>
        <p:spPr>
          <a:xfrm>
            <a:off x="5105400" y="1041825"/>
            <a:ext cx="1308000" cy="228600"/>
          </a:xfrm>
          <a:prstGeom prst="rect">
            <a:avLst/>
          </a:prstGeom>
          <a:noFill/>
          <a:ln>
            <a:noFill/>
          </a:ln>
        </p:spPr>
        <p:txBody>
          <a:bodyPr anchorCtr="0" anchor="t" bIns="91425" lIns="91425" spcFirstLastPara="1" rIns="91425" wrap="square" tIns="91425">
            <a:noAutofit/>
          </a:bodyPr>
          <a:lstStyle/>
          <a:p>
            <a:pPr indent="0" lvl="0" marL="0" rtl="0" algn="ctr">
              <a:lnSpc>
                <a:spcPct val="105000"/>
              </a:lnSpc>
              <a:spcBef>
                <a:spcPts val="0"/>
              </a:spcBef>
              <a:spcAft>
                <a:spcPts val="0"/>
              </a:spcAft>
              <a:buNone/>
            </a:pPr>
            <a:r>
              <a:rPr lang="en" sz="800">
                <a:solidFill>
                  <a:srgbClr val="212121"/>
                </a:solidFill>
                <a:latin typeface="Lexend"/>
                <a:ea typeface="Lexend"/>
                <a:cs typeface="Lexend"/>
                <a:sym typeface="Lexend"/>
              </a:rPr>
              <a:t>Replay or read</a:t>
            </a:r>
            <a:endParaRPr sz="800">
              <a:solidFill>
                <a:srgbClr val="212121"/>
              </a:solidFill>
              <a:latin typeface="Lexend"/>
              <a:ea typeface="Lexend"/>
              <a:cs typeface="Lexend"/>
              <a:sym typeface="Lexend"/>
            </a:endParaRPr>
          </a:p>
        </p:txBody>
      </p:sp>
      <p:sp>
        <p:nvSpPr>
          <p:cNvPr id="1216" name="Google Shape;1216;p105"/>
          <p:cNvSpPr txBox="1"/>
          <p:nvPr/>
        </p:nvSpPr>
        <p:spPr>
          <a:xfrm>
            <a:off x="3797300" y="4826000"/>
            <a:ext cx="1308000" cy="228600"/>
          </a:xfrm>
          <a:prstGeom prst="rect">
            <a:avLst/>
          </a:prstGeom>
          <a:noFill/>
          <a:ln>
            <a:noFill/>
          </a:ln>
        </p:spPr>
        <p:txBody>
          <a:bodyPr anchorCtr="0" anchor="t" bIns="91425" lIns="91425" spcFirstLastPara="1" rIns="91425" wrap="square" tIns="91425">
            <a:noAutofit/>
          </a:bodyPr>
          <a:lstStyle/>
          <a:p>
            <a:pPr indent="0" lvl="0" marL="0" rtl="0" algn="ctr">
              <a:lnSpc>
                <a:spcPct val="105000"/>
              </a:lnSpc>
              <a:spcBef>
                <a:spcPts val="0"/>
              </a:spcBef>
              <a:spcAft>
                <a:spcPts val="0"/>
              </a:spcAft>
              <a:buNone/>
            </a:pPr>
            <a:r>
              <a:rPr lang="en" sz="800">
                <a:solidFill>
                  <a:srgbClr val="212121"/>
                </a:solidFill>
                <a:latin typeface="Lexend"/>
                <a:ea typeface="Lexend"/>
                <a:cs typeface="Lexend"/>
                <a:sym typeface="Lexend"/>
              </a:rPr>
              <a:t>Open saved art</a:t>
            </a:r>
            <a:endParaRPr sz="800">
              <a:solidFill>
                <a:srgbClr val="212121"/>
              </a:solidFill>
              <a:latin typeface="Lexend"/>
              <a:ea typeface="Lexend"/>
              <a:cs typeface="Lexend"/>
              <a:sym typeface="Lexend"/>
            </a:endParaRPr>
          </a:p>
        </p:txBody>
      </p:sp>
      <p:sp>
        <p:nvSpPr>
          <p:cNvPr id="1217" name="Google Shape;1217;p105"/>
          <p:cNvSpPr txBox="1"/>
          <p:nvPr/>
        </p:nvSpPr>
        <p:spPr>
          <a:xfrm>
            <a:off x="5105400" y="4826000"/>
            <a:ext cx="1308000" cy="228600"/>
          </a:xfrm>
          <a:prstGeom prst="rect">
            <a:avLst/>
          </a:prstGeom>
          <a:noFill/>
          <a:ln>
            <a:noFill/>
          </a:ln>
        </p:spPr>
        <p:txBody>
          <a:bodyPr anchorCtr="0" anchor="t" bIns="91425" lIns="91425" spcFirstLastPara="1" rIns="91425" wrap="square" tIns="91425">
            <a:noAutofit/>
          </a:bodyPr>
          <a:lstStyle/>
          <a:p>
            <a:pPr indent="0" lvl="0" marL="0" rtl="0" algn="ctr">
              <a:lnSpc>
                <a:spcPct val="105000"/>
              </a:lnSpc>
              <a:spcBef>
                <a:spcPts val="0"/>
              </a:spcBef>
              <a:spcAft>
                <a:spcPts val="0"/>
              </a:spcAft>
              <a:buNone/>
            </a:pPr>
            <a:r>
              <a:rPr lang="en" sz="800">
                <a:solidFill>
                  <a:srgbClr val="212121"/>
                </a:solidFill>
                <a:latin typeface="Lexend"/>
                <a:ea typeface="Lexend"/>
                <a:cs typeface="Lexend"/>
                <a:sym typeface="Lexend"/>
              </a:rPr>
              <a:t>Revisit reflection</a:t>
            </a:r>
            <a:endParaRPr sz="800">
              <a:solidFill>
                <a:srgbClr val="212121"/>
              </a:solidFill>
              <a:latin typeface="Lexend"/>
              <a:ea typeface="Lexend"/>
              <a:cs typeface="Lexend"/>
              <a:sym typeface="Lexend"/>
            </a:endParaRPr>
          </a:p>
        </p:txBody>
      </p:sp>
      <p:sp>
        <p:nvSpPr>
          <p:cNvPr id="1218" name="Google Shape;1218;p105"/>
          <p:cNvSpPr txBox="1"/>
          <p:nvPr>
            <p:ph type="title"/>
          </p:nvPr>
        </p:nvSpPr>
        <p:spPr>
          <a:xfrm>
            <a:off x="503825" y="95827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REVISIT AND CONNECT</a:t>
            </a:r>
            <a:endParaRPr sz="1400"/>
          </a:p>
          <a:p>
            <a:pPr indent="0" lvl="0" marL="0" rtl="0" algn="l">
              <a:spcBef>
                <a:spcPts val="0"/>
              </a:spcBef>
              <a:spcAft>
                <a:spcPts val="0"/>
              </a:spcAft>
              <a:buNone/>
            </a:pPr>
            <a:r>
              <a:t/>
            </a:r>
            <a:endParaRPr sz="1400"/>
          </a:p>
        </p:txBody>
      </p:sp>
      <p:sp>
        <p:nvSpPr>
          <p:cNvPr id="1219" name="Google Shape;1219;p105"/>
          <p:cNvSpPr txBox="1"/>
          <p:nvPr>
            <p:ph type="title"/>
          </p:nvPr>
        </p:nvSpPr>
        <p:spPr>
          <a:xfrm>
            <a:off x="503825" y="652200"/>
            <a:ext cx="5455800" cy="30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Lexend Mega"/>
                <a:ea typeface="Lexend Mega"/>
                <a:cs typeface="Lexend Mega"/>
                <a:sym typeface="Lexend Mega"/>
              </a:rPr>
              <a:t>TASK 3</a:t>
            </a:r>
            <a:endParaRPr sz="1100">
              <a:latin typeface="Lexend Mega"/>
              <a:ea typeface="Lexend Mega"/>
              <a:cs typeface="Lexend Mega"/>
              <a:sym typeface="Lexend Mega"/>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3" name="Shape 1223"/>
        <p:cNvGrpSpPr/>
        <p:nvPr/>
      </p:nvGrpSpPr>
      <p:grpSpPr>
        <a:xfrm>
          <a:off x="0" y="0"/>
          <a:ext cx="0" cy="0"/>
          <a:chOff x="0" y="0"/>
          <a:chExt cx="0" cy="0"/>
        </a:xfrm>
      </p:grpSpPr>
      <p:sp>
        <p:nvSpPr>
          <p:cNvPr id="1224" name="Google Shape;1224;p106"/>
          <p:cNvSpPr txBox="1"/>
          <p:nvPr>
            <p:ph type="ctrTitle"/>
          </p:nvPr>
        </p:nvSpPr>
        <p:spPr>
          <a:xfrm>
            <a:off x="713225" y="1042425"/>
            <a:ext cx="7717500" cy="2289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latin typeface="Lexend Mega Black"/>
                <a:ea typeface="Lexend Mega Black"/>
                <a:cs typeface="Lexend Mega Black"/>
                <a:sym typeface="Lexend Mega Black"/>
              </a:rPr>
              <a:t>TESTING METHODOLOGY</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28" name="Shape 1228"/>
        <p:cNvGrpSpPr/>
        <p:nvPr/>
      </p:nvGrpSpPr>
      <p:grpSpPr>
        <a:xfrm>
          <a:off x="0" y="0"/>
          <a:ext cx="0" cy="0"/>
          <a:chOff x="0" y="0"/>
          <a:chExt cx="0" cy="0"/>
        </a:xfrm>
      </p:grpSpPr>
      <p:sp>
        <p:nvSpPr>
          <p:cNvPr id="1229" name="Google Shape;1229;p107"/>
          <p:cNvSpPr txBox="1"/>
          <p:nvPr>
            <p:ph type="title"/>
          </p:nvPr>
        </p:nvSpPr>
        <p:spPr>
          <a:xfrm>
            <a:off x="635000"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WE TESTED</a:t>
            </a:r>
            <a:endParaRPr/>
          </a:p>
        </p:txBody>
      </p:sp>
      <p:sp>
        <p:nvSpPr>
          <p:cNvPr id="1230" name="Google Shape;1230;p107"/>
          <p:cNvSpPr txBox="1"/>
          <p:nvPr/>
        </p:nvSpPr>
        <p:spPr>
          <a:xfrm>
            <a:off x="723900" y="1651000"/>
            <a:ext cx="7620000" cy="2540100"/>
          </a:xfrm>
          <a:prstGeom prst="rect">
            <a:avLst/>
          </a:prstGeom>
          <a:no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lang="en" sz="2400">
                <a:solidFill>
                  <a:schemeClr val="dk1"/>
                </a:solidFill>
                <a:latin typeface="Lexend"/>
                <a:ea typeface="Lexend"/>
                <a:cs typeface="Lexend"/>
                <a:sym typeface="Lexend"/>
              </a:rPr>
              <a:t>We ran </a:t>
            </a:r>
            <a:r>
              <a:rPr lang="en" sz="2400">
                <a:solidFill>
                  <a:schemeClr val="dk1"/>
                </a:solidFill>
                <a:highlight>
                  <a:srgbClr val="FFDEA3"/>
                </a:highlight>
                <a:latin typeface="Lexend"/>
                <a:ea typeface="Lexend"/>
                <a:cs typeface="Lexend"/>
                <a:sym typeface="Lexend"/>
              </a:rPr>
              <a:t>four in-person usability tests</a:t>
            </a:r>
            <a:r>
              <a:rPr lang="en" sz="2400">
                <a:solidFill>
                  <a:schemeClr val="dk1"/>
                </a:solidFill>
                <a:latin typeface="Lexend"/>
                <a:ea typeface="Lexend"/>
                <a:cs typeface="Lexend"/>
                <a:sym typeface="Lexend"/>
              </a:rPr>
              <a:t> with our paper prototype. Each participant tried </a:t>
            </a:r>
            <a:r>
              <a:rPr lang="en" sz="2400">
                <a:solidFill>
                  <a:schemeClr val="dk1"/>
                </a:solidFill>
                <a:highlight>
                  <a:srgbClr val="C4FFF0"/>
                </a:highlight>
                <a:latin typeface="Lexend"/>
                <a:ea typeface="Lexend"/>
                <a:cs typeface="Lexend"/>
                <a:sym typeface="Lexend"/>
              </a:rPr>
              <a:t>three tasks</a:t>
            </a:r>
            <a:r>
              <a:rPr lang="en" sz="2400">
                <a:solidFill>
                  <a:schemeClr val="dk1"/>
                </a:solidFill>
                <a:latin typeface="Lexend"/>
                <a:ea typeface="Lexend"/>
                <a:cs typeface="Lexend"/>
                <a:sym typeface="Lexend"/>
              </a:rPr>
              <a:t> while thinking aloud, then rated each task for </a:t>
            </a:r>
            <a:r>
              <a:rPr lang="en" sz="2400">
                <a:solidFill>
                  <a:schemeClr val="dk1"/>
                </a:solidFill>
                <a:highlight>
                  <a:srgbClr val="D9FF94"/>
                </a:highlight>
                <a:latin typeface="Lexend"/>
                <a:ea typeface="Lexend"/>
                <a:cs typeface="Lexend"/>
                <a:sym typeface="Lexend"/>
              </a:rPr>
              <a:t>satisfaction</a:t>
            </a:r>
            <a:r>
              <a:rPr lang="en" sz="2400">
                <a:solidFill>
                  <a:schemeClr val="dk1"/>
                </a:solidFill>
                <a:latin typeface="Lexend"/>
                <a:ea typeface="Lexend"/>
                <a:cs typeface="Lexend"/>
                <a:sym typeface="Lexend"/>
              </a:rPr>
              <a:t> and </a:t>
            </a:r>
            <a:r>
              <a:rPr lang="en" sz="2400">
                <a:solidFill>
                  <a:schemeClr val="dk1"/>
                </a:solidFill>
                <a:highlight>
                  <a:srgbClr val="B8E3FF"/>
                </a:highlight>
                <a:latin typeface="Lexend"/>
                <a:ea typeface="Lexend"/>
                <a:cs typeface="Lexend"/>
                <a:sym typeface="Lexend"/>
              </a:rPr>
              <a:t>flexibility</a:t>
            </a:r>
            <a:r>
              <a:rPr lang="en" sz="2400">
                <a:solidFill>
                  <a:schemeClr val="dk1"/>
                </a:solidFill>
                <a:latin typeface="Lexend"/>
                <a:ea typeface="Lexend"/>
                <a:cs typeface="Lexend"/>
                <a:sym typeface="Lexend"/>
              </a:rPr>
              <a:t>.</a:t>
            </a:r>
            <a:endParaRPr sz="2400">
              <a:solidFill>
                <a:schemeClr val="dk1"/>
              </a:solidFill>
              <a:latin typeface="Lexend"/>
              <a:ea typeface="Lexend"/>
              <a:cs typeface="Lexend"/>
              <a:sym typeface="Lexen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34" name="Shape 1234"/>
        <p:cNvGrpSpPr/>
        <p:nvPr/>
      </p:nvGrpSpPr>
      <p:grpSpPr>
        <a:xfrm>
          <a:off x="0" y="0"/>
          <a:ext cx="0" cy="0"/>
          <a:chOff x="0" y="0"/>
          <a:chExt cx="0" cy="0"/>
        </a:xfrm>
      </p:grpSpPr>
      <p:sp>
        <p:nvSpPr>
          <p:cNvPr id="1235" name="Google Shape;1235;p108"/>
          <p:cNvSpPr txBox="1"/>
          <p:nvPr>
            <p:ph type="title"/>
          </p:nvPr>
        </p:nvSpPr>
        <p:spPr>
          <a:xfrm>
            <a:off x="635000"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RECRUITMENT</a:t>
            </a:r>
            <a:endParaRPr/>
          </a:p>
        </p:txBody>
      </p:sp>
      <p:sp>
        <p:nvSpPr>
          <p:cNvPr id="1236" name="Google Shape;1236;p108"/>
          <p:cNvSpPr txBox="1"/>
          <p:nvPr/>
        </p:nvSpPr>
        <p:spPr>
          <a:xfrm>
            <a:off x="800100" y="1320800"/>
            <a:ext cx="7493100" cy="3555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350">
                <a:solidFill>
                  <a:schemeClr val="dk1"/>
                </a:solidFill>
                <a:latin typeface="Lexend"/>
                <a:ea typeface="Lexend"/>
                <a:cs typeface="Lexend"/>
                <a:sym typeface="Lexend"/>
              </a:rPr>
              <a:t>Where: </a:t>
            </a:r>
            <a:r>
              <a:rPr lang="en" sz="1350">
                <a:solidFill>
                  <a:schemeClr val="dk1"/>
                </a:solidFill>
                <a:latin typeface="Lexend"/>
                <a:ea typeface="Lexend"/>
                <a:cs typeface="Lexend"/>
                <a:sym typeface="Lexend"/>
              </a:rPr>
              <a:t>The Stanford d.school hosts a variety of craft and creative events that are open to the community. These events draw out different creative archetypes, from dedicated crafters to people who come because the event makes it easy to start. We attended one of these events and respectfully recruited after the programming ended.</a:t>
            </a:r>
            <a:endParaRPr sz="1350">
              <a:solidFill>
                <a:schemeClr val="dk1"/>
              </a:solidFill>
              <a:latin typeface="Lexend"/>
              <a:ea typeface="Lexend"/>
              <a:cs typeface="Lexend"/>
              <a:sym typeface="Lexend"/>
            </a:endParaRPr>
          </a:p>
          <a:p>
            <a:pPr indent="0" lvl="0" marL="0" rtl="0" algn="l">
              <a:lnSpc>
                <a:spcPct val="115000"/>
              </a:lnSpc>
              <a:spcBef>
                <a:spcPts val="1100"/>
              </a:spcBef>
              <a:spcAft>
                <a:spcPts val="0"/>
              </a:spcAft>
              <a:buNone/>
            </a:pPr>
            <a:r>
              <a:rPr b="1" lang="en" sz="1350">
                <a:solidFill>
                  <a:schemeClr val="dk1"/>
                </a:solidFill>
                <a:latin typeface="Lexend"/>
                <a:ea typeface="Lexend"/>
                <a:cs typeface="Lexend"/>
                <a:sym typeface="Lexend"/>
              </a:rPr>
              <a:t>Who: </a:t>
            </a:r>
            <a:r>
              <a:rPr lang="en" sz="1350">
                <a:solidFill>
                  <a:schemeClr val="dk1"/>
                </a:solidFill>
                <a:latin typeface="Lexend"/>
                <a:ea typeface="Lexend"/>
                <a:cs typeface="Lexend"/>
                <a:sym typeface="Lexend"/>
              </a:rPr>
              <a:t>Creatives who either (a) placed the importance of creating in the process, (b) are struggling to make time for creating, or (c) both.</a:t>
            </a:r>
            <a:endParaRPr sz="1350">
              <a:solidFill>
                <a:schemeClr val="dk1"/>
              </a:solidFill>
              <a:latin typeface="Lexend"/>
              <a:ea typeface="Lexend"/>
              <a:cs typeface="Lexend"/>
              <a:sym typeface="Lexend"/>
            </a:endParaRPr>
          </a:p>
          <a:p>
            <a:pPr indent="0" lvl="0" marL="0" rtl="0" algn="l">
              <a:lnSpc>
                <a:spcPct val="115000"/>
              </a:lnSpc>
              <a:spcBef>
                <a:spcPts val="1100"/>
              </a:spcBef>
              <a:spcAft>
                <a:spcPts val="0"/>
              </a:spcAft>
              <a:buNone/>
            </a:pPr>
            <a:r>
              <a:rPr b="1" lang="en" sz="1350">
                <a:solidFill>
                  <a:schemeClr val="dk1"/>
                </a:solidFill>
                <a:latin typeface="Lexend"/>
                <a:ea typeface="Lexend"/>
                <a:cs typeface="Lexend"/>
                <a:sym typeface="Lexend"/>
              </a:rPr>
              <a:t>After recruiting: </a:t>
            </a:r>
            <a:r>
              <a:rPr lang="en" sz="1350">
                <a:solidFill>
                  <a:schemeClr val="dk1"/>
                </a:solidFill>
                <a:latin typeface="Lexend"/>
                <a:ea typeface="Lexend"/>
                <a:cs typeface="Lexend"/>
                <a:sym typeface="Lexend"/>
              </a:rPr>
              <a:t>We saved each participant's contact information and met them later at a location that worked for them.</a:t>
            </a:r>
            <a:endParaRPr sz="1350">
              <a:solidFill>
                <a:schemeClr val="dk1"/>
              </a:solidFill>
              <a:latin typeface="Lexend"/>
              <a:ea typeface="Lexend"/>
              <a:cs typeface="Lexend"/>
              <a:sym typeface="Lexend"/>
            </a:endParaRPr>
          </a:p>
          <a:p>
            <a:pPr indent="0" lvl="0" marL="0" rtl="0" algn="l">
              <a:lnSpc>
                <a:spcPct val="115000"/>
              </a:lnSpc>
              <a:spcBef>
                <a:spcPts val="1100"/>
              </a:spcBef>
              <a:spcAft>
                <a:spcPts val="1100"/>
              </a:spcAft>
              <a:buNone/>
            </a:pPr>
            <a:r>
              <a:rPr b="1" lang="en" sz="1350">
                <a:solidFill>
                  <a:schemeClr val="dk1"/>
                </a:solidFill>
                <a:latin typeface="Lexend"/>
                <a:ea typeface="Lexend"/>
                <a:cs typeface="Lexend"/>
                <a:sym typeface="Lexend"/>
              </a:rPr>
              <a:t>Compensation: </a:t>
            </a:r>
            <a:r>
              <a:rPr lang="en" sz="1350">
                <a:solidFill>
                  <a:schemeClr val="dk1"/>
                </a:solidFill>
                <a:latin typeface="Lexend"/>
                <a:ea typeface="Lexend"/>
                <a:cs typeface="Lexend"/>
                <a:sym typeface="Lexend"/>
              </a:rPr>
              <a:t>Our verbal appreciation.</a:t>
            </a:r>
            <a:endParaRPr sz="1350">
              <a:solidFill>
                <a:schemeClr val="dk1"/>
              </a:solidFill>
              <a:latin typeface="Lexend"/>
              <a:ea typeface="Lexend"/>
              <a:cs typeface="Lexend"/>
              <a:sym typeface="Lexen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0" name="Shape 1240"/>
        <p:cNvGrpSpPr/>
        <p:nvPr/>
      </p:nvGrpSpPr>
      <p:grpSpPr>
        <a:xfrm>
          <a:off x="0" y="0"/>
          <a:ext cx="0" cy="0"/>
          <a:chOff x="0" y="0"/>
          <a:chExt cx="0" cy="0"/>
        </a:xfrm>
      </p:grpSpPr>
      <p:sp>
        <p:nvSpPr>
          <p:cNvPr id="1241" name="Google Shape;1241;p109"/>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PARTICIPANTS</a:t>
            </a:r>
            <a:endParaRPr/>
          </a:p>
        </p:txBody>
      </p:sp>
      <p:sp>
        <p:nvSpPr>
          <p:cNvPr id="1242" name="Google Shape;1242;p109"/>
          <p:cNvSpPr txBox="1"/>
          <p:nvPr/>
        </p:nvSpPr>
        <p:spPr>
          <a:xfrm>
            <a:off x="596675" y="2495515"/>
            <a:ext cx="1659900" cy="849300"/>
          </a:xfrm>
          <a:prstGeom prst="rect">
            <a:avLst/>
          </a:prstGeom>
          <a:noFill/>
          <a:ln>
            <a:noFill/>
          </a:ln>
        </p:spPr>
        <p:txBody>
          <a:bodyPr anchorCtr="0" anchor="t" bIns="88400" lIns="88400" spcFirstLastPara="1" rIns="88400" wrap="square" tIns="88400">
            <a:normAutofit/>
          </a:bodyPr>
          <a:lstStyle/>
          <a:p>
            <a:pPr indent="0" lvl="0" marL="0" rtl="0" algn="ctr">
              <a:spcBef>
                <a:spcPts val="0"/>
              </a:spcBef>
              <a:spcAft>
                <a:spcPts val="0"/>
              </a:spcAft>
              <a:buNone/>
            </a:pPr>
            <a:r>
              <a:rPr b="1" i="1" lang="en" sz="1663"/>
              <a:t>Booker</a:t>
            </a:r>
            <a:endParaRPr b="1" i="1" sz="1663">
              <a:solidFill>
                <a:srgbClr val="000000"/>
              </a:solidFill>
            </a:endParaRPr>
          </a:p>
          <a:p>
            <a:pPr indent="0" lvl="0" marL="0" rtl="0" algn="ctr">
              <a:spcBef>
                <a:spcPts val="0"/>
              </a:spcBef>
              <a:spcAft>
                <a:spcPts val="0"/>
              </a:spcAft>
              <a:buNone/>
            </a:pPr>
            <a:r>
              <a:rPr i="1" lang="en" sz="1126"/>
              <a:t>Software Developer</a:t>
            </a:r>
            <a:endParaRPr i="1" sz="1126">
              <a:solidFill>
                <a:srgbClr val="000000"/>
              </a:solidFill>
            </a:endParaRPr>
          </a:p>
          <a:p>
            <a:pPr indent="0" lvl="0" marL="0" rtl="0" algn="ctr">
              <a:spcBef>
                <a:spcPts val="0"/>
              </a:spcBef>
              <a:spcAft>
                <a:spcPts val="0"/>
              </a:spcAft>
              <a:buNone/>
            </a:pPr>
            <a:r>
              <a:rPr i="1" lang="en" sz="1126"/>
              <a:t>Writer (P1)</a:t>
            </a:r>
            <a:endParaRPr i="1" sz="1126">
              <a:solidFill>
                <a:srgbClr val="000000"/>
              </a:solidFill>
            </a:endParaRPr>
          </a:p>
        </p:txBody>
      </p:sp>
      <p:sp>
        <p:nvSpPr>
          <p:cNvPr id="1243" name="Google Shape;1243;p109"/>
          <p:cNvSpPr txBox="1"/>
          <p:nvPr/>
        </p:nvSpPr>
        <p:spPr>
          <a:xfrm>
            <a:off x="2611352" y="2495515"/>
            <a:ext cx="1659900" cy="849300"/>
          </a:xfrm>
          <a:prstGeom prst="rect">
            <a:avLst/>
          </a:prstGeom>
          <a:noFill/>
          <a:ln>
            <a:noFill/>
          </a:ln>
        </p:spPr>
        <p:txBody>
          <a:bodyPr anchorCtr="0" anchor="t" bIns="88400" lIns="88400" spcFirstLastPara="1" rIns="88400" wrap="square" tIns="88400">
            <a:normAutofit/>
          </a:bodyPr>
          <a:lstStyle/>
          <a:p>
            <a:pPr indent="0" lvl="0" marL="0" rtl="0" algn="ctr">
              <a:spcBef>
                <a:spcPts val="0"/>
              </a:spcBef>
              <a:spcAft>
                <a:spcPts val="0"/>
              </a:spcAft>
              <a:buNone/>
            </a:pPr>
            <a:r>
              <a:rPr b="1" i="1" lang="en" sz="1663"/>
              <a:t>Jonas</a:t>
            </a:r>
            <a:endParaRPr b="1" i="1" sz="1663">
              <a:solidFill>
                <a:srgbClr val="000000"/>
              </a:solidFill>
            </a:endParaRPr>
          </a:p>
          <a:p>
            <a:pPr indent="0" lvl="0" marL="0" rtl="0" algn="ctr">
              <a:spcBef>
                <a:spcPts val="0"/>
              </a:spcBef>
              <a:spcAft>
                <a:spcPts val="0"/>
              </a:spcAft>
              <a:buNone/>
            </a:pPr>
            <a:r>
              <a:rPr i="1" lang="en" sz="1126"/>
              <a:t>Palo Alto Resident</a:t>
            </a:r>
            <a:endParaRPr i="1" sz="1126">
              <a:solidFill>
                <a:srgbClr val="000000"/>
              </a:solidFill>
            </a:endParaRPr>
          </a:p>
          <a:p>
            <a:pPr indent="0" lvl="0" marL="0" rtl="0" algn="ctr">
              <a:spcBef>
                <a:spcPts val="0"/>
              </a:spcBef>
              <a:spcAft>
                <a:spcPts val="0"/>
              </a:spcAft>
              <a:buNone/>
            </a:pPr>
            <a:r>
              <a:rPr i="1" lang="en" sz="1126"/>
              <a:t>Violinist (P2)</a:t>
            </a:r>
            <a:endParaRPr i="1" sz="1126">
              <a:solidFill>
                <a:srgbClr val="000000"/>
              </a:solidFill>
            </a:endParaRPr>
          </a:p>
        </p:txBody>
      </p:sp>
      <p:sp>
        <p:nvSpPr>
          <p:cNvPr id="1244" name="Google Shape;1244;p109"/>
          <p:cNvSpPr txBox="1"/>
          <p:nvPr/>
        </p:nvSpPr>
        <p:spPr>
          <a:xfrm>
            <a:off x="4626029" y="2495515"/>
            <a:ext cx="1659900" cy="849300"/>
          </a:xfrm>
          <a:prstGeom prst="rect">
            <a:avLst/>
          </a:prstGeom>
          <a:noFill/>
          <a:ln>
            <a:noFill/>
          </a:ln>
        </p:spPr>
        <p:txBody>
          <a:bodyPr anchorCtr="0" anchor="t" bIns="88400" lIns="88400" spcFirstLastPara="1" rIns="88400" wrap="square" tIns="88400">
            <a:normAutofit/>
          </a:bodyPr>
          <a:lstStyle/>
          <a:p>
            <a:pPr indent="0" lvl="0" marL="0" rtl="0" algn="ctr">
              <a:spcBef>
                <a:spcPts val="0"/>
              </a:spcBef>
              <a:spcAft>
                <a:spcPts val="0"/>
              </a:spcAft>
              <a:buNone/>
            </a:pPr>
            <a:r>
              <a:rPr b="1" i="1" lang="en" sz="1663"/>
              <a:t>Cyrus</a:t>
            </a:r>
            <a:endParaRPr b="1" i="1" sz="1663">
              <a:solidFill>
                <a:srgbClr val="000000"/>
              </a:solidFill>
            </a:endParaRPr>
          </a:p>
          <a:p>
            <a:pPr indent="0" lvl="0" marL="0" rtl="0" algn="ctr">
              <a:spcBef>
                <a:spcPts val="0"/>
              </a:spcBef>
              <a:spcAft>
                <a:spcPts val="0"/>
              </a:spcAft>
              <a:buNone/>
            </a:pPr>
            <a:r>
              <a:rPr i="1" lang="en" sz="1126"/>
              <a:t>Palo Alto Resident</a:t>
            </a:r>
            <a:endParaRPr i="1" sz="1126">
              <a:solidFill>
                <a:srgbClr val="000000"/>
              </a:solidFill>
            </a:endParaRPr>
          </a:p>
          <a:p>
            <a:pPr indent="0" lvl="0" marL="0" rtl="0" algn="ctr">
              <a:spcBef>
                <a:spcPts val="0"/>
              </a:spcBef>
              <a:spcAft>
                <a:spcPts val="0"/>
              </a:spcAft>
              <a:buNone/>
            </a:pPr>
            <a:r>
              <a:rPr i="1" lang="en" sz="1126"/>
              <a:t>Journaler (P3)</a:t>
            </a:r>
            <a:endParaRPr i="1" sz="1126">
              <a:solidFill>
                <a:srgbClr val="000000"/>
              </a:solidFill>
            </a:endParaRPr>
          </a:p>
        </p:txBody>
      </p:sp>
      <p:sp>
        <p:nvSpPr>
          <p:cNvPr id="1245" name="Google Shape;1245;p109"/>
          <p:cNvSpPr txBox="1"/>
          <p:nvPr/>
        </p:nvSpPr>
        <p:spPr>
          <a:xfrm>
            <a:off x="6640707" y="2495515"/>
            <a:ext cx="1659900" cy="849300"/>
          </a:xfrm>
          <a:prstGeom prst="rect">
            <a:avLst/>
          </a:prstGeom>
          <a:noFill/>
          <a:ln>
            <a:noFill/>
          </a:ln>
        </p:spPr>
        <p:txBody>
          <a:bodyPr anchorCtr="0" anchor="t" bIns="88400" lIns="88400" spcFirstLastPara="1" rIns="88400" wrap="square" tIns="88400">
            <a:normAutofit/>
          </a:bodyPr>
          <a:lstStyle/>
          <a:p>
            <a:pPr indent="0" lvl="0" marL="0" rtl="0" algn="ctr">
              <a:spcBef>
                <a:spcPts val="0"/>
              </a:spcBef>
              <a:spcAft>
                <a:spcPts val="0"/>
              </a:spcAft>
              <a:buNone/>
            </a:pPr>
            <a:r>
              <a:rPr b="1" i="1" lang="en" sz="1663"/>
              <a:t>James</a:t>
            </a:r>
            <a:endParaRPr b="1" i="1" sz="1663">
              <a:solidFill>
                <a:srgbClr val="000000"/>
              </a:solidFill>
            </a:endParaRPr>
          </a:p>
          <a:p>
            <a:pPr indent="0" lvl="0" marL="0" rtl="0" algn="ctr">
              <a:spcBef>
                <a:spcPts val="0"/>
              </a:spcBef>
              <a:spcAft>
                <a:spcPts val="0"/>
              </a:spcAft>
              <a:buNone/>
            </a:pPr>
            <a:r>
              <a:rPr i="1" lang="en" sz="1126"/>
              <a:t>Product Manager</a:t>
            </a:r>
            <a:endParaRPr i="1" sz="1126">
              <a:solidFill>
                <a:srgbClr val="000000"/>
              </a:solidFill>
            </a:endParaRPr>
          </a:p>
          <a:p>
            <a:pPr indent="0" lvl="0" marL="0" rtl="0" algn="ctr">
              <a:spcBef>
                <a:spcPts val="0"/>
              </a:spcBef>
              <a:spcAft>
                <a:spcPts val="0"/>
              </a:spcAft>
              <a:buNone/>
            </a:pPr>
            <a:r>
              <a:rPr i="1" lang="en" sz="1126"/>
              <a:t>Ideator (P4)</a:t>
            </a:r>
            <a:endParaRPr i="1" sz="1126">
              <a:solidFill>
                <a:srgbClr val="000000"/>
              </a:solidFill>
            </a:endParaRPr>
          </a:p>
        </p:txBody>
      </p:sp>
      <p:sp>
        <p:nvSpPr>
          <p:cNvPr id="1246" name="Google Shape;1246;p109"/>
          <p:cNvSpPr txBox="1"/>
          <p:nvPr>
            <p:ph idx="1" type="subTitle"/>
          </p:nvPr>
        </p:nvSpPr>
        <p:spPr>
          <a:xfrm>
            <a:off x="503825" y="3557050"/>
            <a:ext cx="7704000" cy="706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600"/>
              <a:t>We sought creatives who either (a) placed the importance of creating in the process, (b) are struggling to make time for creating, or (c) both.</a:t>
            </a:r>
            <a:endParaRPr sz="1200"/>
          </a:p>
        </p:txBody>
      </p:sp>
      <p:pic>
        <p:nvPicPr>
          <p:cNvPr id="1247" name="Google Shape;1247;p109"/>
          <p:cNvPicPr preferRelativeResize="0"/>
          <p:nvPr/>
        </p:nvPicPr>
        <p:blipFill>
          <a:blip r:embed="rId3">
            <a:alphaModFix/>
          </a:blip>
          <a:stretch>
            <a:fillRect/>
          </a:stretch>
        </p:blipFill>
        <p:spPr>
          <a:xfrm>
            <a:off x="980250" y="1574600"/>
            <a:ext cx="1058400" cy="1058400"/>
          </a:xfrm>
          <a:prstGeom prst="rect">
            <a:avLst/>
          </a:prstGeom>
          <a:noFill/>
          <a:ln>
            <a:noFill/>
          </a:ln>
        </p:spPr>
      </p:pic>
      <p:pic>
        <p:nvPicPr>
          <p:cNvPr id="1248" name="Google Shape;1248;p109"/>
          <p:cNvPicPr preferRelativeResize="0"/>
          <p:nvPr/>
        </p:nvPicPr>
        <p:blipFill>
          <a:blip r:embed="rId4">
            <a:alphaModFix/>
          </a:blip>
          <a:stretch>
            <a:fillRect/>
          </a:stretch>
        </p:blipFill>
        <p:spPr>
          <a:xfrm>
            <a:off x="2848649" y="1435350"/>
            <a:ext cx="1336900" cy="1336900"/>
          </a:xfrm>
          <a:prstGeom prst="rect">
            <a:avLst/>
          </a:prstGeom>
          <a:noFill/>
          <a:ln>
            <a:noFill/>
          </a:ln>
        </p:spPr>
      </p:pic>
      <p:pic>
        <p:nvPicPr>
          <p:cNvPr id="1249" name="Google Shape;1249;p109"/>
          <p:cNvPicPr preferRelativeResize="0"/>
          <p:nvPr/>
        </p:nvPicPr>
        <p:blipFill>
          <a:blip r:embed="rId5">
            <a:alphaModFix/>
          </a:blip>
          <a:stretch>
            <a:fillRect/>
          </a:stretch>
        </p:blipFill>
        <p:spPr>
          <a:xfrm>
            <a:off x="4886075" y="1463313"/>
            <a:ext cx="1280975" cy="1280975"/>
          </a:xfrm>
          <a:prstGeom prst="rect">
            <a:avLst/>
          </a:prstGeom>
          <a:noFill/>
          <a:ln>
            <a:noFill/>
          </a:ln>
        </p:spPr>
      </p:pic>
      <p:pic>
        <p:nvPicPr>
          <p:cNvPr id="1250" name="Google Shape;1250;p109"/>
          <p:cNvPicPr preferRelativeResize="0"/>
          <p:nvPr/>
        </p:nvPicPr>
        <p:blipFill>
          <a:blip r:embed="rId6">
            <a:alphaModFix/>
          </a:blip>
          <a:stretch>
            <a:fillRect/>
          </a:stretch>
        </p:blipFill>
        <p:spPr>
          <a:xfrm>
            <a:off x="7023450" y="1663850"/>
            <a:ext cx="1026300" cy="10263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54" name="Shape 1254"/>
        <p:cNvGrpSpPr/>
        <p:nvPr/>
      </p:nvGrpSpPr>
      <p:grpSpPr>
        <a:xfrm>
          <a:off x="0" y="0"/>
          <a:ext cx="0" cy="0"/>
          <a:chOff x="0" y="0"/>
          <a:chExt cx="0" cy="0"/>
        </a:xfrm>
      </p:grpSpPr>
      <p:sp>
        <p:nvSpPr>
          <p:cNvPr id="1255" name="Google Shape;1255;p110"/>
          <p:cNvSpPr txBox="1"/>
          <p:nvPr>
            <p:ph type="title"/>
          </p:nvPr>
        </p:nvSpPr>
        <p:spPr>
          <a:xfrm>
            <a:off x="635000"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THESE PARTICIPANTS</a:t>
            </a:r>
            <a:endParaRPr/>
          </a:p>
        </p:txBody>
      </p:sp>
      <p:sp>
        <p:nvSpPr>
          <p:cNvPr id="1256" name="Google Shape;1256;p110"/>
          <p:cNvSpPr txBox="1"/>
          <p:nvPr/>
        </p:nvSpPr>
        <p:spPr>
          <a:xfrm>
            <a:off x="800100" y="1320800"/>
            <a:ext cx="7493100" cy="3555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350">
                <a:solidFill>
                  <a:schemeClr val="dk1"/>
                </a:solidFill>
                <a:latin typeface="Lexend"/>
                <a:ea typeface="Lexend"/>
                <a:cs typeface="Lexend"/>
                <a:sym typeface="Lexend"/>
              </a:rPr>
              <a:t>Booker (a, b): </a:t>
            </a:r>
            <a:r>
              <a:rPr lang="en" sz="1350">
                <a:solidFill>
                  <a:schemeClr val="dk1"/>
                </a:solidFill>
                <a:latin typeface="Lexend"/>
                <a:ea typeface="Lexend"/>
                <a:cs typeface="Lexend"/>
                <a:sym typeface="Lexend"/>
              </a:rPr>
              <a:t>Writes in short sessions around a full-time job and struggles to find time for it.</a:t>
            </a:r>
            <a:endParaRPr sz="1350">
              <a:solidFill>
                <a:schemeClr val="dk1"/>
              </a:solidFill>
              <a:latin typeface="Lexend"/>
              <a:ea typeface="Lexend"/>
              <a:cs typeface="Lexend"/>
              <a:sym typeface="Lexend"/>
            </a:endParaRPr>
          </a:p>
          <a:p>
            <a:pPr indent="0" lvl="0" marL="0" rtl="0" algn="l">
              <a:lnSpc>
                <a:spcPct val="115000"/>
              </a:lnSpc>
              <a:spcBef>
                <a:spcPts val="1100"/>
              </a:spcBef>
              <a:spcAft>
                <a:spcPts val="0"/>
              </a:spcAft>
              <a:buNone/>
            </a:pPr>
            <a:r>
              <a:rPr b="1" lang="en" sz="1350">
                <a:solidFill>
                  <a:schemeClr val="dk1"/>
                </a:solidFill>
                <a:latin typeface="Lexend"/>
                <a:ea typeface="Lexend"/>
                <a:cs typeface="Lexend"/>
                <a:sym typeface="Lexend"/>
              </a:rPr>
              <a:t>Jonas (a): </a:t>
            </a:r>
            <a:r>
              <a:rPr lang="en" sz="1350">
                <a:solidFill>
                  <a:schemeClr val="dk1"/>
                </a:solidFill>
                <a:latin typeface="Lexend"/>
                <a:ea typeface="Lexend"/>
                <a:cs typeface="Lexend"/>
                <a:sym typeface="Lexend"/>
              </a:rPr>
              <a:t>Plays violin for fun and learns new pieces by ear.</a:t>
            </a:r>
            <a:endParaRPr sz="1350">
              <a:solidFill>
                <a:schemeClr val="dk1"/>
              </a:solidFill>
              <a:latin typeface="Lexend"/>
              <a:ea typeface="Lexend"/>
              <a:cs typeface="Lexend"/>
              <a:sym typeface="Lexend"/>
            </a:endParaRPr>
          </a:p>
          <a:p>
            <a:pPr indent="0" lvl="0" marL="0" rtl="0" algn="l">
              <a:lnSpc>
                <a:spcPct val="115000"/>
              </a:lnSpc>
              <a:spcBef>
                <a:spcPts val="1100"/>
              </a:spcBef>
              <a:spcAft>
                <a:spcPts val="0"/>
              </a:spcAft>
              <a:buNone/>
            </a:pPr>
            <a:r>
              <a:rPr b="1" lang="en" sz="1350">
                <a:solidFill>
                  <a:schemeClr val="dk1"/>
                </a:solidFill>
                <a:latin typeface="Lexend"/>
                <a:ea typeface="Lexend"/>
                <a:cs typeface="Lexend"/>
                <a:sym typeface="Lexend"/>
              </a:rPr>
              <a:t>Cyrus (a): </a:t>
            </a:r>
            <a:r>
              <a:rPr lang="en" sz="1350">
                <a:solidFill>
                  <a:schemeClr val="dk1"/>
                </a:solidFill>
                <a:latin typeface="Lexend"/>
                <a:ea typeface="Lexend"/>
                <a:cs typeface="Lexend"/>
                <a:sym typeface="Lexend"/>
              </a:rPr>
              <a:t>Journals for himself and goes on walks to get unstuck.</a:t>
            </a:r>
            <a:endParaRPr sz="1350">
              <a:solidFill>
                <a:schemeClr val="dk1"/>
              </a:solidFill>
              <a:latin typeface="Lexend"/>
              <a:ea typeface="Lexend"/>
              <a:cs typeface="Lexend"/>
              <a:sym typeface="Lexend"/>
            </a:endParaRPr>
          </a:p>
          <a:p>
            <a:pPr indent="0" lvl="0" marL="0" rtl="0" algn="l">
              <a:lnSpc>
                <a:spcPct val="115000"/>
              </a:lnSpc>
              <a:spcBef>
                <a:spcPts val="1100"/>
              </a:spcBef>
              <a:spcAft>
                <a:spcPts val="0"/>
              </a:spcAft>
              <a:buNone/>
            </a:pPr>
            <a:r>
              <a:rPr b="1" lang="en" sz="1350">
                <a:solidFill>
                  <a:schemeClr val="dk1"/>
                </a:solidFill>
                <a:latin typeface="Lexend"/>
                <a:ea typeface="Lexend"/>
                <a:cs typeface="Lexend"/>
                <a:sym typeface="Lexend"/>
              </a:rPr>
              <a:t>James (b): </a:t>
            </a:r>
            <a:r>
              <a:rPr lang="en" sz="1350">
                <a:solidFill>
                  <a:schemeClr val="dk1"/>
                </a:solidFill>
                <a:latin typeface="Lexend"/>
                <a:ea typeface="Lexend"/>
                <a:cs typeface="Lexend"/>
                <a:sym typeface="Lexend"/>
              </a:rPr>
              <a:t>Sketches ideas at work but doesn't call himself an artist, and rarely makes things just for fun despite his desire to.</a:t>
            </a:r>
            <a:endParaRPr sz="1350">
              <a:solidFill>
                <a:schemeClr val="dk1"/>
              </a:solidFill>
              <a:latin typeface="Lexend"/>
              <a:ea typeface="Lexend"/>
              <a:cs typeface="Lexend"/>
              <a:sym typeface="Lexend"/>
            </a:endParaRPr>
          </a:p>
          <a:p>
            <a:pPr indent="0" lvl="0" marL="0" rtl="0" algn="l">
              <a:lnSpc>
                <a:spcPct val="115000"/>
              </a:lnSpc>
              <a:spcBef>
                <a:spcPts val="1100"/>
              </a:spcBef>
              <a:spcAft>
                <a:spcPts val="1100"/>
              </a:spcAft>
              <a:buNone/>
            </a:pPr>
            <a:r>
              <a:rPr b="1" lang="en" sz="1350">
                <a:solidFill>
                  <a:schemeClr val="dk1"/>
                </a:solidFill>
                <a:latin typeface="Lexend"/>
                <a:ea typeface="Lexend"/>
                <a:cs typeface="Lexend"/>
                <a:sym typeface="Lexend"/>
              </a:rPr>
              <a:t>Different crafts: </a:t>
            </a:r>
            <a:r>
              <a:rPr lang="en" sz="1350">
                <a:solidFill>
                  <a:schemeClr val="dk1"/>
                </a:solidFill>
                <a:latin typeface="Lexend"/>
                <a:ea typeface="Lexend"/>
                <a:cs typeface="Lexend"/>
                <a:sym typeface="Lexend"/>
              </a:rPr>
              <a:t>We recruited across writing, music, journaling, and sketching to see if etch meets the needs of diverse crafters.</a:t>
            </a:r>
            <a:endParaRPr sz="1350">
              <a:solidFill>
                <a:schemeClr val="dk1"/>
              </a:solidFill>
              <a:latin typeface="Lexend"/>
              <a:ea typeface="Lexend"/>
              <a:cs typeface="Lexend"/>
              <a:sym typeface="Lexen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0" name="Shape 1260"/>
        <p:cNvGrpSpPr/>
        <p:nvPr/>
      </p:nvGrpSpPr>
      <p:grpSpPr>
        <a:xfrm>
          <a:off x="0" y="0"/>
          <a:ext cx="0" cy="0"/>
          <a:chOff x="0" y="0"/>
          <a:chExt cx="0" cy="0"/>
        </a:xfrm>
      </p:grpSpPr>
      <p:pic>
        <p:nvPicPr>
          <p:cNvPr id="1261" name="Google Shape;1261;p111" title="Screenshot 2026-10-22 at 8.30.27 PM.png"/>
          <p:cNvPicPr preferRelativeResize="0"/>
          <p:nvPr/>
        </p:nvPicPr>
        <p:blipFill rotWithShape="1">
          <a:blip r:embed="rId3">
            <a:alphaModFix/>
          </a:blip>
          <a:srcRect b="0" l="16840" r="25390" t="0"/>
          <a:stretch/>
        </p:blipFill>
        <p:spPr>
          <a:xfrm>
            <a:off x="4660338" y="1310438"/>
            <a:ext cx="1728215" cy="1728216"/>
          </a:xfrm>
          <a:prstGeom prst="rect">
            <a:avLst/>
          </a:prstGeom>
          <a:noFill/>
          <a:ln cap="flat" cmpd="sng" w="9525">
            <a:solidFill>
              <a:srgbClr val="000000"/>
            </a:solidFill>
            <a:prstDash val="solid"/>
            <a:round/>
            <a:headEnd len="sm" w="sm" type="none"/>
            <a:tailEnd len="sm" w="sm" type="none"/>
          </a:ln>
        </p:spPr>
      </p:pic>
      <p:pic>
        <p:nvPicPr>
          <p:cNvPr id="1262" name="Google Shape;1262;p111" title="Screenshot 2026-10-22 at 8.32.07 PM.png"/>
          <p:cNvPicPr preferRelativeResize="0"/>
          <p:nvPr/>
        </p:nvPicPr>
        <p:blipFill rotWithShape="1">
          <a:blip r:embed="rId4">
            <a:alphaModFix/>
          </a:blip>
          <a:srcRect b="0" l="21711" r="9843" t="0"/>
          <a:stretch/>
        </p:blipFill>
        <p:spPr>
          <a:xfrm>
            <a:off x="6591301" y="1310450"/>
            <a:ext cx="1728218" cy="1728199"/>
          </a:xfrm>
          <a:prstGeom prst="rect">
            <a:avLst/>
          </a:prstGeom>
          <a:noFill/>
          <a:ln cap="flat" cmpd="sng" w="9525">
            <a:solidFill>
              <a:srgbClr val="000000"/>
            </a:solidFill>
            <a:prstDash val="solid"/>
            <a:round/>
            <a:headEnd len="sm" w="sm" type="none"/>
            <a:tailEnd len="sm" w="sm" type="none"/>
          </a:ln>
        </p:spPr>
      </p:pic>
      <p:pic>
        <p:nvPicPr>
          <p:cNvPr id="1263" name="Google Shape;1263;p111" title="Screenshot 2026-10-22 at 8.32.35 PM.png"/>
          <p:cNvPicPr preferRelativeResize="0"/>
          <p:nvPr/>
        </p:nvPicPr>
        <p:blipFill rotWithShape="1">
          <a:blip r:embed="rId5">
            <a:alphaModFix/>
          </a:blip>
          <a:srcRect b="1643" l="0" r="2220" t="0"/>
          <a:stretch/>
        </p:blipFill>
        <p:spPr>
          <a:xfrm>
            <a:off x="2749148" y="1310440"/>
            <a:ext cx="1689812" cy="1728216"/>
          </a:xfrm>
          <a:prstGeom prst="rect">
            <a:avLst/>
          </a:prstGeom>
          <a:noFill/>
          <a:ln cap="flat" cmpd="sng" w="9525">
            <a:solidFill>
              <a:srgbClr val="000000"/>
            </a:solidFill>
            <a:prstDash val="solid"/>
            <a:round/>
            <a:headEnd len="sm" w="sm" type="none"/>
            <a:tailEnd len="sm" w="sm" type="none"/>
          </a:ln>
        </p:spPr>
      </p:pic>
      <p:pic>
        <p:nvPicPr>
          <p:cNvPr id="1264" name="Google Shape;1264;p111" title="Screenshot 2026-10-22 at 8.33.30 PM.png"/>
          <p:cNvPicPr preferRelativeResize="0"/>
          <p:nvPr/>
        </p:nvPicPr>
        <p:blipFill rotWithShape="1">
          <a:blip r:embed="rId6">
            <a:alphaModFix/>
          </a:blip>
          <a:srcRect b="5510" l="3120" r="0" t="23488"/>
          <a:stretch/>
        </p:blipFill>
        <p:spPr>
          <a:xfrm>
            <a:off x="800100" y="1310438"/>
            <a:ext cx="1727100" cy="1728215"/>
          </a:xfrm>
          <a:prstGeom prst="rect">
            <a:avLst/>
          </a:prstGeom>
          <a:noFill/>
          <a:ln cap="flat" cmpd="sng" w="9525">
            <a:solidFill>
              <a:srgbClr val="000000"/>
            </a:solidFill>
            <a:prstDash val="solid"/>
            <a:round/>
            <a:headEnd len="sm" w="sm" type="none"/>
            <a:tailEnd len="sm" w="sm" type="none"/>
          </a:ln>
        </p:spPr>
      </p:pic>
      <p:sp>
        <p:nvSpPr>
          <p:cNvPr id="1265" name="Google Shape;1265;p111"/>
          <p:cNvSpPr txBox="1"/>
          <p:nvPr>
            <p:ph type="title"/>
          </p:nvPr>
        </p:nvSpPr>
        <p:spPr>
          <a:xfrm>
            <a:off x="635000"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ENVIRONMENT</a:t>
            </a:r>
            <a:endParaRPr/>
          </a:p>
        </p:txBody>
      </p:sp>
      <p:sp>
        <p:nvSpPr>
          <p:cNvPr id="1266" name="Google Shape;1266;p111"/>
          <p:cNvSpPr txBox="1"/>
          <p:nvPr/>
        </p:nvSpPr>
        <p:spPr>
          <a:xfrm>
            <a:off x="723900" y="3124200"/>
            <a:ext cx="1879500" cy="507900"/>
          </a:xfrm>
          <a:prstGeom prst="rect">
            <a:avLst/>
          </a:prstGeom>
          <a:noFill/>
          <a:ln>
            <a:noFill/>
          </a:ln>
        </p:spPr>
        <p:txBody>
          <a:bodyPr anchorCtr="0" anchor="t" bIns="91425" lIns="91425" spcFirstLastPara="1" rIns="91425" wrap="square" tIns="91425">
            <a:noAutofit/>
          </a:bodyPr>
          <a:lstStyle/>
          <a:p>
            <a:pPr indent="0" lvl="0" marL="0" rtl="0" algn="ctr">
              <a:lnSpc>
                <a:spcPct val="105000"/>
              </a:lnSpc>
              <a:spcBef>
                <a:spcPts val="0"/>
              </a:spcBef>
              <a:spcAft>
                <a:spcPts val="0"/>
              </a:spcAft>
              <a:buNone/>
            </a:pPr>
            <a:r>
              <a:rPr b="1" i="1" lang="en" sz="1300">
                <a:solidFill>
                  <a:schemeClr val="dk1"/>
                </a:solidFill>
                <a:latin typeface="Lexend"/>
                <a:ea typeface="Lexend"/>
                <a:cs typeface="Lexend"/>
                <a:sym typeface="Lexend"/>
              </a:rPr>
              <a:t>Indoor table</a:t>
            </a:r>
            <a:endParaRPr b="1" i="1" sz="1300">
              <a:solidFill>
                <a:schemeClr val="dk1"/>
              </a:solidFill>
              <a:latin typeface="Lexend"/>
              <a:ea typeface="Lexend"/>
              <a:cs typeface="Lexend"/>
              <a:sym typeface="Lexend"/>
            </a:endParaRPr>
          </a:p>
          <a:p>
            <a:pPr indent="0" lvl="0" marL="0" rtl="0" algn="ctr">
              <a:lnSpc>
                <a:spcPct val="105000"/>
              </a:lnSpc>
              <a:spcBef>
                <a:spcPts val="0"/>
              </a:spcBef>
              <a:spcAft>
                <a:spcPts val="0"/>
              </a:spcAft>
              <a:buNone/>
            </a:pPr>
            <a:r>
              <a:rPr i="1" lang="en" sz="1050">
                <a:solidFill>
                  <a:schemeClr val="dk1"/>
                </a:solidFill>
                <a:latin typeface="Lexend"/>
                <a:ea typeface="Lexend"/>
                <a:cs typeface="Lexend"/>
                <a:sym typeface="Lexend"/>
              </a:rPr>
              <a:t>Test 1</a:t>
            </a:r>
            <a:endParaRPr i="1" sz="1050">
              <a:solidFill>
                <a:schemeClr val="dk1"/>
              </a:solidFill>
              <a:latin typeface="Lexend"/>
              <a:ea typeface="Lexend"/>
              <a:cs typeface="Lexend"/>
              <a:sym typeface="Lexend"/>
            </a:endParaRPr>
          </a:p>
        </p:txBody>
      </p:sp>
      <p:sp>
        <p:nvSpPr>
          <p:cNvPr id="1267" name="Google Shape;1267;p111"/>
          <p:cNvSpPr txBox="1"/>
          <p:nvPr/>
        </p:nvSpPr>
        <p:spPr>
          <a:xfrm>
            <a:off x="2654300" y="3124200"/>
            <a:ext cx="1879500" cy="507900"/>
          </a:xfrm>
          <a:prstGeom prst="rect">
            <a:avLst/>
          </a:prstGeom>
          <a:noFill/>
          <a:ln>
            <a:noFill/>
          </a:ln>
        </p:spPr>
        <p:txBody>
          <a:bodyPr anchorCtr="0" anchor="t" bIns="91425" lIns="91425" spcFirstLastPara="1" rIns="91425" wrap="square" tIns="91425">
            <a:noAutofit/>
          </a:bodyPr>
          <a:lstStyle/>
          <a:p>
            <a:pPr indent="0" lvl="0" marL="0" rtl="0" algn="ctr">
              <a:lnSpc>
                <a:spcPct val="105000"/>
              </a:lnSpc>
              <a:spcBef>
                <a:spcPts val="0"/>
              </a:spcBef>
              <a:spcAft>
                <a:spcPts val="0"/>
              </a:spcAft>
              <a:buNone/>
            </a:pPr>
            <a:r>
              <a:rPr b="1" i="1" lang="en" sz="1300">
                <a:solidFill>
                  <a:schemeClr val="dk1"/>
                </a:solidFill>
                <a:latin typeface="Lexend"/>
                <a:ea typeface="Lexend"/>
                <a:cs typeface="Lexend"/>
                <a:sym typeface="Lexend"/>
              </a:rPr>
              <a:t>Outdoor patio</a:t>
            </a:r>
            <a:endParaRPr b="1" i="1" sz="1300">
              <a:solidFill>
                <a:schemeClr val="dk1"/>
              </a:solidFill>
              <a:latin typeface="Lexend"/>
              <a:ea typeface="Lexend"/>
              <a:cs typeface="Lexend"/>
              <a:sym typeface="Lexend"/>
            </a:endParaRPr>
          </a:p>
          <a:p>
            <a:pPr indent="0" lvl="0" marL="0" rtl="0" algn="ctr">
              <a:lnSpc>
                <a:spcPct val="105000"/>
              </a:lnSpc>
              <a:spcBef>
                <a:spcPts val="0"/>
              </a:spcBef>
              <a:spcAft>
                <a:spcPts val="0"/>
              </a:spcAft>
              <a:buNone/>
            </a:pPr>
            <a:r>
              <a:rPr i="1" lang="en" sz="1050">
                <a:solidFill>
                  <a:schemeClr val="dk1"/>
                </a:solidFill>
                <a:latin typeface="Lexend"/>
                <a:ea typeface="Lexend"/>
                <a:cs typeface="Lexend"/>
                <a:sym typeface="Lexend"/>
              </a:rPr>
              <a:t>Test 2</a:t>
            </a:r>
            <a:endParaRPr i="1" sz="1050">
              <a:solidFill>
                <a:schemeClr val="dk1"/>
              </a:solidFill>
              <a:latin typeface="Lexend"/>
              <a:ea typeface="Lexend"/>
              <a:cs typeface="Lexend"/>
              <a:sym typeface="Lexend"/>
            </a:endParaRPr>
          </a:p>
        </p:txBody>
      </p:sp>
      <p:sp>
        <p:nvSpPr>
          <p:cNvPr id="1268" name="Google Shape;1268;p111"/>
          <p:cNvSpPr txBox="1"/>
          <p:nvPr/>
        </p:nvSpPr>
        <p:spPr>
          <a:xfrm>
            <a:off x="4584700" y="3124200"/>
            <a:ext cx="1879500" cy="507900"/>
          </a:xfrm>
          <a:prstGeom prst="rect">
            <a:avLst/>
          </a:prstGeom>
          <a:noFill/>
          <a:ln>
            <a:noFill/>
          </a:ln>
        </p:spPr>
        <p:txBody>
          <a:bodyPr anchorCtr="0" anchor="t" bIns="91425" lIns="91425" spcFirstLastPara="1" rIns="91425" wrap="square" tIns="91425">
            <a:noAutofit/>
          </a:bodyPr>
          <a:lstStyle/>
          <a:p>
            <a:pPr indent="0" lvl="0" marL="0" rtl="0" algn="ctr">
              <a:lnSpc>
                <a:spcPct val="105000"/>
              </a:lnSpc>
              <a:spcBef>
                <a:spcPts val="0"/>
              </a:spcBef>
              <a:spcAft>
                <a:spcPts val="0"/>
              </a:spcAft>
              <a:buNone/>
            </a:pPr>
            <a:r>
              <a:rPr b="1" i="1" lang="en" sz="1300">
                <a:solidFill>
                  <a:schemeClr val="dk1"/>
                </a:solidFill>
                <a:latin typeface="Lexend"/>
                <a:ea typeface="Lexend"/>
                <a:cs typeface="Lexend"/>
                <a:sym typeface="Lexend"/>
              </a:rPr>
              <a:t>Outdoor pavement</a:t>
            </a:r>
            <a:endParaRPr b="1" i="1" sz="1300">
              <a:solidFill>
                <a:schemeClr val="dk1"/>
              </a:solidFill>
              <a:latin typeface="Lexend"/>
              <a:ea typeface="Lexend"/>
              <a:cs typeface="Lexend"/>
              <a:sym typeface="Lexend"/>
            </a:endParaRPr>
          </a:p>
          <a:p>
            <a:pPr indent="0" lvl="0" marL="0" rtl="0" algn="ctr">
              <a:lnSpc>
                <a:spcPct val="105000"/>
              </a:lnSpc>
              <a:spcBef>
                <a:spcPts val="0"/>
              </a:spcBef>
              <a:spcAft>
                <a:spcPts val="0"/>
              </a:spcAft>
              <a:buNone/>
            </a:pPr>
            <a:r>
              <a:rPr i="1" lang="en" sz="1050">
                <a:solidFill>
                  <a:schemeClr val="dk1"/>
                </a:solidFill>
                <a:latin typeface="Lexend"/>
                <a:ea typeface="Lexend"/>
                <a:cs typeface="Lexend"/>
                <a:sym typeface="Lexend"/>
              </a:rPr>
              <a:t>Test 3</a:t>
            </a:r>
            <a:endParaRPr i="1" sz="1050">
              <a:solidFill>
                <a:schemeClr val="dk1"/>
              </a:solidFill>
              <a:latin typeface="Lexend"/>
              <a:ea typeface="Lexend"/>
              <a:cs typeface="Lexend"/>
              <a:sym typeface="Lexend"/>
            </a:endParaRPr>
          </a:p>
        </p:txBody>
      </p:sp>
      <p:sp>
        <p:nvSpPr>
          <p:cNvPr id="1269" name="Google Shape;1269;p111"/>
          <p:cNvSpPr txBox="1"/>
          <p:nvPr/>
        </p:nvSpPr>
        <p:spPr>
          <a:xfrm>
            <a:off x="6515100" y="3124200"/>
            <a:ext cx="1879500" cy="507900"/>
          </a:xfrm>
          <a:prstGeom prst="rect">
            <a:avLst/>
          </a:prstGeom>
          <a:noFill/>
          <a:ln>
            <a:noFill/>
          </a:ln>
        </p:spPr>
        <p:txBody>
          <a:bodyPr anchorCtr="0" anchor="t" bIns="91425" lIns="91425" spcFirstLastPara="1" rIns="91425" wrap="square" tIns="91425">
            <a:noAutofit/>
          </a:bodyPr>
          <a:lstStyle/>
          <a:p>
            <a:pPr indent="0" lvl="0" marL="0" rtl="0" algn="ctr">
              <a:lnSpc>
                <a:spcPct val="105000"/>
              </a:lnSpc>
              <a:spcBef>
                <a:spcPts val="0"/>
              </a:spcBef>
              <a:spcAft>
                <a:spcPts val="0"/>
              </a:spcAft>
              <a:buNone/>
            </a:pPr>
            <a:r>
              <a:rPr b="1" i="1" lang="en" sz="1300">
                <a:solidFill>
                  <a:schemeClr val="dk1"/>
                </a:solidFill>
                <a:latin typeface="Lexend"/>
                <a:ea typeface="Lexend"/>
                <a:cs typeface="Lexend"/>
                <a:sym typeface="Lexend"/>
              </a:rPr>
              <a:t>Lounge bench</a:t>
            </a:r>
            <a:endParaRPr b="1" i="1" sz="1300">
              <a:solidFill>
                <a:schemeClr val="dk1"/>
              </a:solidFill>
              <a:latin typeface="Lexend"/>
              <a:ea typeface="Lexend"/>
              <a:cs typeface="Lexend"/>
              <a:sym typeface="Lexend"/>
            </a:endParaRPr>
          </a:p>
          <a:p>
            <a:pPr indent="0" lvl="0" marL="0" rtl="0" algn="ctr">
              <a:lnSpc>
                <a:spcPct val="105000"/>
              </a:lnSpc>
              <a:spcBef>
                <a:spcPts val="0"/>
              </a:spcBef>
              <a:spcAft>
                <a:spcPts val="0"/>
              </a:spcAft>
              <a:buNone/>
            </a:pPr>
            <a:r>
              <a:rPr i="1" lang="en" sz="1050">
                <a:solidFill>
                  <a:schemeClr val="dk1"/>
                </a:solidFill>
                <a:latin typeface="Lexend"/>
                <a:ea typeface="Lexend"/>
                <a:cs typeface="Lexend"/>
                <a:sym typeface="Lexend"/>
              </a:rPr>
              <a:t>Test 4</a:t>
            </a:r>
            <a:endParaRPr i="1" sz="1050">
              <a:solidFill>
                <a:schemeClr val="dk1"/>
              </a:solidFill>
              <a:latin typeface="Lexend"/>
              <a:ea typeface="Lexend"/>
              <a:cs typeface="Lexend"/>
              <a:sym typeface="Lexend"/>
            </a:endParaRPr>
          </a:p>
        </p:txBody>
      </p:sp>
      <p:sp>
        <p:nvSpPr>
          <p:cNvPr id="1270" name="Google Shape;1270;p111"/>
          <p:cNvSpPr txBox="1"/>
          <p:nvPr/>
        </p:nvSpPr>
        <p:spPr>
          <a:xfrm>
            <a:off x="800100" y="3860800"/>
            <a:ext cx="7493100" cy="8889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
                <a:solidFill>
                  <a:schemeClr val="dk1"/>
                </a:solidFill>
                <a:latin typeface="Lexend"/>
                <a:ea typeface="Lexend"/>
                <a:cs typeface="Lexend"/>
                <a:sym typeface="Lexend"/>
              </a:rPr>
              <a:t>We met each participant at a location that worked for them. Two tests were indoors and two were outside.</a:t>
            </a:r>
            <a:endParaRPr>
              <a:solidFill>
                <a:schemeClr val="dk1"/>
              </a:solidFill>
              <a:latin typeface="Lexend"/>
              <a:ea typeface="Lexend"/>
              <a:cs typeface="Lexend"/>
              <a:sym typeface="Lexend"/>
            </a:endParaRPr>
          </a:p>
        </p:txBody>
      </p:sp>
      <p:pic>
        <p:nvPicPr>
          <p:cNvPr id="1271" name="Google Shape;1271;p111"/>
          <p:cNvPicPr preferRelativeResize="0"/>
          <p:nvPr/>
        </p:nvPicPr>
        <p:blipFill>
          <a:blip r:embed="rId7">
            <a:alphaModFix/>
          </a:blip>
          <a:stretch>
            <a:fillRect/>
          </a:stretch>
        </p:blipFill>
        <p:spPr>
          <a:xfrm>
            <a:off x="7989750" y="1091700"/>
            <a:ext cx="507901" cy="507901"/>
          </a:xfrm>
          <a:prstGeom prst="rect">
            <a:avLst/>
          </a:prstGeom>
          <a:noFill/>
          <a:ln>
            <a:noFill/>
          </a:ln>
        </p:spPr>
      </p:pic>
      <p:pic>
        <p:nvPicPr>
          <p:cNvPr id="1272" name="Google Shape;1272;p111"/>
          <p:cNvPicPr preferRelativeResize="0"/>
          <p:nvPr/>
        </p:nvPicPr>
        <p:blipFill>
          <a:blip r:embed="rId8">
            <a:alphaModFix/>
          </a:blip>
          <a:stretch>
            <a:fillRect/>
          </a:stretch>
        </p:blipFill>
        <p:spPr>
          <a:xfrm>
            <a:off x="5863987" y="1035394"/>
            <a:ext cx="700724" cy="700699"/>
          </a:xfrm>
          <a:prstGeom prst="rect">
            <a:avLst/>
          </a:prstGeom>
          <a:noFill/>
          <a:ln>
            <a:noFill/>
          </a:ln>
        </p:spPr>
      </p:pic>
      <p:pic>
        <p:nvPicPr>
          <p:cNvPr id="1273" name="Google Shape;1273;p111"/>
          <p:cNvPicPr preferRelativeResize="0"/>
          <p:nvPr/>
        </p:nvPicPr>
        <p:blipFill>
          <a:blip r:embed="rId9">
            <a:alphaModFix/>
          </a:blip>
          <a:stretch>
            <a:fillRect/>
          </a:stretch>
        </p:blipFill>
        <p:spPr>
          <a:xfrm>
            <a:off x="3984350" y="1099400"/>
            <a:ext cx="600350" cy="600350"/>
          </a:xfrm>
          <a:prstGeom prst="rect">
            <a:avLst/>
          </a:prstGeom>
          <a:noFill/>
          <a:ln>
            <a:noFill/>
          </a:ln>
        </p:spPr>
      </p:pic>
      <p:pic>
        <p:nvPicPr>
          <p:cNvPr id="1274" name="Google Shape;1274;p111"/>
          <p:cNvPicPr preferRelativeResize="0"/>
          <p:nvPr/>
        </p:nvPicPr>
        <p:blipFill>
          <a:blip r:embed="rId10">
            <a:alphaModFix/>
          </a:blip>
          <a:stretch>
            <a:fillRect/>
          </a:stretch>
        </p:blipFill>
        <p:spPr>
          <a:xfrm>
            <a:off x="2132375" y="1113225"/>
            <a:ext cx="572701" cy="572701"/>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78" name="Shape 1278"/>
        <p:cNvGrpSpPr/>
        <p:nvPr/>
      </p:nvGrpSpPr>
      <p:grpSpPr>
        <a:xfrm>
          <a:off x="0" y="0"/>
          <a:ext cx="0" cy="0"/>
          <a:chOff x="0" y="0"/>
          <a:chExt cx="0" cy="0"/>
        </a:xfrm>
      </p:grpSpPr>
      <p:sp>
        <p:nvSpPr>
          <p:cNvPr id="1279" name="Google Shape;1279;p112"/>
          <p:cNvSpPr txBox="1"/>
          <p:nvPr>
            <p:ph type="title"/>
          </p:nvPr>
        </p:nvSpPr>
        <p:spPr>
          <a:xfrm>
            <a:off x="635000"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APPARATUS</a:t>
            </a:r>
            <a:endParaRPr/>
          </a:p>
        </p:txBody>
      </p:sp>
      <p:sp>
        <p:nvSpPr>
          <p:cNvPr id="1280" name="Google Shape;1280;p112"/>
          <p:cNvSpPr txBox="1"/>
          <p:nvPr/>
        </p:nvSpPr>
        <p:spPr>
          <a:xfrm>
            <a:off x="800100" y="1371600"/>
            <a:ext cx="7493100" cy="3429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Paper prototype: </a:t>
            </a:r>
            <a:r>
              <a:rPr lang="en">
                <a:solidFill>
                  <a:schemeClr val="dk1"/>
                </a:solidFill>
                <a:latin typeface="Lexend"/>
                <a:ea typeface="Lexend"/>
                <a:cs typeface="Lexend"/>
                <a:sym typeface="Lexend"/>
              </a:rPr>
              <a:t>We built our screens out of sticky notes on paper the size of an average phone, to best simulate using etch on a real phone. Pink and yellow overlays stood in for pop-ups and artwork.</a:t>
            </a:r>
            <a:endParaRPr>
              <a:solidFill>
                <a:schemeClr val="dk1"/>
              </a:solidFill>
              <a:latin typeface="Lexend"/>
              <a:ea typeface="Lexend"/>
              <a:cs typeface="Lexend"/>
              <a:sym typeface="Lexend"/>
            </a:endParaRPr>
          </a:p>
          <a:p>
            <a:pPr indent="0" lvl="0" marL="0" rtl="0" algn="l">
              <a:lnSpc>
                <a:spcPct val="115000"/>
              </a:lnSpc>
              <a:spcBef>
                <a:spcPts val="1200"/>
              </a:spcBef>
              <a:spcAft>
                <a:spcPts val="0"/>
              </a:spcAft>
              <a:buNone/>
            </a:pPr>
            <a:r>
              <a:rPr b="1" lang="en">
                <a:solidFill>
                  <a:schemeClr val="dk1"/>
                </a:solidFill>
                <a:latin typeface="Lexend"/>
                <a:ea typeface="Lexend"/>
                <a:cs typeface="Lexend"/>
                <a:sym typeface="Lexend"/>
              </a:rPr>
              <a:t>Human computer: </a:t>
            </a:r>
            <a:r>
              <a:rPr lang="en">
                <a:solidFill>
                  <a:schemeClr val="dk1"/>
                </a:solidFill>
                <a:latin typeface="Lexend"/>
                <a:ea typeface="Lexend"/>
                <a:cs typeface="Lexend"/>
                <a:sym typeface="Lexend"/>
              </a:rPr>
              <a:t>M</a:t>
            </a:r>
            <a:r>
              <a:rPr lang="en">
                <a:solidFill>
                  <a:schemeClr val="dk1"/>
                </a:solidFill>
                <a:latin typeface="Lexend"/>
                <a:ea typeface="Lexend"/>
                <a:cs typeface="Lexend"/>
                <a:sym typeface="Lexend"/>
              </a:rPr>
              <a:t>anually simulated etch's responses, swapping screens after each tap.</a:t>
            </a:r>
            <a:endParaRPr>
              <a:solidFill>
                <a:schemeClr val="dk1"/>
              </a:solidFill>
              <a:latin typeface="Lexend"/>
              <a:ea typeface="Lexend"/>
              <a:cs typeface="Lexend"/>
              <a:sym typeface="Lexend"/>
            </a:endParaRPr>
          </a:p>
          <a:p>
            <a:pPr indent="0" lvl="0" marL="0" rtl="0" algn="l">
              <a:lnSpc>
                <a:spcPct val="115000"/>
              </a:lnSpc>
              <a:spcBef>
                <a:spcPts val="1200"/>
              </a:spcBef>
              <a:spcAft>
                <a:spcPts val="0"/>
              </a:spcAft>
              <a:buNone/>
            </a:pPr>
            <a:r>
              <a:rPr b="1" lang="en">
                <a:solidFill>
                  <a:schemeClr val="dk1"/>
                </a:solidFill>
                <a:latin typeface="Lexend"/>
                <a:ea typeface="Lexend"/>
                <a:cs typeface="Lexend"/>
                <a:sym typeface="Lexend"/>
              </a:rPr>
              <a:t>Recording: </a:t>
            </a:r>
            <a:r>
              <a:rPr lang="en">
                <a:solidFill>
                  <a:schemeClr val="dk1"/>
                </a:solidFill>
                <a:latin typeface="Lexend"/>
                <a:ea typeface="Lexend"/>
                <a:cs typeface="Lexend"/>
                <a:sym typeface="Lexend"/>
              </a:rPr>
              <a:t>H</a:t>
            </a:r>
            <a:r>
              <a:rPr lang="en">
                <a:solidFill>
                  <a:schemeClr val="dk1"/>
                </a:solidFill>
                <a:latin typeface="Lexend"/>
                <a:ea typeface="Lexend"/>
                <a:cs typeface="Lexend"/>
                <a:sym typeface="Lexend"/>
              </a:rPr>
              <a:t>eld the phone above the table and recorded the participant's hands and the screens.</a:t>
            </a:r>
            <a:endParaRPr>
              <a:solidFill>
                <a:schemeClr val="dk1"/>
              </a:solidFill>
              <a:latin typeface="Lexend"/>
              <a:ea typeface="Lexend"/>
              <a:cs typeface="Lexend"/>
              <a:sym typeface="Lexend"/>
            </a:endParaRPr>
          </a:p>
          <a:p>
            <a:pPr indent="0" lvl="0" marL="0" rtl="0" algn="l">
              <a:lnSpc>
                <a:spcPct val="115000"/>
              </a:lnSpc>
              <a:spcBef>
                <a:spcPts val="1200"/>
              </a:spcBef>
              <a:spcAft>
                <a:spcPts val="1200"/>
              </a:spcAft>
              <a:buNone/>
            </a:pPr>
            <a:r>
              <a:rPr b="1" lang="en">
                <a:solidFill>
                  <a:schemeClr val="dk1"/>
                </a:solidFill>
                <a:latin typeface="Lexend"/>
                <a:ea typeface="Lexend"/>
                <a:cs typeface="Lexend"/>
                <a:sym typeface="Lexend"/>
              </a:rPr>
              <a:t>Consent form: </a:t>
            </a:r>
            <a:r>
              <a:rPr lang="en">
                <a:solidFill>
                  <a:schemeClr val="dk1"/>
                </a:solidFill>
                <a:latin typeface="Lexend"/>
                <a:ea typeface="Lexend"/>
                <a:cs typeface="Lexend"/>
                <a:sym typeface="Lexend"/>
              </a:rPr>
              <a:t>Each participant signed one before we started recording.</a:t>
            </a:r>
            <a:endParaRPr>
              <a:solidFill>
                <a:schemeClr val="dk1"/>
              </a:solidFill>
              <a:latin typeface="Lexend"/>
              <a:ea typeface="Lexend"/>
              <a:cs typeface="Lexend"/>
              <a:sym typeface="Lexen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84" name="Shape 1284"/>
        <p:cNvGrpSpPr/>
        <p:nvPr/>
      </p:nvGrpSpPr>
      <p:grpSpPr>
        <a:xfrm>
          <a:off x="0" y="0"/>
          <a:ext cx="0" cy="0"/>
          <a:chOff x="0" y="0"/>
          <a:chExt cx="0" cy="0"/>
        </a:xfrm>
      </p:grpSpPr>
      <p:sp>
        <p:nvSpPr>
          <p:cNvPr id="1285" name="Google Shape;1285;p113"/>
          <p:cNvSpPr txBox="1"/>
          <p:nvPr>
            <p:ph type="title"/>
          </p:nvPr>
        </p:nvSpPr>
        <p:spPr>
          <a:xfrm>
            <a:off x="635000"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PROCEDURE</a:t>
            </a:r>
            <a:endParaRPr/>
          </a:p>
        </p:txBody>
      </p:sp>
      <p:sp>
        <p:nvSpPr>
          <p:cNvPr id="1286" name="Google Shape;1286;p113"/>
          <p:cNvSpPr txBox="1"/>
          <p:nvPr/>
        </p:nvSpPr>
        <p:spPr>
          <a:xfrm>
            <a:off x="687125" y="1346200"/>
            <a:ext cx="7606200" cy="3555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Consent: </a:t>
            </a:r>
            <a:r>
              <a:rPr lang="en">
                <a:solidFill>
                  <a:schemeClr val="dk1"/>
                </a:solidFill>
                <a:latin typeface="Lexend"/>
                <a:ea typeface="Lexend"/>
                <a:cs typeface="Lexend"/>
                <a:sym typeface="Lexend"/>
              </a:rPr>
              <a:t>The participant signs the consent form</a:t>
            </a:r>
            <a:endParaRPr>
              <a:solidFill>
                <a:schemeClr val="dk1"/>
              </a:solidFill>
              <a:latin typeface="Lexend"/>
              <a:ea typeface="Lexend"/>
              <a:cs typeface="Lexend"/>
              <a:sym typeface="Lexend"/>
            </a:endParaRPr>
          </a:p>
          <a:p>
            <a:pPr indent="0" lvl="0" marL="0" rtl="0" algn="l">
              <a:lnSpc>
                <a:spcPct val="115000"/>
              </a:lnSpc>
              <a:spcBef>
                <a:spcPts val="1200"/>
              </a:spcBef>
              <a:spcAft>
                <a:spcPts val="0"/>
              </a:spcAft>
              <a:buNone/>
            </a:pPr>
            <a:r>
              <a:rPr b="1" lang="en">
                <a:solidFill>
                  <a:schemeClr val="dk1"/>
                </a:solidFill>
                <a:latin typeface="Lexend"/>
                <a:ea typeface="Lexend"/>
                <a:cs typeface="Lexend"/>
                <a:sym typeface="Lexend"/>
              </a:rPr>
              <a:t>Context: </a:t>
            </a:r>
            <a:r>
              <a:rPr lang="en">
                <a:solidFill>
                  <a:schemeClr val="dk1"/>
                </a:solidFill>
                <a:latin typeface="Lexend"/>
                <a:ea typeface="Lexend"/>
                <a:cs typeface="Lexend"/>
                <a:sym typeface="Lexend"/>
              </a:rPr>
              <a:t>We explain that etch helps creatives who are experiencing burnout find inspiration</a:t>
            </a:r>
            <a:endParaRPr>
              <a:solidFill>
                <a:schemeClr val="dk1"/>
              </a:solidFill>
              <a:latin typeface="Lexend"/>
              <a:ea typeface="Lexend"/>
              <a:cs typeface="Lexend"/>
              <a:sym typeface="Lexend"/>
            </a:endParaRPr>
          </a:p>
          <a:p>
            <a:pPr indent="0" lvl="0" marL="0" rtl="0" algn="l">
              <a:lnSpc>
                <a:spcPct val="115000"/>
              </a:lnSpc>
              <a:spcBef>
                <a:spcPts val="1200"/>
              </a:spcBef>
              <a:spcAft>
                <a:spcPts val="0"/>
              </a:spcAft>
              <a:buNone/>
            </a:pPr>
            <a:r>
              <a:rPr b="1" lang="en">
                <a:solidFill>
                  <a:schemeClr val="dk1"/>
                </a:solidFill>
                <a:latin typeface="Lexend"/>
                <a:ea typeface="Lexend"/>
                <a:cs typeface="Lexend"/>
                <a:sym typeface="Lexend"/>
              </a:rPr>
              <a:t>Demo: </a:t>
            </a:r>
            <a:r>
              <a:rPr lang="en">
                <a:solidFill>
                  <a:schemeClr val="dk1"/>
                </a:solidFill>
                <a:latin typeface="Lexend"/>
                <a:ea typeface="Lexend"/>
                <a:cs typeface="Lexend"/>
                <a:sym typeface="Lexend"/>
              </a:rPr>
              <a:t>We show how to use the paper prototype and how to think aloud, without showing any of the tasks</a:t>
            </a:r>
            <a:endParaRPr>
              <a:solidFill>
                <a:schemeClr val="dk1"/>
              </a:solidFill>
              <a:latin typeface="Lexend"/>
              <a:ea typeface="Lexend"/>
              <a:cs typeface="Lexend"/>
              <a:sym typeface="Lexend"/>
            </a:endParaRPr>
          </a:p>
          <a:p>
            <a:pPr indent="0" lvl="0" marL="0" rtl="0" algn="l">
              <a:lnSpc>
                <a:spcPct val="115000"/>
              </a:lnSpc>
              <a:spcBef>
                <a:spcPts val="1200"/>
              </a:spcBef>
              <a:spcAft>
                <a:spcPts val="0"/>
              </a:spcAft>
              <a:buNone/>
            </a:pPr>
            <a:r>
              <a:rPr b="1" lang="en">
                <a:solidFill>
                  <a:schemeClr val="dk1"/>
                </a:solidFill>
                <a:latin typeface="Lexend"/>
                <a:ea typeface="Lexend"/>
                <a:cs typeface="Lexend"/>
                <a:sym typeface="Lexend"/>
              </a:rPr>
              <a:t>Tasks: </a:t>
            </a:r>
            <a:r>
              <a:rPr lang="en">
                <a:solidFill>
                  <a:schemeClr val="dk1"/>
                </a:solidFill>
                <a:latin typeface="Lexend"/>
                <a:ea typeface="Lexend"/>
                <a:cs typeface="Lexend"/>
                <a:sym typeface="Lexend"/>
              </a:rPr>
              <a:t>We give one task at a time, from simple to complex. After each task, the participant gives both ratings and explains them</a:t>
            </a:r>
            <a:endParaRPr>
              <a:solidFill>
                <a:schemeClr val="dk1"/>
              </a:solidFill>
              <a:latin typeface="Lexend"/>
              <a:ea typeface="Lexend"/>
              <a:cs typeface="Lexend"/>
              <a:sym typeface="Lexend"/>
            </a:endParaRPr>
          </a:p>
          <a:p>
            <a:pPr indent="0" lvl="0" marL="0" rtl="0" algn="l">
              <a:lnSpc>
                <a:spcPct val="115000"/>
              </a:lnSpc>
              <a:spcBef>
                <a:spcPts val="1200"/>
              </a:spcBef>
              <a:spcAft>
                <a:spcPts val="1200"/>
              </a:spcAft>
              <a:buNone/>
            </a:pPr>
            <a:r>
              <a:rPr b="1" lang="en">
                <a:solidFill>
                  <a:schemeClr val="dk1"/>
                </a:solidFill>
                <a:latin typeface="Lexend"/>
                <a:ea typeface="Lexend"/>
                <a:cs typeface="Lexend"/>
                <a:sym typeface="Lexend"/>
              </a:rPr>
              <a:t>Wrap-up: </a:t>
            </a:r>
            <a:r>
              <a:rPr lang="en">
                <a:solidFill>
                  <a:schemeClr val="dk1"/>
                </a:solidFill>
                <a:latin typeface="Lexend"/>
                <a:ea typeface="Lexend"/>
                <a:cs typeface="Lexend"/>
                <a:sym typeface="Lexend"/>
              </a:rPr>
              <a:t>We ask what was most frustrating and most enjoyable, then answer any questions</a:t>
            </a:r>
            <a:endParaRPr>
              <a:solidFill>
                <a:schemeClr val="dk1"/>
              </a:solidFill>
              <a:latin typeface="Lexend"/>
              <a:ea typeface="Lexend"/>
              <a:cs typeface="Lexend"/>
              <a:sym typeface="Lexen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90" name="Shape 1290"/>
        <p:cNvGrpSpPr/>
        <p:nvPr/>
      </p:nvGrpSpPr>
      <p:grpSpPr>
        <a:xfrm>
          <a:off x="0" y="0"/>
          <a:ext cx="0" cy="0"/>
          <a:chOff x="0" y="0"/>
          <a:chExt cx="0" cy="0"/>
        </a:xfrm>
      </p:grpSpPr>
      <p:sp>
        <p:nvSpPr>
          <p:cNvPr id="1291" name="Google Shape;1291;p114"/>
          <p:cNvSpPr/>
          <p:nvPr/>
        </p:nvSpPr>
        <p:spPr>
          <a:xfrm>
            <a:off x="710663" y="1523325"/>
            <a:ext cx="1777200" cy="2818800"/>
          </a:xfrm>
          <a:prstGeom prst="rect">
            <a:avLst/>
          </a:prstGeom>
          <a:solidFill>
            <a:srgbClr val="FFFFFF"/>
          </a:solidFill>
          <a:ln cap="flat" cmpd="sng" w="2857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8000"/>
              </a:lnSpc>
              <a:spcBef>
                <a:spcPts val="0"/>
              </a:spcBef>
              <a:spcAft>
                <a:spcPts val="0"/>
              </a:spcAft>
              <a:buNone/>
            </a:pPr>
            <a:r>
              <a:rPr b="1" lang="en" sz="1100">
                <a:solidFill>
                  <a:srgbClr val="6B6B6B"/>
                </a:solidFill>
                <a:latin typeface="Lexend"/>
                <a:ea typeface="Lexend"/>
                <a:cs typeface="Lexend"/>
                <a:sym typeface="Lexend"/>
              </a:rPr>
              <a:t>Elsa (Test 1), Jia (Tests 2-4)</a:t>
            </a:r>
            <a:endParaRPr b="1" sz="1100">
              <a:solidFill>
                <a:srgbClr val="595959"/>
              </a:solidFill>
              <a:latin typeface="Lexend"/>
              <a:ea typeface="Lexend"/>
              <a:cs typeface="Lexend"/>
              <a:sym typeface="Lexend"/>
            </a:endParaRPr>
          </a:p>
          <a:p>
            <a:pPr indent="0" lvl="0" marL="0" rtl="0" algn="ctr">
              <a:lnSpc>
                <a:spcPct val="110000"/>
              </a:lnSpc>
              <a:spcBef>
                <a:spcPts val="1000"/>
              </a:spcBef>
              <a:spcAft>
                <a:spcPts val="0"/>
              </a:spcAft>
              <a:buNone/>
            </a:pPr>
            <a:r>
              <a:rPr b="1" lang="en" sz="1900">
                <a:solidFill>
                  <a:srgbClr val="212121"/>
                </a:solidFill>
                <a:latin typeface="Lexend"/>
                <a:ea typeface="Lexend"/>
                <a:cs typeface="Lexend"/>
                <a:sym typeface="Lexend"/>
              </a:rPr>
              <a:t>Facilitator</a:t>
            </a:r>
            <a:endParaRPr b="1" sz="1900">
              <a:solidFill>
                <a:srgbClr val="212121"/>
              </a:solidFill>
              <a:latin typeface="Lexend"/>
              <a:ea typeface="Lexend"/>
              <a:cs typeface="Lexend"/>
              <a:sym typeface="Lexend"/>
            </a:endParaRPr>
          </a:p>
          <a:p>
            <a:pPr indent="0" lvl="0" marL="0" rtl="0" algn="ctr">
              <a:lnSpc>
                <a:spcPct val="110000"/>
              </a:lnSpc>
              <a:spcBef>
                <a:spcPts val="0"/>
              </a:spcBef>
              <a:spcAft>
                <a:spcPts val="0"/>
              </a:spcAft>
              <a:buNone/>
            </a:pPr>
            <a:r>
              <a:t/>
            </a:r>
            <a:endParaRPr sz="1300">
              <a:solidFill>
                <a:srgbClr val="595959"/>
              </a:solidFill>
              <a:latin typeface="Lexend"/>
              <a:ea typeface="Lexend"/>
              <a:cs typeface="Lexend"/>
              <a:sym typeface="Lexend"/>
            </a:endParaRPr>
          </a:p>
          <a:p>
            <a:pPr indent="0" lvl="0" marL="0" rtl="0" algn="ctr">
              <a:lnSpc>
                <a:spcPct val="118000"/>
              </a:lnSpc>
              <a:spcBef>
                <a:spcPts val="0"/>
              </a:spcBef>
              <a:spcAft>
                <a:spcPts val="1000"/>
              </a:spcAft>
              <a:buNone/>
            </a:pPr>
            <a:r>
              <a:rPr lang="en" sz="1100">
                <a:solidFill>
                  <a:srgbClr val="6B6B6B"/>
                </a:solidFill>
                <a:latin typeface="Lexend"/>
                <a:ea typeface="Lexend"/>
                <a:cs typeface="Lexend"/>
                <a:sym typeface="Lexend"/>
              </a:rPr>
              <a:t>Read the script, gave one task at a time, and conducted the post-test verbal collection of metrics, feedback, and follow-ups.</a:t>
            </a:r>
            <a:endParaRPr sz="1300">
              <a:solidFill>
                <a:srgbClr val="595959"/>
              </a:solidFill>
              <a:latin typeface="Lexend"/>
              <a:ea typeface="Lexend"/>
              <a:cs typeface="Lexend"/>
              <a:sym typeface="Lexend"/>
            </a:endParaRPr>
          </a:p>
        </p:txBody>
      </p:sp>
      <p:sp>
        <p:nvSpPr>
          <p:cNvPr id="1292" name="Google Shape;1292;p114"/>
          <p:cNvSpPr/>
          <p:nvPr/>
        </p:nvSpPr>
        <p:spPr>
          <a:xfrm>
            <a:off x="4674312" y="1523325"/>
            <a:ext cx="1777200" cy="2818800"/>
          </a:xfrm>
          <a:prstGeom prst="rect">
            <a:avLst/>
          </a:prstGeom>
          <a:solidFill>
            <a:srgbClr val="FFFFFF"/>
          </a:solidFill>
          <a:ln cap="flat" cmpd="sng" w="2857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0000"/>
              </a:lnSpc>
              <a:spcBef>
                <a:spcPts val="0"/>
              </a:spcBef>
              <a:spcAft>
                <a:spcPts val="0"/>
              </a:spcAft>
              <a:buNone/>
            </a:pPr>
            <a:r>
              <a:rPr b="1" lang="en" sz="1100">
                <a:solidFill>
                  <a:srgbClr val="6E6E6E"/>
                </a:solidFill>
                <a:latin typeface="Lexend"/>
                <a:ea typeface="Lexend"/>
                <a:cs typeface="Lexend"/>
                <a:sym typeface="Lexend"/>
              </a:rPr>
              <a:t>Jia (Test 1), Elsa (Tests 2-4)</a:t>
            </a:r>
            <a:endParaRPr b="1" sz="1100">
              <a:solidFill>
                <a:srgbClr val="6E6E6E"/>
              </a:solidFill>
              <a:latin typeface="Lexend"/>
              <a:ea typeface="Lexend"/>
              <a:cs typeface="Lexend"/>
              <a:sym typeface="Lexend"/>
            </a:endParaRPr>
          </a:p>
          <a:p>
            <a:pPr indent="0" lvl="0" marL="0" rtl="0" algn="ctr">
              <a:lnSpc>
                <a:spcPct val="110000"/>
              </a:lnSpc>
              <a:spcBef>
                <a:spcPts val="0"/>
              </a:spcBef>
              <a:spcAft>
                <a:spcPts val="0"/>
              </a:spcAft>
              <a:buNone/>
            </a:pPr>
            <a:r>
              <a:t/>
            </a:r>
            <a:endParaRPr sz="1300">
              <a:solidFill>
                <a:srgbClr val="595959"/>
              </a:solidFill>
              <a:latin typeface="Lexend"/>
              <a:ea typeface="Lexend"/>
              <a:cs typeface="Lexend"/>
              <a:sym typeface="Lexend"/>
            </a:endParaRPr>
          </a:p>
          <a:p>
            <a:pPr indent="0" lvl="0" marL="0" rtl="0" algn="ctr">
              <a:lnSpc>
                <a:spcPct val="110000"/>
              </a:lnSpc>
              <a:spcBef>
                <a:spcPts val="0"/>
              </a:spcBef>
              <a:spcAft>
                <a:spcPts val="0"/>
              </a:spcAft>
              <a:buNone/>
            </a:pPr>
            <a:r>
              <a:rPr b="1" lang="en" sz="1900">
                <a:solidFill>
                  <a:srgbClr val="212121"/>
                </a:solidFill>
                <a:latin typeface="Lexend"/>
                <a:ea typeface="Lexend"/>
                <a:cs typeface="Lexend"/>
                <a:sym typeface="Lexend"/>
              </a:rPr>
              <a:t>Recorder</a:t>
            </a:r>
            <a:endParaRPr b="1" sz="1900">
              <a:solidFill>
                <a:srgbClr val="212121"/>
              </a:solidFill>
              <a:latin typeface="Lexend"/>
              <a:ea typeface="Lexend"/>
              <a:cs typeface="Lexend"/>
              <a:sym typeface="Lexend"/>
            </a:endParaRPr>
          </a:p>
          <a:p>
            <a:pPr indent="0" lvl="0" marL="0" rtl="0" algn="ctr">
              <a:lnSpc>
                <a:spcPct val="110000"/>
              </a:lnSpc>
              <a:spcBef>
                <a:spcPts val="0"/>
              </a:spcBef>
              <a:spcAft>
                <a:spcPts val="0"/>
              </a:spcAft>
              <a:buNone/>
            </a:pPr>
            <a:r>
              <a:t/>
            </a:r>
            <a:endParaRPr sz="1300">
              <a:solidFill>
                <a:srgbClr val="595959"/>
              </a:solidFill>
              <a:latin typeface="Lexend"/>
              <a:ea typeface="Lexend"/>
              <a:cs typeface="Lexend"/>
              <a:sym typeface="Lexend"/>
            </a:endParaRPr>
          </a:p>
          <a:p>
            <a:pPr indent="0" lvl="0" marL="0" rtl="0" algn="ctr">
              <a:lnSpc>
                <a:spcPct val="110000"/>
              </a:lnSpc>
              <a:spcBef>
                <a:spcPts val="0"/>
              </a:spcBef>
              <a:spcAft>
                <a:spcPts val="0"/>
              </a:spcAft>
              <a:buNone/>
            </a:pPr>
            <a:r>
              <a:rPr lang="en" sz="1100">
                <a:solidFill>
                  <a:srgbClr val="595959"/>
                </a:solidFill>
                <a:latin typeface="Lexend"/>
                <a:ea typeface="Lexend"/>
                <a:cs typeface="Lexend"/>
                <a:sym typeface="Lexend"/>
              </a:rPr>
              <a:t>Held the phone above the table and recorded the participant's hands and the screens</a:t>
            </a:r>
            <a:r>
              <a:rPr lang="en" sz="1100">
                <a:solidFill>
                  <a:srgbClr val="595959"/>
                </a:solidFill>
                <a:latin typeface="Lexend"/>
                <a:ea typeface="Lexend"/>
                <a:cs typeface="Lexend"/>
                <a:sym typeface="Lexend"/>
              </a:rPr>
              <a:t> </a:t>
            </a:r>
            <a:endParaRPr sz="1100">
              <a:solidFill>
                <a:srgbClr val="595959"/>
              </a:solidFill>
              <a:latin typeface="Lexend"/>
              <a:ea typeface="Lexend"/>
              <a:cs typeface="Lexend"/>
              <a:sym typeface="Lexend"/>
            </a:endParaRPr>
          </a:p>
        </p:txBody>
      </p:sp>
      <p:sp>
        <p:nvSpPr>
          <p:cNvPr id="1293" name="Google Shape;1293;p114"/>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PROCEDURE - Team Member Roles</a:t>
            </a:r>
            <a:endParaRPr/>
          </a:p>
        </p:txBody>
      </p:sp>
      <p:sp>
        <p:nvSpPr>
          <p:cNvPr id="1294" name="Google Shape;1294;p114"/>
          <p:cNvSpPr/>
          <p:nvPr/>
        </p:nvSpPr>
        <p:spPr>
          <a:xfrm>
            <a:off x="6656137" y="1523325"/>
            <a:ext cx="1777200" cy="2818800"/>
          </a:xfrm>
          <a:prstGeom prst="rect">
            <a:avLst/>
          </a:prstGeom>
          <a:solidFill>
            <a:srgbClr val="FFFFFF"/>
          </a:solidFill>
          <a:ln cap="flat" cmpd="sng" w="2857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0000"/>
              </a:lnSpc>
              <a:spcBef>
                <a:spcPts val="0"/>
              </a:spcBef>
              <a:spcAft>
                <a:spcPts val="0"/>
              </a:spcAft>
              <a:buNone/>
            </a:pPr>
            <a:r>
              <a:rPr b="1" lang="en" sz="1100">
                <a:solidFill>
                  <a:srgbClr val="6E6E6E"/>
                </a:solidFill>
                <a:latin typeface="Lexend"/>
                <a:ea typeface="Lexend"/>
                <a:cs typeface="Lexend"/>
                <a:sym typeface="Lexend"/>
              </a:rPr>
              <a:t>Ahyan</a:t>
            </a:r>
            <a:endParaRPr b="1" sz="1100">
              <a:solidFill>
                <a:srgbClr val="6E6E6E"/>
              </a:solidFill>
              <a:latin typeface="Lexend"/>
              <a:ea typeface="Lexend"/>
              <a:cs typeface="Lexend"/>
              <a:sym typeface="Lexend"/>
            </a:endParaRPr>
          </a:p>
          <a:p>
            <a:pPr indent="0" lvl="0" marL="0" rtl="0" algn="ctr">
              <a:lnSpc>
                <a:spcPct val="110000"/>
              </a:lnSpc>
              <a:spcBef>
                <a:spcPts val="0"/>
              </a:spcBef>
              <a:spcAft>
                <a:spcPts val="0"/>
              </a:spcAft>
              <a:buNone/>
            </a:pPr>
            <a:r>
              <a:t/>
            </a:r>
            <a:endParaRPr sz="1300">
              <a:solidFill>
                <a:srgbClr val="595959"/>
              </a:solidFill>
              <a:latin typeface="Lexend"/>
              <a:ea typeface="Lexend"/>
              <a:cs typeface="Lexend"/>
              <a:sym typeface="Lexend"/>
            </a:endParaRPr>
          </a:p>
          <a:p>
            <a:pPr indent="0" lvl="0" marL="0" rtl="0" algn="ctr">
              <a:lnSpc>
                <a:spcPct val="110000"/>
              </a:lnSpc>
              <a:spcBef>
                <a:spcPts val="0"/>
              </a:spcBef>
              <a:spcAft>
                <a:spcPts val="0"/>
              </a:spcAft>
              <a:buNone/>
            </a:pPr>
            <a:r>
              <a:rPr b="1" lang="en" sz="1900">
                <a:solidFill>
                  <a:srgbClr val="212121"/>
                </a:solidFill>
                <a:latin typeface="Lexend"/>
                <a:ea typeface="Lexend"/>
                <a:cs typeface="Lexend"/>
                <a:sym typeface="Lexend"/>
              </a:rPr>
              <a:t> Notetaker</a:t>
            </a:r>
            <a:endParaRPr b="1" sz="1900">
              <a:solidFill>
                <a:srgbClr val="212121"/>
              </a:solidFill>
              <a:latin typeface="Lexend"/>
              <a:ea typeface="Lexend"/>
              <a:cs typeface="Lexend"/>
              <a:sym typeface="Lexend"/>
            </a:endParaRPr>
          </a:p>
          <a:p>
            <a:pPr indent="0" lvl="0" marL="0" rtl="0" algn="ctr">
              <a:lnSpc>
                <a:spcPct val="110000"/>
              </a:lnSpc>
              <a:spcBef>
                <a:spcPts val="0"/>
              </a:spcBef>
              <a:spcAft>
                <a:spcPts val="0"/>
              </a:spcAft>
              <a:buNone/>
            </a:pPr>
            <a:r>
              <a:t/>
            </a:r>
            <a:endParaRPr sz="1300">
              <a:solidFill>
                <a:srgbClr val="595959"/>
              </a:solidFill>
              <a:latin typeface="Lexend"/>
              <a:ea typeface="Lexend"/>
              <a:cs typeface="Lexend"/>
              <a:sym typeface="Lexend"/>
            </a:endParaRPr>
          </a:p>
          <a:p>
            <a:pPr indent="0" lvl="0" marL="0" rtl="0" algn="ctr">
              <a:lnSpc>
                <a:spcPct val="110000"/>
              </a:lnSpc>
              <a:spcBef>
                <a:spcPts val="0"/>
              </a:spcBef>
              <a:spcAft>
                <a:spcPts val="0"/>
              </a:spcAft>
              <a:buNone/>
            </a:pPr>
            <a:r>
              <a:rPr lang="en" sz="1100">
                <a:solidFill>
                  <a:srgbClr val="595959"/>
                </a:solidFill>
                <a:latin typeface="Lexend"/>
                <a:ea typeface="Lexend"/>
                <a:cs typeface="Lexend"/>
                <a:sym typeface="Lexend"/>
              </a:rPr>
              <a:t>Recorded critical incidents and quotes with timestamps.</a:t>
            </a:r>
            <a:endParaRPr sz="1100">
              <a:solidFill>
                <a:srgbClr val="595959"/>
              </a:solidFill>
              <a:latin typeface="Lexend"/>
              <a:ea typeface="Lexend"/>
              <a:cs typeface="Lexend"/>
              <a:sym typeface="Lexend"/>
            </a:endParaRPr>
          </a:p>
          <a:p>
            <a:pPr indent="0" lvl="0" marL="0" rtl="0" algn="ctr">
              <a:lnSpc>
                <a:spcPct val="110000"/>
              </a:lnSpc>
              <a:spcBef>
                <a:spcPts val="0"/>
              </a:spcBef>
              <a:spcAft>
                <a:spcPts val="0"/>
              </a:spcAft>
              <a:buNone/>
            </a:pPr>
            <a:r>
              <a:rPr lang="en" sz="1100">
                <a:solidFill>
                  <a:srgbClr val="595959"/>
                </a:solidFill>
                <a:latin typeface="Lexend"/>
                <a:ea typeface="Lexend"/>
                <a:cs typeface="Lexend"/>
                <a:sym typeface="Lexend"/>
              </a:rPr>
              <a:t> </a:t>
            </a:r>
            <a:endParaRPr sz="1100">
              <a:solidFill>
                <a:srgbClr val="595959"/>
              </a:solidFill>
              <a:latin typeface="Lexend"/>
              <a:ea typeface="Lexend"/>
              <a:cs typeface="Lexend"/>
              <a:sym typeface="Lexend"/>
            </a:endParaRPr>
          </a:p>
        </p:txBody>
      </p:sp>
      <p:sp>
        <p:nvSpPr>
          <p:cNvPr id="1295" name="Google Shape;1295;p114"/>
          <p:cNvSpPr/>
          <p:nvPr/>
        </p:nvSpPr>
        <p:spPr>
          <a:xfrm>
            <a:off x="2692499" y="1523325"/>
            <a:ext cx="1777200" cy="2818800"/>
          </a:xfrm>
          <a:prstGeom prst="rect">
            <a:avLst/>
          </a:prstGeom>
          <a:solidFill>
            <a:srgbClr val="FFFFFF"/>
          </a:solidFill>
          <a:ln cap="flat" cmpd="sng" w="2857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0000"/>
              </a:lnSpc>
              <a:spcBef>
                <a:spcPts val="0"/>
              </a:spcBef>
              <a:spcAft>
                <a:spcPts val="0"/>
              </a:spcAft>
              <a:buNone/>
            </a:pPr>
            <a:r>
              <a:rPr b="1" lang="en" sz="1100">
                <a:solidFill>
                  <a:srgbClr val="6E6E6E"/>
                </a:solidFill>
                <a:latin typeface="Lexend"/>
                <a:ea typeface="Lexend"/>
                <a:cs typeface="Lexend"/>
                <a:sym typeface="Lexend"/>
              </a:rPr>
              <a:t>Kelly</a:t>
            </a:r>
            <a:endParaRPr b="1" sz="1100">
              <a:solidFill>
                <a:srgbClr val="6E6E6E"/>
              </a:solidFill>
              <a:latin typeface="Lexend"/>
              <a:ea typeface="Lexend"/>
              <a:cs typeface="Lexend"/>
              <a:sym typeface="Lexend"/>
            </a:endParaRPr>
          </a:p>
          <a:p>
            <a:pPr indent="0" lvl="0" marL="0" rtl="0" algn="ctr">
              <a:lnSpc>
                <a:spcPct val="110000"/>
              </a:lnSpc>
              <a:spcBef>
                <a:spcPts val="0"/>
              </a:spcBef>
              <a:spcAft>
                <a:spcPts val="0"/>
              </a:spcAft>
              <a:buNone/>
            </a:pPr>
            <a:r>
              <a:t/>
            </a:r>
            <a:endParaRPr sz="1300">
              <a:solidFill>
                <a:srgbClr val="595959"/>
              </a:solidFill>
              <a:latin typeface="Lexend"/>
              <a:ea typeface="Lexend"/>
              <a:cs typeface="Lexend"/>
              <a:sym typeface="Lexend"/>
            </a:endParaRPr>
          </a:p>
          <a:p>
            <a:pPr indent="0" lvl="0" marL="0" rtl="0" algn="ctr">
              <a:lnSpc>
                <a:spcPct val="110000"/>
              </a:lnSpc>
              <a:spcBef>
                <a:spcPts val="0"/>
              </a:spcBef>
              <a:spcAft>
                <a:spcPts val="0"/>
              </a:spcAft>
              <a:buNone/>
            </a:pPr>
            <a:r>
              <a:rPr b="1" lang="en" sz="1900">
                <a:solidFill>
                  <a:srgbClr val="212121"/>
                </a:solidFill>
                <a:latin typeface="Lexend"/>
                <a:ea typeface="Lexend"/>
                <a:cs typeface="Lexend"/>
                <a:sym typeface="Lexend"/>
              </a:rPr>
              <a:t> Computer</a:t>
            </a:r>
            <a:endParaRPr b="1" sz="1900">
              <a:solidFill>
                <a:srgbClr val="212121"/>
              </a:solidFill>
              <a:latin typeface="Lexend"/>
              <a:ea typeface="Lexend"/>
              <a:cs typeface="Lexend"/>
              <a:sym typeface="Lexend"/>
            </a:endParaRPr>
          </a:p>
          <a:p>
            <a:pPr indent="0" lvl="0" marL="0" rtl="0" algn="ctr">
              <a:lnSpc>
                <a:spcPct val="110000"/>
              </a:lnSpc>
              <a:spcBef>
                <a:spcPts val="0"/>
              </a:spcBef>
              <a:spcAft>
                <a:spcPts val="0"/>
              </a:spcAft>
              <a:buNone/>
            </a:pPr>
            <a:r>
              <a:t/>
            </a:r>
            <a:endParaRPr sz="1300">
              <a:solidFill>
                <a:srgbClr val="595959"/>
              </a:solidFill>
              <a:latin typeface="Lexend"/>
              <a:ea typeface="Lexend"/>
              <a:cs typeface="Lexend"/>
              <a:sym typeface="Lexend"/>
            </a:endParaRPr>
          </a:p>
          <a:p>
            <a:pPr indent="0" lvl="0" marL="0" rtl="0" algn="ctr">
              <a:lnSpc>
                <a:spcPct val="118000"/>
              </a:lnSpc>
              <a:spcBef>
                <a:spcPts val="0"/>
              </a:spcBef>
              <a:spcAft>
                <a:spcPts val="1000"/>
              </a:spcAft>
              <a:buNone/>
            </a:pPr>
            <a:r>
              <a:rPr lang="en" sz="1100">
                <a:solidFill>
                  <a:srgbClr val="6B6B6B"/>
                </a:solidFill>
                <a:latin typeface="Lexend"/>
                <a:ea typeface="Lexend"/>
                <a:cs typeface="Lexend"/>
                <a:sym typeface="Lexend"/>
              </a:rPr>
              <a:t>Swapped the paper screens in response to each tap.</a:t>
            </a:r>
            <a:r>
              <a:rPr lang="en" sz="1300">
                <a:solidFill>
                  <a:srgbClr val="595959"/>
                </a:solidFill>
                <a:latin typeface="Lexend"/>
                <a:ea typeface="Lexend"/>
                <a:cs typeface="Lexend"/>
                <a:sym typeface="Lexend"/>
              </a:rPr>
              <a:t> </a:t>
            </a:r>
            <a:endParaRPr sz="1300">
              <a:solidFill>
                <a:srgbClr val="595959"/>
              </a:solidFill>
              <a:latin typeface="Lexend"/>
              <a:ea typeface="Lexend"/>
              <a:cs typeface="Lexend"/>
              <a:sym typeface="Lexen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99" name="Shape 1299"/>
        <p:cNvGrpSpPr/>
        <p:nvPr/>
      </p:nvGrpSpPr>
      <p:grpSpPr>
        <a:xfrm>
          <a:off x="0" y="0"/>
          <a:ext cx="0" cy="0"/>
          <a:chOff x="0" y="0"/>
          <a:chExt cx="0" cy="0"/>
        </a:xfrm>
      </p:grpSpPr>
      <p:sp>
        <p:nvSpPr>
          <p:cNvPr id="1300" name="Google Shape;1300;p115"/>
          <p:cNvSpPr txBox="1"/>
          <p:nvPr>
            <p:ph type="title"/>
          </p:nvPr>
        </p:nvSpPr>
        <p:spPr>
          <a:xfrm>
            <a:off x="635000"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THREE TASKS</a:t>
            </a:r>
            <a:endParaRPr/>
          </a:p>
        </p:txBody>
      </p:sp>
      <p:sp>
        <p:nvSpPr>
          <p:cNvPr id="1301" name="Google Shape;1301;p115"/>
          <p:cNvSpPr/>
          <p:nvPr/>
        </p:nvSpPr>
        <p:spPr>
          <a:xfrm>
            <a:off x="952500" y="1270000"/>
            <a:ext cx="2235300" cy="3327300"/>
          </a:xfrm>
          <a:prstGeom prst="rect">
            <a:avLst/>
          </a:prstGeom>
          <a:solidFill>
            <a:srgbClr val="FFFFFF"/>
          </a:solidFill>
          <a:ln cap="flat" cmpd="sng" w="254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950">
                <a:solidFill>
                  <a:srgbClr val="6B6B6B"/>
                </a:solidFill>
                <a:latin typeface="Lexend"/>
                <a:ea typeface="Lexend"/>
                <a:cs typeface="Lexend"/>
                <a:sym typeface="Lexend"/>
              </a:rPr>
              <a:t>SIMPLE</a:t>
            </a:r>
            <a:endParaRPr b="1" sz="950">
              <a:solidFill>
                <a:srgbClr val="6B6B6B"/>
              </a:solidFill>
              <a:latin typeface="Lexend"/>
              <a:ea typeface="Lexend"/>
              <a:cs typeface="Lexend"/>
              <a:sym typeface="Lexend"/>
            </a:endParaRPr>
          </a:p>
          <a:p>
            <a:pPr indent="0" lvl="0" marL="0" rtl="0" algn="ctr">
              <a:lnSpc>
                <a:spcPct val="115000"/>
              </a:lnSpc>
              <a:spcBef>
                <a:spcPts val="800"/>
              </a:spcBef>
              <a:spcAft>
                <a:spcPts val="0"/>
              </a:spcAft>
              <a:buNone/>
            </a:pPr>
            <a:r>
              <a:rPr b="1" lang="en" sz="1600">
                <a:latin typeface="Lexend"/>
                <a:ea typeface="Lexend"/>
                <a:cs typeface="Lexend"/>
                <a:sym typeface="Lexend"/>
              </a:rPr>
              <a:t>Discover inspiration</a:t>
            </a:r>
            <a:endParaRPr b="1" sz="1600">
              <a:latin typeface="Lexend"/>
              <a:ea typeface="Lexend"/>
              <a:cs typeface="Lexend"/>
              <a:sym typeface="Lexend"/>
            </a:endParaRPr>
          </a:p>
          <a:p>
            <a:pPr indent="0" lvl="0" marL="0" rtl="0" algn="ctr">
              <a:lnSpc>
                <a:spcPct val="115000"/>
              </a:lnSpc>
              <a:spcBef>
                <a:spcPts val="800"/>
              </a:spcBef>
              <a:spcAft>
                <a:spcPts val="800"/>
              </a:spcAft>
              <a:buNone/>
            </a:pPr>
            <a:r>
              <a:rPr lang="en" sz="1150">
                <a:solidFill>
                  <a:srgbClr val="6B6B6B"/>
                </a:solidFill>
                <a:latin typeface="Lexend"/>
                <a:ea typeface="Lexend"/>
                <a:cs typeface="Lexend"/>
                <a:sym typeface="Lexend"/>
              </a:rPr>
              <a:t>“Imagine you're taking a short break and want to find inspiration outside. Use the app to find a place to create.”</a:t>
            </a:r>
            <a:endParaRPr sz="1150">
              <a:solidFill>
                <a:srgbClr val="6B6B6B"/>
              </a:solidFill>
              <a:latin typeface="Lexend"/>
              <a:ea typeface="Lexend"/>
              <a:cs typeface="Lexend"/>
              <a:sym typeface="Lexend"/>
            </a:endParaRPr>
          </a:p>
        </p:txBody>
      </p:sp>
      <p:sp>
        <p:nvSpPr>
          <p:cNvPr id="1302" name="Google Shape;1302;p115"/>
          <p:cNvSpPr/>
          <p:nvPr/>
        </p:nvSpPr>
        <p:spPr>
          <a:xfrm>
            <a:off x="3441700" y="1270000"/>
            <a:ext cx="2235300" cy="3327300"/>
          </a:xfrm>
          <a:prstGeom prst="rect">
            <a:avLst/>
          </a:prstGeom>
          <a:solidFill>
            <a:srgbClr val="FFFFFF"/>
          </a:solidFill>
          <a:ln cap="flat" cmpd="sng" w="254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950">
                <a:solidFill>
                  <a:srgbClr val="6B6B6B"/>
                </a:solidFill>
                <a:latin typeface="Lexend"/>
                <a:ea typeface="Lexend"/>
                <a:cs typeface="Lexend"/>
                <a:sym typeface="Lexend"/>
              </a:rPr>
              <a:t>MODERATE</a:t>
            </a:r>
            <a:endParaRPr b="1" sz="950">
              <a:solidFill>
                <a:srgbClr val="6B6B6B"/>
              </a:solidFill>
              <a:latin typeface="Lexend"/>
              <a:ea typeface="Lexend"/>
              <a:cs typeface="Lexend"/>
              <a:sym typeface="Lexend"/>
            </a:endParaRPr>
          </a:p>
          <a:p>
            <a:pPr indent="0" lvl="0" marL="0" rtl="0" algn="ctr">
              <a:lnSpc>
                <a:spcPct val="115000"/>
              </a:lnSpc>
              <a:spcBef>
                <a:spcPts val="800"/>
              </a:spcBef>
              <a:spcAft>
                <a:spcPts val="0"/>
              </a:spcAft>
              <a:buNone/>
            </a:pPr>
            <a:r>
              <a:rPr b="1" lang="en" sz="1600">
                <a:latin typeface="Lexend"/>
                <a:ea typeface="Lexend"/>
                <a:cs typeface="Lexend"/>
                <a:sym typeface="Lexend"/>
              </a:rPr>
              <a:t>Create and save</a:t>
            </a:r>
            <a:endParaRPr b="1" sz="1600">
              <a:latin typeface="Lexend"/>
              <a:ea typeface="Lexend"/>
              <a:cs typeface="Lexend"/>
              <a:sym typeface="Lexend"/>
            </a:endParaRPr>
          </a:p>
          <a:p>
            <a:pPr indent="0" lvl="0" marL="0" rtl="0" algn="ctr">
              <a:lnSpc>
                <a:spcPct val="115000"/>
              </a:lnSpc>
              <a:spcBef>
                <a:spcPts val="800"/>
              </a:spcBef>
              <a:spcAft>
                <a:spcPts val="800"/>
              </a:spcAft>
              <a:buNone/>
            </a:pPr>
            <a:r>
              <a:rPr lang="en" sz="1150">
                <a:solidFill>
                  <a:srgbClr val="6B6B6B"/>
                </a:solidFill>
                <a:latin typeface="Lexend"/>
                <a:ea typeface="Lexend"/>
                <a:cs typeface="Lexend"/>
                <a:sym typeface="Lexend"/>
              </a:rPr>
              <a:t>“You've arrived at that spot and made a piece of art. Use the app to save it.”</a:t>
            </a:r>
            <a:endParaRPr sz="1150">
              <a:solidFill>
                <a:srgbClr val="6B6B6B"/>
              </a:solidFill>
              <a:latin typeface="Lexend"/>
              <a:ea typeface="Lexend"/>
              <a:cs typeface="Lexend"/>
              <a:sym typeface="Lexend"/>
            </a:endParaRPr>
          </a:p>
        </p:txBody>
      </p:sp>
      <p:sp>
        <p:nvSpPr>
          <p:cNvPr id="1303" name="Google Shape;1303;p115"/>
          <p:cNvSpPr/>
          <p:nvPr/>
        </p:nvSpPr>
        <p:spPr>
          <a:xfrm>
            <a:off x="5930900" y="1270000"/>
            <a:ext cx="2235300" cy="3327300"/>
          </a:xfrm>
          <a:prstGeom prst="rect">
            <a:avLst/>
          </a:prstGeom>
          <a:solidFill>
            <a:srgbClr val="FFFFFF"/>
          </a:solidFill>
          <a:ln cap="flat" cmpd="sng" w="254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950">
                <a:solidFill>
                  <a:srgbClr val="6B6B6B"/>
                </a:solidFill>
                <a:latin typeface="Lexend"/>
                <a:ea typeface="Lexend"/>
                <a:cs typeface="Lexend"/>
                <a:sym typeface="Lexend"/>
              </a:rPr>
              <a:t>COMPLEX</a:t>
            </a:r>
            <a:endParaRPr b="1" sz="950">
              <a:solidFill>
                <a:srgbClr val="6B6B6B"/>
              </a:solidFill>
              <a:latin typeface="Lexend"/>
              <a:ea typeface="Lexend"/>
              <a:cs typeface="Lexend"/>
              <a:sym typeface="Lexend"/>
            </a:endParaRPr>
          </a:p>
          <a:p>
            <a:pPr indent="0" lvl="0" marL="0" rtl="0" algn="ctr">
              <a:lnSpc>
                <a:spcPct val="115000"/>
              </a:lnSpc>
              <a:spcBef>
                <a:spcPts val="800"/>
              </a:spcBef>
              <a:spcAft>
                <a:spcPts val="0"/>
              </a:spcAft>
              <a:buNone/>
            </a:pPr>
            <a:r>
              <a:rPr b="1" lang="en" sz="1600">
                <a:latin typeface="Lexend"/>
                <a:ea typeface="Lexend"/>
                <a:cs typeface="Lexend"/>
                <a:sym typeface="Lexend"/>
              </a:rPr>
              <a:t>Revisit and connect</a:t>
            </a:r>
            <a:endParaRPr b="1" sz="1600">
              <a:latin typeface="Lexend"/>
              <a:ea typeface="Lexend"/>
              <a:cs typeface="Lexend"/>
              <a:sym typeface="Lexend"/>
            </a:endParaRPr>
          </a:p>
          <a:p>
            <a:pPr indent="0" lvl="0" marL="0" rtl="0" algn="ctr">
              <a:lnSpc>
                <a:spcPct val="115000"/>
              </a:lnSpc>
              <a:spcBef>
                <a:spcPts val="800"/>
              </a:spcBef>
              <a:spcAft>
                <a:spcPts val="800"/>
              </a:spcAft>
              <a:buNone/>
            </a:pPr>
            <a:r>
              <a:rPr lang="en" sz="1150">
                <a:solidFill>
                  <a:srgbClr val="6B6B6B"/>
                </a:solidFill>
                <a:latin typeface="Lexend"/>
                <a:ea typeface="Lexend"/>
                <a:cs typeface="Lexend"/>
                <a:sym typeface="Lexend"/>
              </a:rPr>
              <a:t>“You've made several pieces with etch. Use them to reflect on or find inspiration for your own craft.”</a:t>
            </a:r>
            <a:endParaRPr sz="1150">
              <a:solidFill>
                <a:srgbClr val="6B6B6B"/>
              </a:solidFill>
              <a:latin typeface="Lexend"/>
              <a:ea typeface="Lexend"/>
              <a:cs typeface="Lexend"/>
              <a:sym typeface="Lexen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07" name="Shape 1307"/>
        <p:cNvGrpSpPr/>
        <p:nvPr/>
      </p:nvGrpSpPr>
      <p:grpSpPr>
        <a:xfrm>
          <a:off x="0" y="0"/>
          <a:ext cx="0" cy="0"/>
          <a:chOff x="0" y="0"/>
          <a:chExt cx="0" cy="0"/>
        </a:xfrm>
      </p:grpSpPr>
      <p:sp>
        <p:nvSpPr>
          <p:cNvPr id="1308" name="Google Shape;1308;p116"/>
          <p:cNvSpPr txBox="1"/>
          <p:nvPr>
            <p:ph type="title"/>
          </p:nvPr>
        </p:nvSpPr>
        <p:spPr>
          <a:xfrm>
            <a:off x="635000"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EACH TASK</a:t>
            </a:r>
            <a:endParaRPr/>
          </a:p>
        </p:txBody>
      </p:sp>
      <p:sp>
        <p:nvSpPr>
          <p:cNvPr id="1309" name="Google Shape;1309;p116"/>
          <p:cNvSpPr/>
          <p:nvPr/>
        </p:nvSpPr>
        <p:spPr>
          <a:xfrm>
            <a:off x="800100" y="1524000"/>
            <a:ext cx="1625700" cy="1625700"/>
          </a:xfrm>
          <a:prstGeom prst="rect">
            <a:avLst/>
          </a:prstGeom>
          <a:solidFill>
            <a:srgbClr val="FFDEA3"/>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350">
                <a:latin typeface="Lexend"/>
                <a:ea typeface="Lexend"/>
                <a:cs typeface="Lexend"/>
                <a:sym typeface="Lexend"/>
              </a:rPr>
              <a:t>Facilitator reads the task</a:t>
            </a:r>
            <a:endParaRPr sz="1350">
              <a:latin typeface="Lexend"/>
              <a:ea typeface="Lexend"/>
              <a:cs typeface="Lexend"/>
              <a:sym typeface="Lexend"/>
            </a:endParaRPr>
          </a:p>
        </p:txBody>
      </p:sp>
      <p:sp>
        <p:nvSpPr>
          <p:cNvPr id="1310" name="Google Shape;1310;p116"/>
          <p:cNvSpPr txBox="1"/>
          <p:nvPr/>
        </p:nvSpPr>
        <p:spPr>
          <a:xfrm>
            <a:off x="2425700" y="2133600"/>
            <a:ext cx="304800" cy="381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6B6B6B"/>
                </a:solidFill>
                <a:latin typeface="Lexend"/>
                <a:ea typeface="Lexend"/>
                <a:cs typeface="Lexend"/>
                <a:sym typeface="Lexend"/>
              </a:rPr>
              <a:t>→</a:t>
            </a:r>
            <a:endParaRPr sz="1800">
              <a:solidFill>
                <a:srgbClr val="6B6B6B"/>
              </a:solidFill>
              <a:latin typeface="Lexend"/>
              <a:ea typeface="Lexend"/>
              <a:cs typeface="Lexend"/>
              <a:sym typeface="Lexend"/>
            </a:endParaRPr>
          </a:p>
        </p:txBody>
      </p:sp>
      <p:sp>
        <p:nvSpPr>
          <p:cNvPr id="1311" name="Google Shape;1311;p116"/>
          <p:cNvSpPr/>
          <p:nvPr/>
        </p:nvSpPr>
        <p:spPr>
          <a:xfrm>
            <a:off x="2730500" y="1524000"/>
            <a:ext cx="1625700" cy="1625700"/>
          </a:xfrm>
          <a:prstGeom prst="rect">
            <a:avLst/>
          </a:prstGeom>
          <a:solidFill>
            <a:srgbClr val="B8E3FF"/>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350">
                <a:latin typeface="Lexend"/>
                <a:ea typeface="Lexend"/>
                <a:cs typeface="Lexend"/>
                <a:sym typeface="Lexend"/>
              </a:rPr>
              <a:t>Participant tries it while thinking aloud</a:t>
            </a:r>
            <a:endParaRPr sz="1350">
              <a:latin typeface="Lexend"/>
              <a:ea typeface="Lexend"/>
              <a:cs typeface="Lexend"/>
              <a:sym typeface="Lexend"/>
            </a:endParaRPr>
          </a:p>
        </p:txBody>
      </p:sp>
      <p:sp>
        <p:nvSpPr>
          <p:cNvPr id="1312" name="Google Shape;1312;p116"/>
          <p:cNvSpPr txBox="1"/>
          <p:nvPr/>
        </p:nvSpPr>
        <p:spPr>
          <a:xfrm>
            <a:off x="4356100" y="2133600"/>
            <a:ext cx="304800" cy="381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6B6B6B"/>
                </a:solidFill>
                <a:latin typeface="Lexend"/>
                <a:ea typeface="Lexend"/>
                <a:cs typeface="Lexend"/>
                <a:sym typeface="Lexend"/>
              </a:rPr>
              <a:t>→</a:t>
            </a:r>
            <a:endParaRPr sz="1800">
              <a:solidFill>
                <a:srgbClr val="6B6B6B"/>
              </a:solidFill>
              <a:latin typeface="Lexend"/>
              <a:ea typeface="Lexend"/>
              <a:cs typeface="Lexend"/>
              <a:sym typeface="Lexend"/>
            </a:endParaRPr>
          </a:p>
        </p:txBody>
      </p:sp>
      <p:sp>
        <p:nvSpPr>
          <p:cNvPr id="1313" name="Google Shape;1313;p116"/>
          <p:cNvSpPr/>
          <p:nvPr/>
        </p:nvSpPr>
        <p:spPr>
          <a:xfrm>
            <a:off x="4660900" y="1524000"/>
            <a:ext cx="1625700" cy="1625700"/>
          </a:xfrm>
          <a:prstGeom prst="rect">
            <a:avLst/>
          </a:prstGeom>
          <a:solidFill>
            <a:srgbClr val="D9FF94"/>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350">
                <a:latin typeface="Lexend"/>
                <a:ea typeface="Lexend"/>
                <a:cs typeface="Lexend"/>
                <a:sym typeface="Lexend"/>
              </a:rPr>
              <a:t>Participant rates satisfaction and flexibility (1-7)</a:t>
            </a:r>
            <a:endParaRPr sz="1350">
              <a:latin typeface="Lexend"/>
              <a:ea typeface="Lexend"/>
              <a:cs typeface="Lexend"/>
              <a:sym typeface="Lexend"/>
            </a:endParaRPr>
          </a:p>
        </p:txBody>
      </p:sp>
      <p:sp>
        <p:nvSpPr>
          <p:cNvPr id="1314" name="Google Shape;1314;p116"/>
          <p:cNvSpPr txBox="1"/>
          <p:nvPr/>
        </p:nvSpPr>
        <p:spPr>
          <a:xfrm>
            <a:off x="6286500" y="2133600"/>
            <a:ext cx="304800" cy="381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6B6B6B"/>
                </a:solidFill>
                <a:latin typeface="Lexend"/>
                <a:ea typeface="Lexend"/>
                <a:cs typeface="Lexend"/>
                <a:sym typeface="Lexend"/>
              </a:rPr>
              <a:t>→</a:t>
            </a:r>
            <a:endParaRPr sz="1800">
              <a:solidFill>
                <a:srgbClr val="6B6B6B"/>
              </a:solidFill>
              <a:latin typeface="Lexend"/>
              <a:ea typeface="Lexend"/>
              <a:cs typeface="Lexend"/>
              <a:sym typeface="Lexend"/>
            </a:endParaRPr>
          </a:p>
        </p:txBody>
      </p:sp>
      <p:sp>
        <p:nvSpPr>
          <p:cNvPr id="1315" name="Google Shape;1315;p116"/>
          <p:cNvSpPr/>
          <p:nvPr/>
        </p:nvSpPr>
        <p:spPr>
          <a:xfrm>
            <a:off x="6591300" y="1524000"/>
            <a:ext cx="1625700" cy="1625700"/>
          </a:xfrm>
          <a:prstGeom prst="rect">
            <a:avLst/>
          </a:prstGeom>
          <a:solidFill>
            <a:srgbClr val="C4FFF0"/>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350">
                <a:latin typeface="Lexend"/>
                <a:ea typeface="Lexend"/>
                <a:cs typeface="Lexend"/>
                <a:sym typeface="Lexend"/>
              </a:rPr>
              <a:t>Facilitator asks why</a:t>
            </a:r>
            <a:endParaRPr sz="1350">
              <a:latin typeface="Lexend"/>
              <a:ea typeface="Lexend"/>
              <a:cs typeface="Lexend"/>
              <a:sym typeface="Lexend"/>
            </a:endParaRPr>
          </a:p>
        </p:txBody>
      </p:sp>
      <p:sp>
        <p:nvSpPr>
          <p:cNvPr id="1316" name="Google Shape;1316;p116"/>
          <p:cNvSpPr txBox="1"/>
          <p:nvPr/>
        </p:nvSpPr>
        <p:spPr>
          <a:xfrm>
            <a:off x="800100" y="3581400"/>
            <a:ext cx="7493100" cy="8889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 sz="1500">
                <a:solidFill>
                  <a:schemeClr val="dk1"/>
                </a:solidFill>
                <a:latin typeface="Lexend"/>
                <a:ea typeface="Lexend"/>
                <a:cs typeface="Lexend"/>
                <a:sym typeface="Lexend"/>
              </a:rPr>
              <a:t>The note-taker records positive and negative critical incidents throughout each task</a:t>
            </a:r>
            <a:endParaRPr sz="1500">
              <a:solidFill>
                <a:schemeClr val="dk1"/>
              </a:solidFill>
              <a:latin typeface="Lexend"/>
              <a:ea typeface="Lexend"/>
              <a:cs typeface="Lexend"/>
              <a:sym typeface="Lexen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0" name="Shape 1320"/>
        <p:cNvGrpSpPr/>
        <p:nvPr/>
      </p:nvGrpSpPr>
      <p:grpSpPr>
        <a:xfrm>
          <a:off x="0" y="0"/>
          <a:ext cx="0" cy="0"/>
          <a:chOff x="0" y="0"/>
          <a:chExt cx="0" cy="0"/>
        </a:xfrm>
      </p:grpSpPr>
      <p:sp>
        <p:nvSpPr>
          <p:cNvPr id="1321" name="Google Shape;1321;p117"/>
          <p:cNvSpPr txBox="1"/>
          <p:nvPr>
            <p:ph type="title"/>
          </p:nvPr>
        </p:nvSpPr>
        <p:spPr>
          <a:xfrm>
            <a:off x="635000"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KEY MEASUREMENTS</a:t>
            </a:r>
            <a:endParaRPr/>
          </a:p>
        </p:txBody>
      </p:sp>
      <p:sp>
        <p:nvSpPr>
          <p:cNvPr id="1322" name="Google Shape;1322;p117"/>
          <p:cNvSpPr/>
          <p:nvPr/>
        </p:nvSpPr>
        <p:spPr>
          <a:xfrm>
            <a:off x="889000" y="1270000"/>
            <a:ext cx="3555900" cy="2235300"/>
          </a:xfrm>
          <a:prstGeom prst="rect">
            <a:avLst/>
          </a:prstGeom>
          <a:solidFill>
            <a:srgbClr val="FFFFFF"/>
          </a:solidFill>
          <a:ln cap="flat" cmpd="sng" w="254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950">
                <a:solidFill>
                  <a:srgbClr val="6B6B6B"/>
                </a:solidFill>
                <a:latin typeface="Lexend"/>
                <a:ea typeface="Lexend"/>
                <a:cs typeface="Lexend"/>
                <a:sym typeface="Lexend"/>
              </a:rPr>
              <a:t>USABILITY GOAL</a:t>
            </a:r>
            <a:endParaRPr b="1" sz="950">
              <a:solidFill>
                <a:srgbClr val="6B6B6B"/>
              </a:solidFill>
              <a:latin typeface="Lexend"/>
              <a:ea typeface="Lexend"/>
              <a:cs typeface="Lexend"/>
              <a:sym typeface="Lexend"/>
            </a:endParaRPr>
          </a:p>
          <a:p>
            <a:pPr indent="0" lvl="0" marL="0" rtl="0" algn="ctr">
              <a:lnSpc>
                <a:spcPct val="115000"/>
              </a:lnSpc>
              <a:spcBef>
                <a:spcPts val="800"/>
              </a:spcBef>
              <a:spcAft>
                <a:spcPts val="0"/>
              </a:spcAft>
              <a:buNone/>
            </a:pPr>
            <a:r>
              <a:rPr b="1" lang="en" sz="2200">
                <a:solidFill>
                  <a:srgbClr val="212121"/>
                </a:solidFill>
                <a:latin typeface="Lexend"/>
                <a:ea typeface="Lexend"/>
                <a:cs typeface="Lexend"/>
                <a:sym typeface="Lexend"/>
              </a:rPr>
              <a:t>Pleasing</a:t>
            </a:r>
            <a:endParaRPr b="1" sz="2200">
              <a:solidFill>
                <a:srgbClr val="212121"/>
              </a:solidFill>
              <a:latin typeface="Lexend"/>
              <a:ea typeface="Lexend"/>
              <a:cs typeface="Lexend"/>
              <a:sym typeface="Lexend"/>
            </a:endParaRPr>
          </a:p>
          <a:p>
            <a:pPr indent="0" lvl="0" marL="0" rtl="0" algn="ctr">
              <a:lnSpc>
                <a:spcPct val="115000"/>
              </a:lnSpc>
              <a:spcBef>
                <a:spcPts val="800"/>
              </a:spcBef>
              <a:spcAft>
                <a:spcPts val="0"/>
              </a:spcAft>
              <a:buNone/>
            </a:pPr>
            <a:r>
              <a:rPr lang="en" sz="1200">
                <a:solidFill>
                  <a:srgbClr val="6B6B6B"/>
                </a:solidFill>
                <a:latin typeface="Lexend"/>
                <a:ea typeface="Lexend"/>
                <a:cs typeface="Lexend"/>
                <a:sym typeface="Lexend"/>
              </a:rPr>
              <a:t>High user satisfaction</a:t>
            </a:r>
            <a:endParaRPr sz="1200">
              <a:solidFill>
                <a:srgbClr val="6B6B6B"/>
              </a:solidFill>
              <a:latin typeface="Lexend"/>
              <a:ea typeface="Lexend"/>
              <a:cs typeface="Lexend"/>
              <a:sym typeface="Lexend"/>
            </a:endParaRPr>
          </a:p>
          <a:p>
            <a:pPr indent="0" lvl="0" marL="0" rtl="0" algn="ctr">
              <a:lnSpc>
                <a:spcPct val="115000"/>
              </a:lnSpc>
              <a:spcBef>
                <a:spcPts val="1600"/>
              </a:spcBef>
              <a:spcAft>
                <a:spcPts val="800"/>
              </a:spcAft>
              <a:buNone/>
            </a:pPr>
            <a:r>
              <a:rPr lang="en" sz="1200">
                <a:solidFill>
                  <a:srgbClr val="212121"/>
                </a:solidFill>
                <a:highlight>
                  <a:srgbClr val="FFDEA3"/>
                </a:highlight>
                <a:latin typeface="Lexend"/>
                <a:ea typeface="Lexend"/>
                <a:cs typeface="Lexend"/>
                <a:sym typeface="Lexend"/>
              </a:rPr>
              <a:t>Our users are burnt out, so using etch should feel like a break</a:t>
            </a:r>
            <a:endParaRPr sz="1200">
              <a:solidFill>
                <a:srgbClr val="212121"/>
              </a:solidFill>
              <a:highlight>
                <a:srgbClr val="FFDEA3"/>
              </a:highlight>
              <a:latin typeface="Lexend"/>
              <a:ea typeface="Lexend"/>
              <a:cs typeface="Lexend"/>
              <a:sym typeface="Lexend"/>
            </a:endParaRPr>
          </a:p>
        </p:txBody>
      </p:sp>
      <p:sp>
        <p:nvSpPr>
          <p:cNvPr id="1323" name="Google Shape;1323;p117"/>
          <p:cNvSpPr/>
          <p:nvPr/>
        </p:nvSpPr>
        <p:spPr>
          <a:xfrm>
            <a:off x="4699000" y="1270000"/>
            <a:ext cx="3555900" cy="2235300"/>
          </a:xfrm>
          <a:prstGeom prst="rect">
            <a:avLst/>
          </a:prstGeom>
          <a:solidFill>
            <a:srgbClr val="FFFFFF"/>
          </a:solidFill>
          <a:ln cap="flat" cmpd="sng" w="254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950">
                <a:solidFill>
                  <a:srgbClr val="6B6B6B"/>
                </a:solidFill>
                <a:latin typeface="Lexend"/>
                <a:ea typeface="Lexend"/>
                <a:cs typeface="Lexend"/>
                <a:sym typeface="Lexend"/>
              </a:rPr>
              <a:t>USABILITY GOAL</a:t>
            </a:r>
            <a:endParaRPr b="1" sz="950">
              <a:solidFill>
                <a:srgbClr val="6B6B6B"/>
              </a:solidFill>
              <a:latin typeface="Lexend"/>
              <a:ea typeface="Lexend"/>
              <a:cs typeface="Lexend"/>
              <a:sym typeface="Lexend"/>
            </a:endParaRPr>
          </a:p>
          <a:p>
            <a:pPr indent="0" lvl="0" marL="0" rtl="0" algn="ctr">
              <a:lnSpc>
                <a:spcPct val="115000"/>
              </a:lnSpc>
              <a:spcBef>
                <a:spcPts val="800"/>
              </a:spcBef>
              <a:spcAft>
                <a:spcPts val="0"/>
              </a:spcAft>
              <a:buNone/>
            </a:pPr>
            <a:r>
              <a:rPr b="1" lang="en" sz="2200">
                <a:solidFill>
                  <a:srgbClr val="212121"/>
                </a:solidFill>
                <a:latin typeface="Lexend"/>
                <a:ea typeface="Lexend"/>
                <a:cs typeface="Lexend"/>
                <a:sym typeface="Lexend"/>
              </a:rPr>
              <a:t>Flexible</a:t>
            </a:r>
            <a:endParaRPr b="1" sz="2200">
              <a:solidFill>
                <a:srgbClr val="212121"/>
              </a:solidFill>
              <a:latin typeface="Lexend"/>
              <a:ea typeface="Lexend"/>
              <a:cs typeface="Lexend"/>
              <a:sym typeface="Lexend"/>
            </a:endParaRPr>
          </a:p>
          <a:p>
            <a:pPr indent="0" lvl="0" marL="0" rtl="0" algn="ctr">
              <a:lnSpc>
                <a:spcPct val="115000"/>
              </a:lnSpc>
              <a:spcBef>
                <a:spcPts val="800"/>
              </a:spcBef>
              <a:spcAft>
                <a:spcPts val="0"/>
              </a:spcAft>
              <a:buNone/>
            </a:pPr>
            <a:r>
              <a:rPr lang="en" sz="1200">
                <a:solidFill>
                  <a:srgbClr val="6B6B6B"/>
                </a:solidFill>
                <a:latin typeface="Lexend"/>
                <a:ea typeface="Lexend"/>
                <a:cs typeface="Lexend"/>
                <a:sym typeface="Lexend"/>
              </a:rPr>
              <a:t>Multiple ways to complete tasks</a:t>
            </a:r>
            <a:endParaRPr sz="1200">
              <a:solidFill>
                <a:srgbClr val="6B6B6B"/>
              </a:solidFill>
              <a:latin typeface="Lexend"/>
              <a:ea typeface="Lexend"/>
              <a:cs typeface="Lexend"/>
              <a:sym typeface="Lexend"/>
            </a:endParaRPr>
          </a:p>
          <a:p>
            <a:pPr indent="0" lvl="0" marL="0" rtl="0" algn="ctr">
              <a:lnSpc>
                <a:spcPct val="115000"/>
              </a:lnSpc>
              <a:spcBef>
                <a:spcPts val="1600"/>
              </a:spcBef>
              <a:spcAft>
                <a:spcPts val="800"/>
              </a:spcAft>
              <a:buNone/>
            </a:pPr>
            <a:r>
              <a:rPr lang="en" sz="1200">
                <a:solidFill>
                  <a:srgbClr val="212121"/>
                </a:solidFill>
                <a:highlight>
                  <a:srgbClr val="D9FF94"/>
                </a:highlight>
                <a:latin typeface="Lexend"/>
                <a:ea typeface="Lexend"/>
                <a:cs typeface="Lexend"/>
                <a:sym typeface="Lexend"/>
              </a:rPr>
              <a:t>Needfinding showed creatives need both structure to start and freedom to explore</a:t>
            </a:r>
            <a:endParaRPr sz="1200">
              <a:solidFill>
                <a:srgbClr val="212121"/>
              </a:solidFill>
              <a:highlight>
                <a:srgbClr val="D9FF94"/>
              </a:highlight>
              <a:latin typeface="Lexend"/>
              <a:ea typeface="Lexend"/>
              <a:cs typeface="Lexend"/>
              <a:sym typeface="Lexend"/>
            </a:endParaRPr>
          </a:p>
        </p:txBody>
      </p:sp>
      <p:sp>
        <p:nvSpPr>
          <p:cNvPr id="1324" name="Google Shape;1324;p117"/>
          <p:cNvSpPr txBox="1"/>
          <p:nvPr/>
        </p:nvSpPr>
        <p:spPr>
          <a:xfrm>
            <a:off x="889000" y="3708400"/>
            <a:ext cx="3555900" cy="762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100">
                <a:solidFill>
                  <a:schemeClr val="dk1"/>
                </a:solidFill>
                <a:latin typeface="Lexend Mega"/>
                <a:ea typeface="Lexend Mega"/>
                <a:cs typeface="Lexend Mega"/>
                <a:sym typeface="Lexend Mega"/>
              </a:rPr>
              <a:t>Key Measurement</a:t>
            </a:r>
            <a:endParaRPr b="1" sz="1100">
              <a:solidFill>
                <a:schemeClr val="dk1"/>
              </a:solidFill>
              <a:latin typeface="Lexend Mega"/>
              <a:ea typeface="Lexend Mega"/>
              <a:cs typeface="Lexend Mega"/>
              <a:sym typeface="Lexend Mega"/>
            </a:endParaRPr>
          </a:p>
          <a:p>
            <a:pPr indent="0" lvl="0" marL="0" rtl="0" algn="ctr">
              <a:lnSpc>
                <a:spcPct val="115000"/>
              </a:lnSpc>
              <a:spcBef>
                <a:spcPts val="600"/>
              </a:spcBef>
              <a:spcAft>
                <a:spcPts val="600"/>
              </a:spcAft>
              <a:buNone/>
            </a:pPr>
            <a:r>
              <a:rPr lang="en" sz="1300">
                <a:solidFill>
                  <a:schemeClr val="dk1"/>
                </a:solidFill>
                <a:latin typeface="Lexend"/>
                <a:ea typeface="Lexend"/>
                <a:cs typeface="Lexend"/>
                <a:sym typeface="Lexend"/>
              </a:rPr>
              <a:t>Satisfaction rating (1-7)</a:t>
            </a:r>
            <a:endParaRPr sz="1300">
              <a:solidFill>
                <a:schemeClr val="dk1"/>
              </a:solidFill>
              <a:latin typeface="Lexend"/>
              <a:ea typeface="Lexend"/>
              <a:cs typeface="Lexend"/>
              <a:sym typeface="Lexend"/>
            </a:endParaRPr>
          </a:p>
        </p:txBody>
      </p:sp>
      <p:sp>
        <p:nvSpPr>
          <p:cNvPr id="1325" name="Google Shape;1325;p117"/>
          <p:cNvSpPr txBox="1"/>
          <p:nvPr/>
        </p:nvSpPr>
        <p:spPr>
          <a:xfrm>
            <a:off x="4699000" y="3708400"/>
            <a:ext cx="3555900" cy="762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100">
                <a:solidFill>
                  <a:schemeClr val="dk1"/>
                </a:solidFill>
                <a:latin typeface="Lexend Mega"/>
                <a:ea typeface="Lexend Mega"/>
                <a:cs typeface="Lexend Mega"/>
                <a:sym typeface="Lexend Mega"/>
              </a:rPr>
              <a:t>Key Measurement</a:t>
            </a:r>
            <a:endParaRPr b="1" sz="1100">
              <a:solidFill>
                <a:schemeClr val="dk1"/>
              </a:solidFill>
              <a:latin typeface="Lexend Mega"/>
              <a:ea typeface="Lexend Mega"/>
              <a:cs typeface="Lexend Mega"/>
              <a:sym typeface="Lexend Mega"/>
            </a:endParaRPr>
          </a:p>
          <a:p>
            <a:pPr indent="0" lvl="0" marL="0" rtl="0" algn="ctr">
              <a:lnSpc>
                <a:spcPct val="115000"/>
              </a:lnSpc>
              <a:spcBef>
                <a:spcPts val="600"/>
              </a:spcBef>
              <a:spcAft>
                <a:spcPts val="600"/>
              </a:spcAft>
              <a:buNone/>
            </a:pPr>
            <a:r>
              <a:rPr lang="en" sz="1300">
                <a:solidFill>
                  <a:schemeClr val="dk1"/>
                </a:solidFill>
                <a:latin typeface="Lexend"/>
                <a:ea typeface="Lexend"/>
                <a:cs typeface="Lexend"/>
                <a:sym typeface="Lexend"/>
              </a:rPr>
              <a:t>Flexibility rating (1-7) and unassisted completion</a:t>
            </a:r>
            <a:endParaRPr sz="1300">
              <a:solidFill>
                <a:schemeClr val="dk1"/>
              </a:solidFill>
              <a:latin typeface="Lexend"/>
              <a:ea typeface="Lexend"/>
              <a:cs typeface="Lexend"/>
              <a:sym typeface="Lexen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29" name="Shape 1329"/>
        <p:cNvGrpSpPr/>
        <p:nvPr/>
      </p:nvGrpSpPr>
      <p:grpSpPr>
        <a:xfrm>
          <a:off x="0" y="0"/>
          <a:ext cx="0" cy="0"/>
          <a:chOff x="0" y="0"/>
          <a:chExt cx="0" cy="0"/>
        </a:xfrm>
      </p:grpSpPr>
      <p:sp>
        <p:nvSpPr>
          <p:cNvPr id="1330" name="Google Shape;1330;p118"/>
          <p:cNvSpPr txBox="1"/>
          <p:nvPr>
            <p:ph type="title"/>
          </p:nvPr>
        </p:nvSpPr>
        <p:spPr>
          <a:xfrm>
            <a:off x="635000"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KEY MEASUREMENT</a:t>
            </a:r>
            <a:endParaRPr/>
          </a:p>
        </p:txBody>
      </p:sp>
      <p:sp>
        <p:nvSpPr>
          <p:cNvPr id="1331" name="Google Shape;1331;p118"/>
          <p:cNvSpPr/>
          <p:nvPr/>
        </p:nvSpPr>
        <p:spPr>
          <a:xfrm>
            <a:off x="723900" y="1219200"/>
            <a:ext cx="2159100" cy="3555900"/>
          </a:xfrm>
          <a:prstGeom prst="rect">
            <a:avLst/>
          </a:prstGeom>
          <a:solidFill>
            <a:srgbClr val="FFFFFF"/>
          </a:solidFill>
          <a:ln cap="flat" cmpd="sng" w="254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950">
                <a:solidFill>
                  <a:srgbClr val="6B6B6B"/>
                </a:solidFill>
                <a:latin typeface="Lexend"/>
                <a:ea typeface="Lexend"/>
                <a:cs typeface="Lexend"/>
                <a:sym typeface="Lexend"/>
              </a:rPr>
              <a:t>USABILITY </a:t>
            </a:r>
            <a:r>
              <a:rPr b="1" lang="en" sz="950">
                <a:solidFill>
                  <a:srgbClr val="6B6B6B"/>
                </a:solidFill>
                <a:latin typeface="Lexend"/>
                <a:ea typeface="Lexend"/>
                <a:cs typeface="Lexend"/>
                <a:sym typeface="Lexend"/>
              </a:rPr>
              <a:t>GOAL 1</a:t>
            </a:r>
            <a:endParaRPr b="1" sz="950">
              <a:solidFill>
                <a:srgbClr val="6B6B6B"/>
              </a:solidFill>
              <a:latin typeface="Lexend"/>
              <a:ea typeface="Lexend"/>
              <a:cs typeface="Lexend"/>
              <a:sym typeface="Lexend"/>
            </a:endParaRPr>
          </a:p>
          <a:p>
            <a:pPr indent="0" lvl="0" marL="0" rtl="0" algn="ctr">
              <a:lnSpc>
                <a:spcPct val="115000"/>
              </a:lnSpc>
              <a:spcBef>
                <a:spcPts val="800"/>
              </a:spcBef>
              <a:spcAft>
                <a:spcPts val="0"/>
              </a:spcAft>
              <a:buNone/>
            </a:pPr>
            <a:r>
              <a:rPr b="1" lang="en" sz="1800">
                <a:latin typeface="Lexend"/>
                <a:ea typeface="Lexend"/>
                <a:cs typeface="Lexend"/>
                <a:sym typeface="Lexend"/>
              </a:rPr>
              <a:t>Pleasing</a:t>
            </a:r>
            <a:endParaRPr b="1" sz="1800">
              <a:latin typeface="Lexend"/>
              <a:ea typeface="Lexend"/>
              <a:cs typeface="Lexend"/>
              <a:sym typeface="Lexend"/>
            </a:endParaRPr>
          </a:p>
          <a:p>
            <a:pPr indent="0" lvl="0" marL="0" rtl="0" algn="ctr">
              <a:lnSpc>
                <a:spcPct val="115000"/>
              </a:lnSpc>
              <a:spcBef>
                <a:spcPts val="800"/>
              </a:spcBef>
              <a:spcAft>
                <a:spcPts val="800"/>
              </a:spcAft>
              <a:buNone/>
            </a:pPr>
            <a:r>
              <a:rPr lang="en" sz="1150">
                <a:solidFill>
                  <a:srgbClr val="6B6B6B"/>
                </a:solidFill>
                <a:latin typeface="Lexend"/>
                <a:ea typeface="Lexend"/>
                <a:cs typeface="Lexend"/>
                <a:sym typeface="Lexend"/>
              </a:rPr>
              <a:t>h</a:t>
            </a:r>
            <a:r>
              <a:rPr lang="en" sz="1150">
                <a:solidFill>
                  <a:srgbClr val="6B6B6B"/>
                </a:solidFill>
                <a:latin typeface="Lexend"/>
                <a:ea typeface="Lexend"/>
                <a:cs typeface="Lexend"/>
                <a:sym typeface="Lexend"/>
              </a:rPr>
              <a:t>igh user satisfaction</a:t>
            </a:r>
            <a:endParaRPr sz="1150">
              <a:solidFill>
                <a:srgbClr val="6B6B6B"/>
              </a:solidFill>
              <a:latin typeface="Lexend"/>
              <a:ea typeface="Lexend"/>
              <a:cs typeface="Lexend"/>
              <a:sym typeface="Lexend"/>
            </a:endParaRPr>
          </a:p>
        </p:txBody>
      </p:sp>
      <p:sp>
        <p:nvSpPr>
          <p:cNvPr id="1332" name="Google Shape;1332;p118"/>
          <p:cNvSpPr txBox="1"/>
          <p:nvPr/>
        </p:nvSpPr>
        <p:spPr>
          <a:xfrm>
            <a:off x="3175000" y="1168400"/>
            <a:ext cx="5334000" cy="3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1"/>
                </a:solidFill>
                <a:latin typeface="Lexend Mega"/>
                <a:ea typeface="Lexend Mega"/>
                <a:cs typeface="Lexend Mega"/>
                <a:sym typeface="Lexend Mega"/>
              </a:rPr>
              <a:t>Why Pleasing</a:t>
            </a:r>
            <a:endParaRPr b="1" sz="1500">
              <a:solidFill>
                <a:schemeClr val="dk1"/>
              </a:solidFill>
              <a:latin typeface="Lexend Mega"/>
              <a:ea typeface="Lexend Mega"/>
              <a:cs typeface="Lexend Mega"/>
              <a:sym typeface="Lexend Mega"/>
            </a:endParaRPr>
          </a:p>
        </p:txBody>
      </p:sp>
      <p:sp>
        <p:nvSpPr>
          <p:cNvPr id="1333" name="Google Shape;1333;p118"/>
          <p:cNvSpPr txBox="1"/>
          <p:nvPr/>
        </p:nvSpPr>
        <p:spPr>
          <a:xfrm>
            <a:off x="3175000" y="1549400"/>
            <a:ext cx="5334000" cy="914400"/>
          </a:xfrm>
          <a:prstGeom prst="rect">
            <a:avLst/>
          </a:prstGeom>
          <a:noFill/>
          <a:ln>
            <a:noFill/>
          </a:ln>
        </p:spPr>
        <p:txBody>
          <a:bodyPr anchorCtr="0" anchor="t" bIns="91425" lIns="91425" spcFirstLastPara="1" rIns="91425" wrap="square" tIns="91425">
            <a:noAutofit/>
          </a:bodyPr>
          <a:lstStyle/>
          <a:p>
            <a:pPr indent="0" lvl="0" marL="0" rtl="0" algn="l">
              <a:lnSpc>
                <a:spcPct val="116000"/>
              </a:lnSpc>
              <a:spcBef>
                <a:spcPts val="0"/>
              </a:spcBef>
              <a:spcAft>
                <a:spcPts val="0"/>
              </a:spcAft>
              <a:buNone/>
            </a:pPr>
            <a:r>
              <a:rPr lang="en" sz="1150">
                <a:solidFill>
                  <a:schemeClr val="dk1"/>
                </a:solidFill>
                <a:latin typeface="Lexend"/>
                <a:ea typeface="Lexend"/>
                <a:cs typeface="Lexend"/>
                <a:sym typeface="Lexend"/>
              </a:rPr>
              <a:t>Etch aims to make creativity feel delightful again, helping people move from burnout toward curiosity and inspiration. A pleasing experience is central to that goal → should leave people feeling refreshed and excited to create.</a:t>
            </a:r>
            <a:endParaRPr sz="1150">
              <a:solidFill>
                <a:schemeClr val="dk1"/>
              </a:solidFill>
              <a:latin typeface="Lexend"/>
              <a:ea typeface="Lexend"/>
              <a:cs typeface="Lexend"/>
              <a:sym typeface="Lexend"/>
            </a:endParaRPr>
          </a:p>
        </p:txBody>
      </p:sp>
      <p:sp>
        <p:nvSpPr>
          <p:cNvPr id="1334" name="Google Shape;1334;p118"/>
          <p:cNvSpPr txBox="1"/>
          <p:nvPr/>
        </p:nvSpPr>
        <p:spPr>
          <a:xfrm>
            <a:off x="3175000" y="2489200"/>
            <a:ext cx="5334000" cy="2362200"/>
          </a:xfrm>
          <a:prstGeom prst="rect">
            <a:avLst/>
          </a:prstGeom>
          <a:noFill/>
          <a:ln>
            <a:noFill/>
          </a:ln>
        </p:spPr>
        <p:txBody>
          <a:bodyPr anchorCtr="0" anchor="t" bIns="91425" lIns="91425" spcFirstLastPara="1" rIns="91425" wrap="square" tIns="91425">
            <a:noAutofit/>
          </a:bodyPr>
          <a:lstStyle/>
          <a:p>
            <a:pPr indent="0" lvl="0" marL="0" rtl="0" algn="l">
              <a:lnSpc>
                <a:spcPct val="113000"/>
              </a:lnSpc>
              <a:spcBef>
                <a:spcPts val="0"/>
              </a:spcBef>
              <a:spcAft>
                <a:spcPts val="0"/>
              </a:spcAft>
              <a:buNone/>
            </a:pPr>
            <a:r>
              <a:rPr b="1" lang="en" sz="1050">
                <a:solidFill>
                  <a:schemeClr val="dk1"/>
                </a:solidFill>
                <a:latin typeface="Lexend"/>
                <a:ea typeface="Lexend"/>
                <a:cs typeface="Lexend"/>
                <a:sym typeface="Lexend"/>
              </a:rPr>
              <a:t>Process data: </a:t>
            </a:r>
            <a:r>
              <a:rPr lang="en" sz="1050">
                <a:solidFill>
                  <a:schemeClr val="dk1"/>
                </a:solidFill>
                <a:latin typeface="Lexend"/>
                <a:ea typeface="Lexend"/>
                <a:cs typeface="Lexend"/>
                <a:sym typeface="Lexend"/>
              </a:rPr>
              <a:t>Positive and negative critical incidents (mistakes, quotes, emotions), each given a 0-4 severity rating.</a:t>
            </a:r>
            <a:endParaRPr sz="1050">
              <a:solidFill>
                <a:schemeClr val="dk1"/>
              </a:solidFill>
              <a:latin typeface="Lexend"/>
              <a:ea typeface="Lexend"/>
              <a:cs typeface="Lexend"/>
              <a:sym typeface="Lexend"/>
            </a:endParaRPr>
          </a:p>
          <a:p>
            <a:pPr indent="0" lvl="0" marL="0" rtl="0" algn="l">
              <a:lnSpc>
                <a:spcPct val="113000"/>
              </a:lnSpc>
              <a:spcBef>
                <a:spcPts val="600"/>
              </a:spcBef>
              <a:spcAft>
                <a:spcPts val="0"/>
              </a:spcAft>
              <a:buNone/>
            </a:pPr>
            <a:r>
              <a:rPr b="1" lang="en" sz="1050">
                <a:solidFill>
                  <a:schemeClr val="dk1"/>
                </a:solidFill>
                <a:latin typeface="Lexend"/>
                <a:ea typeface="Lexend"/>
                <a:cs typeface="Lexend"/>
                <a:sym typeface="Lexend"/>
              </a:rPr>
              <a:t>Bottom-line data: </a:t>
            </a:r>
            <a:r>
              <a:rPr lang="en" sz="1050">
                <a:solidFill>
                  <a:schemeClr val="dk1"/>
                </a:solidFill>
                <a:latin typeface="Lexend"/>
                <a:ea typeface="Lexend"/>
                <a:cs typeface="Lexend"/>
                <a:sym typeface="Lexend"/>
              </a:rPr>
              <a:t>“How satisfied were you with this experience?” from 1 (very dissatisfied) to 7 (very satisfied), after each task.</a:t>
            </a:r>
            <a:endParaRPr sz="1050">
              <a:solidFill>
                <a:schemeClr val="dk1"/>
              </a:solidFill>
              <a:latin typeface="Lexend"/>
              <a:ea typeface="Lexend"/>
              <a:cs typeface="Lexend"/>
              <a:sym typeface="Lexend"/>
            </a:endParaRPr>
          </a:p>
          <a:p>
            <a:pPr indent="0" lvl="0" marL="0" rtl="0" algn="l">
              <a:lnSpc>
                <a:spcPct val="113000"/>
              </a:lnSpc>
              <a:spcBef>
                <a:spcPts val="600"/>
              </a:spcBef>
              <a:spcAft>
                <a:spcPts val="0"/>
              </a:spcAft>
              <a:buNone/>
            </a:pPr>
            <a:r>
              <a:rPr b="1" lang="en" sz="1050">
                <a:solidFill>
                  <a:schemeClr val="dk1"/>
                </a:solidFill>
                <a:latin typeface="Lexend"/>
                <a:ea typeface="Lexend"/>
                <a:cs typeface="Lexend"/>
                <a:sym typeface="Lexend"/>
              </a:rPr>
              <a:t>Why this measure: </a:t>
            </a:r>
            <a:r>
              <a:rPr lang="en" sz="1050">
                <a:solidFill>
                  <a:schemeClr val="dk1"/>
                </a:solidFill>
                <a:latin typeface="Lexend"/>
                <a:ea typeface="Lexend"/>
                <a:cs typeface="Lexend"/>
                <a:sym typeface="Lexend"/>
              </a:rPr>
              <a:t>Adapted from the After-Scenario Questionnaire (Lewis, 1991), a standard post-task satisfaction scale that also runs 1 to 7.</a:t>
            </a:r>
            <a:endParaRPr sz="1050">
              <a:solidFill>
                <a:schemeClr val="dk1"/>
              </a:solidFill>
              <a:latin typeface="Lexend"/>
              <a:ea typeface="Lexend"/>
              <a:cs typeface="Lexend"/>
              <a:sym typeface="Lexend"/>
            </a:endParaRPr>
          </a:p>
          <a:p>
            <a:pPr indent="0" lvl="0" marL="0" rtl="0" algn="l">
              <a:lnSpc>
                <a:spcPct val="113000"/>
              </a:lnSpc>
              <a:spcBef>
                <a:spcPts val="600"/>
              </a:spcBef>
              <a:spcAft>
                <a:spcPts val="600"/>
              </a:spcAft>
              <a:buNone/>
            </a:pPr>
            <a:r>
              <a:rPr b="1" lang="en" sz="1050">
                <a:solidFill>
                  <a:schemeClr val="dk1"/>
                </a:solidFill>
                <a:latin typeface="Lexend"/>
                <a:ea typeface="Lexend"/>
                <a:cs typeface="Lexend"/>
                <a:sym typeface="Lexend"/>
              </a:rPr>
              <a:t>Initial target: </a:t>
            </a:r>
            <a:r>
              <a:rPr lang="en" sz="1050">
                <a:solidFill>
                  <a:schemeClr val="dk1"/>
                </a:solidFill>
                <a:latin typeface="Lexend"/>
                <a:ea typeface="Lexend"/>
                <a:cs typeface="Lexend"/>
                <a:sym typeface="Lexend"/>
              </a:rPr>
              <a:t>An average of 5 or higher on each task (4 is neutral).</a:t>
            </a:r>
            <a:endParaRPr sz="1050">
              <a:solidFill>
                <a:schemeClr val="dk1"/>
              </a:solidFill>
              <a:latin typeface="Lexend"/>
              <a:ea typeface="Lexend"/>
              <a:cs typeface="Lexend"/>
              <a:sym typeface="Lexen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38" name="Shape 1338"/>
        <p:cNvGrpSpPr/>
        <p:nvPr/>
      </p:nvGrpSpPr>
      <p:grpSpPr>
        <a:xfrm>
          <a:off x="0" y="0"/>
          <a:ext cx="0" cy="0"/>
          <a:chOff x="0" y="0"/>
          <a:chExt cx="0" cy="0"/>
        </a:xfrm>
      </p:grpSpPr>
      <p:sp>
        <p:nvSpPr>
          <p:cNvPr id="1339" name="Google Shape;1339;p119"/>
          <p:cNvSpPr txBox="1"/>
          <p:nvPr>
            <p:ph type="title"/>
          </p:nvPr>
        </p:nvSpPr>
        <p:spPr>
          <a:xfrm>
            <a:off x="635000"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KEY MEASUREMENT</a:t>
            </a:r>
            <a:endParaRPr/>
          </a:p>
        </p:txBody>
      </p:sp>
      <p:sp>
        <p:nvSpPr>
          <p:cNvPr id="1340" name="Google Shape;1340;p119"/>
          <p:cNvSpPr/>
          <p:nvPr/>
        </p:nvSpPr>
        <p:spPr>
          <a:xfrm>
            <a:off x="723900" y="1219200"/>
            <a:ext cx="2159100" cy="3555900"/>
          </a:xfrm>
          <a:prstGeom prst="rect">
            <a:avLst/>
          </a:prstGeom>
          <a:solidFill>
            <a:srgbClr val="FFFFFF"/>
          </a:solidFill>
          <a:ln cap="flat" cmpd="sng" w="254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950">
                <a:solidFill>
                  <a:srgbClr val="6B6B6B"/>
                </a:solidFill>
                <a:latin typeface="Lexend"/>
                <a:ea typeface="Lexend"/>
                <a:cs typeface="Lexend"/>
                <a:sym typeface="Lexend"/>
              </a:rPr>
              <a:t>USABILITY </a:t>
            </a:r>
            <a:r>
              <a:rPr b="1" lang="en" sz="950">
                <a:solidFill>
                  <a:srgbClr val="6B6B6B"/>
                </a:solidFill>
                <a:latin typeface="Lexend"/>
                <a:ea typeface="Lexend"/>
                <a:cs typeface="Lexend"/>
                <a:sym typeface="Lexend"/>
              </a:rPr>
              <a:t>GOAL 2</a:t>
            </a:r>
            <a:endParaRPr b="1" sz="950">
              <a:solidFill>
                <a:srgbClr val="6B6B6B"/>
              </a:solidFill>
              <a:latin typeface="Lexend"/>
              <a:ea typeface="Lexend"/>
              <a:cs typeface="Lexend"/>
              <a:sym typeface="Lexend"/>
            </a:endParaRPr>
          </a:p>
          <a:p>
            <a:pPr indent="0" lvl="0" marL="0" rtl="0" algn="ctr">
              <a:lnSpc>
                <a:spcPct val="115000"/>
              </a:lnSpc>
              <a:spcBef>
                <a:spcPts val="800"/>
              </a:spcBef>
              <a:spcAft>
                <a:spcPts val="0"/>
              </a:spcAft>
              <a:buNone/>
            </a:pPr>
            <a:r>
              <a:rPr b="1" lang="en" sz="1800">
                <a:latin typeface="Lexend"/>
                <a:ea typeface="Lexend"/>
                <a:cs typeface="Lexend"/>
                <a:sym typeface="Lexend"/>
              </a:rPr>
              <a:t>Flexible</a:t>
            </a:r>
            <a:endParaRPr b="1" sz="1800">
              <a:latin typeface="Lexend"/>
              <a:ea typeface="Lexend"/>
              <a:cs typeface="Lexend"/>
              <a:sym typeface="Lexend"/>
            </a:endParaRPr>
          </a:p>
          <a:p>
            <a:pPr indent="0" lvl="0" marL="0" rtl="0" algn="ctr">
              <a:lnSpc>
                <a:spcPct val="115000"/>
              </a:lnSpc>
              <a:spcBef>
                <a:spcPts val="800"/>
              </a:spcBef>
              <a:spcAft>
                <a:spcPts val="800"/>
              </a:spcAft>
              <a:buNone/>
            </a:pPr>
            <a:r>
              <a:rPr lang="en" sz="1150">
                <a:solidFill>
                  <a:srgbClr val="6B6B6B"/>
                </a:solidFill>
                <a:latin typeface="Lexend"/>
                <a:ea typeface="Lexend"/>
                <a:cs typeface="Lexend"/>
                <a:sym typeface="Lexend"/>
              </a:rPr>
              <a:t>m</a:t>
            </a:r>
            <a:r>
              <a:rPr lang="en" sz="1150">
                <a:solidFill>
                  <a:srgbClr val="6B6B6B"/>
                </a:solidFill>
                <a:latin typeface="Lexend"/>
                <a:ea typeface="Lexend"/>
                <a:cs typeface="Lexend"/>
                <a:sym typeface="Lexend"/>
              </a:rPr>
              <a:t>ultiple ways to complete tasks</a:t>
            </a:r>
            <a:endParaRPr sz="1150">
              <a:solidFill>
                <a:srgbClr val="6B6B6B"/>
              </a:solidFill>
              <a:latin typeface="Lexend"/>
              <a:ea typeface="Lexend"/>
              <a:cs typeface="Lexend"/>
              <a:sym typeface="Lexend"/>
            </a:endParaRPr>
          </a:p>
        </p:txBody>
      </p:sp>
      <p:sp>
        <p:nvSpPr>
          <p:cNvPr id="1341" name="Google Shape;1341;p119"/>
          <p:cNvSpPr txBox="1"/>
          <p:nvPr/>
        </p:nvSpPr>
        <p:spPr>
          <a:xfrm>
            <a:off x="3175000" y="1168400"/>
            <a:ext cx="5334000" cy="3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1"/>
                </a:solidFill>
                <a:latin typeface="Lexend Mega"/>
                <a:ea typeface="Lexend Mega"/>
                <a:cs typeface="Lexend Mega"/>
                <a:sym typeface="Lexend Mega"/>
              </a:rPr>
              <a:t>Why Flexible</a:t>
            </a:r>
            <a:endParaRPr b="1" sz="1500">
              <a:solidFill>
                <a:schemeClr val="dk1"/>
              </a:solidFill>
              <a:latin typeface="Lexend Mega"/>
              <a:ea typeface="Lexend Mega"/>
              <a:cs typeface="Lexend Mega"/>
              <a:sym typeface="Lexend Mega"/>
            </a:endParaRPr>
          </a:p>
        </p:txBody>
      </p:sp>
      <p:sp>
        <p:nvSpPr>
          <p:cNvPr id="1342" name="Google Shape;1342;p119"/>
          <p:cNvSpPr txBox="1"/>
          <p:nvPr/>
        </p:nvSpPr>
        <p:spPr>
          <a:xfrm>
            <a:off x="3175000" y="1549400"/>
            <a:ext cx="5334000" cy="914400"/>
          </a:xfrm>
          <a:prstGeom prst="rect">
            <a:avLst/>
          </a:prstGeom>
          <a:noFill/>
          <a:ln>
            <a:noFill/>
          </a:ln>
        </p:spPr>
        <p:txBody>
          <a:bodyPr anchorCtr="0" anchor="t" bIns="91425" lIns="91425" spcFirstLastPara="1" rIns="91425" wrap="square" tIns="91425">
            <a:noAutofit/>
          </a:bodyPr>
          <a:lstStyle/>
          <a:p>
            <a:pPr indent="0" lvl="0" marL="0" rtl="0" algn="l">
              <a:lnSpc>
                <a:spcPct val="116000"/>
              </a:lnSpc>
              <a:spcBef>
                <a:spcPts val="0"/>
              </a:spcBef>
              <a:spcAft>
                <a:spcPts val="0"/>
              </a:spcAft>
              <a:buNone/>
            </a:pPr>
            <a:r>
              <a:rPr lang="en" sz="1150">
                <a:solidFill>
                  <a:schemeClr val="dk1"/>
                </a:solidFill>
                <a:latin typeface="Lexend"/>
                <a:ea typeface="Lexend"/>
                <a:cs typeface="Lexend"/>
                <a:sym typeface="Lexend"/>
              </a:rPr>
              <a:t>Interviews showed creativity follows different paths. Etch must support different workflows so people can follow their own creative process</a:t>
            </a:r>
            <a:endParaRPr sz="1150">
              <a:solidFill>
                <a:schemeClr val="dk1"/>
              </a:solidFill>
              <a:latin typeface="Lexend"/>
              <a:ea typeface="Lexend"/>
              <a:cs typeface="Lexend"/>
              <a:sym typeface="Lexend"/>
            </a:endParaRPr>
          </a:p>
        </p:txBody>
      </p:sp>
      <p:sp>
        <p:nvSpPr>
          <p:cNvPr id="1343" name="Google Shape;1343;p119"/>
          <p:cNvSpPr txBox="1"/>
          <p:nvPr/>
        </p:nvSpPr>
        <p:spPr>
          <a:xfrm>
            <a:off x="3175000" y="2489200"/>
            <a:ext cx="5334000" cy="2362200"/>
          </a:xfrm>
          <a:prstGeom prst="rect">
            <a:avLst/>
          </a:prstGeom>
          <a:noFill/>
          <a:ln>
            <a:noFill/>
          </a:ln>
        </p:spPr>
        <p:txBody>
          <a:bodyPr anchorCtr="0" anchor="t" bIns="91425" lIns="91425" spcFirstLastPara="1" rIns="91425" wrap="square" tIns="91425">
            <a:noAutofit/>
          </a:bodyPr>
          <a:lstStyle/>
          <a:p>
            <a:pPr indent="0" lvl="0" marL="0" rtl="0" algn="l">
              <a:lnSpc>
                <a:spcPct val="113000"/>
              </a:lnSpc>
              <a:spcBef>
                <a:spcPts val="0"/>
              </a:spcBef>
              <a:spcAft>
                <a:spcPts val="0"/>
              </a:spcAft>
              <a:buNone/>
            </a:pPr>
            <a:r>
              <a:rPr b="1" lang="en" sz="1050">
                <a:solidFill>
                  <a:schemeClr val="dk1"/>
                </a:solidFill>
                <a:latin typeface="Lexend"/>
                <a:ea typeface="Lexend"/>
                <a:cs typeface="Lexend"/>
                <a:sym typeface="Lexend"/>
              </a:rPr>
              <a:t>Process data: </a:t>
            </a:r>
            <a:r>
              <a:rPr lang="en" sz="1050">
                <a:solidFill>
                  <a:schemeClr val="dk1"/>
                </a:solidFill>
                <a:latin typeface="Lexend"/>
                <a:ea typeface="Lexend"/>
                <a:cs typeface="Lexend"/>
                <a:sym typeface="Lexend"/>
              </a:rPr>
              <a:t>Which path each participant chose (e.g. notification</a:t>
            </a:r>
            <a:r>
              <a:rPr lang="en" sz="1050">
                <a:solidFill>
                  <a:schemeClr val="dk1"/>
                </a:solidFill>
                <a:latin typeface="Lexend"/>
                <a:ea typeface="Lexend"/>
                <a:cs typeface="Lexend"/>
                <a:sym typeface="Lexend"/>
              </a:rPr>
              <a:t> or</a:t>
            </a:r>
            <a:r>
              <a:rPr lang="en" sz="1050">
                <a:solidFill>
                  <a:schemeClr val="dk1"/>
                </a:solidFill>
                <a:latin typeface="Lexend"/>
                <a:ea typeface="Lexend"/>
                <a:cs typeface="Lexend"/>
                <a:sym typeface="Lexend"/>
              </a:rPr>
              <a:t> map), and any time they looked for an option that wasn't there (e.g. misclicks or expressions to do something in a different way than the app supported).</a:t>
            </a:r>
            <a:endParaRPr sz="1050">
              <a:solidFill>
                <a:schemeClr val="dk1"/>
              </a:solidFill>
              <a:latin typeface="Lexend"/>
              <a:ea typeface="Lexend"/>
              <a:cs typeface="Lexend"/>
              <a:sym typeface="Lexend"/>
            </a:endParaRPr>
          </a:p>
          <a:p>
            <a:pPr indent="0" lvl="0" marL="0" rtl="0" algn="l">
              <a:lnSpc>
                <a:spcPct val="113000"/>
              </a:lnSpc>
              <a:spcBef>
                <a:spcPts val="600"/>
              </a:spcBef>
              <a:spcAft>
                <a:spcPts val="0"/>
              </a:spcAft>
              <a:buNone/>
            </a:pPr>
            <a:r>
              <a:rPr b="1" lang="en" sz="1050">
                <a:solidFill>
                  <a:schemeClr val="dk1"/>
                </a:solidFill>
                <a:latin typeface="Lexend"/>
                <a:ea typeface="Lexend"/>
                <a:cs typeface="Lexend"/>
                <a:sym typeface="Lexend"/>
              </a:rPr>
              <a:t>Bottom-line data: </a:t>
            </a:r>
            <a:r>
              <a:rPr lang="en" sz="1050">
                <a:solidFill>
                  <a:schemeClr val="dk1"/>
                </a:solidFill>
                <a:latin typeface="Lexend"/>
                <a:ea typeface="Lexend"/>
                <a:cs typeface="Lexend"/>
                <a:sym typeface="Lexend"/>
              </a:rPr>
              <a:t>“How well did etch let you complete this task in the way you preferred?” from 1 (not at all) to 7 (completely), plus unassisted completion rate for each path.</a:t>
            </a:r>
            <a:endParaRPr sz="1050">
              <a:solidFill>
                <a:schemeClr val="dk1"/>
              </a:solidFill>
              <a:latin typeface="Lexend"/>
              <a:ea typeface="Lexend"/>
              <a:cs typeface="Lexend"/>
              <a:sym typeface="Lexend"/>
            </a:endParaRPr>
          </a:p>
          <a:p>
            <a:pPr indent="0" lvl="0" marL="0" rtl="0" algn="l">
              <a:lnSpc>
                <a:spcPct val="113000"/>
              </a:lnSpc>
              <a:spcBef>
                <a:spcPts val="600"/>
              </a:spcBef>
              <a:spcAft>
                <a:spcPts val="0"/>
              </a:spcAft>
              <a:buNone/>
            </a:pPr>
            <a:r>
              <a:rPr b="1" lang="en" sz="1050">
                <a:solidFill>
                  <a:schemeClr val="dk1"/>
                </a:solidFill>
                <a:latin typeface="Lexend"/>
                <a:ea typeface="Lexend"/>
                <a:cs typeface="Lexend"/>
                <a:sym typeface="Lexend"/>
              </a:rPr>
              <a:t>Why this measure: </a:t>
            </a:r>
            <a:r>
              <a:rPr lang="en" sz="1050">
                <a:solidFill>
                  <a:schemeClr val="dk1"/>
                </a:solidFill>
                <a:latin typeface="Lexend"/>
                <a:ea typeface="Lexend"/>
                <a:cs typeface="Lexend"/>
                <a:sym typeface="Lexend"/>
              </a:rPr>
              <a:t>The rating is our own question, so we pair it with completion rate as a behavioral check.</a:t>
            </a:r>
            <a:endParaRPr sz="1050">
              <a:solidFill>
                <a:schemeClr val="dk1"/>
              </a:solidFill>
              <a:latin typeface="Lexend"/>
              <a:ea typeface="Lexend"/>
              <a:cs typeface="Lexend"/>
              <a:sym typeface="Lexend"/>
            </a:endParaRPr>
          </a:p>
          <a:p>
            <a:pPr indent="0" lvl="0" marL="0" rtl="0" algn="l">
              <a:lnSpc>
                <a:spcPct val="113000"/>
              </a:lnSpc>
              <a:spcBef>
                <a:spcPts val="600"/>
              </a:spcBef>
              <a:spcAft>
                <a:spcPts val="600"/>
              </a:spcAft>
              <a:buNone/>
            </a:pPr>
            <a:r>
              <a:rPr b="1" lang="en" sz="1050">
                <a:solidFill>
                  <a:schemeClr val="dk1"/>
                </a:solidFill>
                <a:latin typeface="Lexend"/>
                <a:ea typeface="Lexend"/>
                <a:cs typeface="Lexend"/>
                <a:sym typeface="Lexend"/>
              </a:rPr>
              <a:t>Initial target: </a:t>
            </a:r>
            <a:r>
              <a:rPr lang="en" sz="1050">
                <a:solidFill>
                  <a:schemeClr val="dk1"/>
                </a:solidFill>
                <a:latin typeface="Lexend"/>
                <a:ea typeface="Lexend"/>
                <a:cs typeface="Lexend"/>
                <a:sym typeface="Lexend"/>
              </a:rPr>
              <a:t>An average of 5 or higher on each task, and 80% unassisted completion for each path.</a:t>
            </a:r>
            <a:endParaRPr sz="1050">
              <a:solidFill>
                <a:schemeClr val="dk1"/>
              </a:solidFill>
              <a:latin typeface="Lexend"/>
              <a:ea typeface="Lexend"/>
              <a:cs typeface="Lexend"/>
              <a:sym typeface="Lexen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7" name="Shape 1347"/>
        <p:cNvGrpSpPr/>
        <p:nvPr/>
      </p:nvGrpSpPr>
      <p:grpSpPr>
        <a:xfrm>
          <a:off x="0" y="0"/>
          <a:ext cx="0" cy="0"/>
          <a:chOff x="0" y="0"/>
          <a:chExt cx="0" cy="0"/>
        </a:xfrm>
      </p:grpSpPr>
      <p:sp>
        <p:nvSpPr>
          <p:cNvPr id="1348" name="Google Shape;1348;p120"/>
          <p:cNvSpPr txBox="1"/>
          <p:nvPr>
            <p:ph type="ctrTitle"/>
          </p:nvPr>
        </p:nvSpPr>
        <p:spPr>
          <a:xfrm>
            <a:off x="713225" y="1042425"/>
            <a:ext cx="7717500" cy="2289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latin typeface="Lexend Mega Black"/>
                <a:ea typeface="Lexend Mega Black"/>
                <a:cs typeface="Lexend Mega Black"/>
                <a:sym typeface="Lexend Mega Black"/>
              </a:rPr>
              <a:t>TESTING RESULTS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2" name="Shape 1352"/>
        <p:cNvGrpSpPr/>
        <p:nvPr/>
      </p:nvGrpSpPr>
      <p:grpSpPr>
        <a:xfrm>
          <a:off x="0" y="0"/>
          <a:ext cx="0" cy="0"/>
          <a:chOff x="0" y="0"/>
          <a:chExt cx="0" cy="0"/>
        </a:xfrm>
      </p:grpSpPr>
      <p:sp>
        <p:nvSpPr>
          <p:cNvPr id="1353" name="Google Shape;1353;p121"/>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BOTTOM-LINE DATA</a:t>
            </a:r>
            <a:endParaRPr/>
          </a:p>
        </p:txBody>
      </p:sp>
      <p:graphicFrame>
        <p:nvGraphicFramePr>
          <p:cNvPr id="1354" name="Google Shape;1354;p121"/>
          <p:cNvGraphicFramePr/>
          <p:nvPr/>
        </p:nvGraphicFramePr>
        <p:xfrm>
          <a:off x="647975" y="1555750"/>
          <a:ext cx="3000000" cy="3000000"/>
        </p:xfrm>
        <a:graphic>
          <a:graphicData uri="http://schemas.openxmlformats.org/drawingml/2006/table">
            <a:tbl>
              <a:tblPr>
                <a:noFill/>
                <a:tableStyleId>{428037B2-2399-48E3-B112-2EBAFD4FB11B}</a:tableStyleId>
              </a:tblPr>
              <a:tblGrid>
                <a:gridCol w="1756300"/>
                <a:gridCol w="2023125"/>
                <a:gridCol w="1819050"/>
                <a:gridCol w="1220800"/>
                <a:gridCol w="944350"/>
              </a:tblGrid>
              <a:tr h="508000">
                <a:tc>
                  <a:txBody>
                    <a:bodyPr/>
                    <a:lstStyle/>
                    <a:p>
                      <a:pPr indent="0" lvl="0" marL="0" rtl="0" algn="l">
                        <a:spcBef>
                          <a:spcPts val="0"/>
                        </a:spcBef>
                        <a:spcAft>
                          <a:spcPts val="0"/>
                        </a:spcAft>
                        <a:buNone/>
                      </a:pPr>
                      <a:r>
                        <a:rPr b="1" lang="en" sz="1800">
                          <a:solidFill>
                            <a:srgbClr val="212121"/>
                          </a:solidFill>
                          <a:latin typeface="Lexend"/>
                          <a:ea typeface="Lexend"/>
                          <a:cs typeface="Lexend"/>
                          <a:sym typeface="Lexend"/>
                        </a:rPr>
                        <a:t>Task</a:t>
                      </a:r>
                      <a:endParaRPr b="1" sz="1800">
                        <a:solidFill>
                          <a:srgbClr val="212121"/>
                        </a:solidFill>
                        <a:latin typeface="Lexend"/>
                        <a:ea typeface="Lexend"/>
                        <a:cs typeface="Lexend"/>
                        <a:sym typeface="Lexend"/>
                      </a:endParaRPr>
                    </a:p>
                  </a:txBody>
                  <a:tcPr marT="91425" marB="91425" marR="91425" marL="91425">
                    <a:solidFill>
                      <a:srgbClr val="E8E8E8"/>
                    </a:solidFill>
                  </a:tcPr>
                </a:tc>
                <a:tc>
                  <a:txBody>
                    <a:bodyPr/>
                    <a:lstStyle/>
                    <a:p>
                      <a:pPr indent="0" lvl="0" marL="0" rtl="0" algn="l">
                        <a:spcBef>
                          <a:spcPts val="0"/>
                        </a:spcBef>
                        <a:spcAft>
                          <a:spcPts val="0"/>
                        </a:spcAft>
                        <a:buNone/>
                      </a:pPr>
                      <a:r>
                        <a:rPr b="1" lang="en" sz="1800">
                          <a:solidFill>
                            <a:srgbClr val="212121"/>
                          </a:solidFill>
                          <a:latin typeface="Lexend"/>
                          <a:ea typeface="Lexend"/>
                          <a:cs typeface="Lexend"/>
                          <a:sym typeface="Lexend"/>
                        </a:rPr>
                        <a:t>Satisfaction / 7</a:t>
                      </a:r>
                      <a:endParaRPr b="1" sz="1800">
                        <a:solidFill>
                          <a:srgbClr val="212121"/>
                        </a:solidFill>
                        <a:latin typeface="Lexend"/>
                        <a:ea typeface="Lexend"/>
                        <a:cs typeface="Lexend"/>
                        <a:sym typeface="Lexend"/>
                      </a:endParaRPr>
                    </a:p>
                  </a:txBody>
                  <a:tcPr marT="91425" marB="91425" marR="91425" marL="91425">
                    <a:solidFill>
                      <a:srgbClr val="E8E8E8"/>
                    </a:solidFill>
                  </a:tcPr>
                </a:tc>
                <a:tc>
                  <a:txBody>
                    <a:bodyPr/>
                    <a:lstStyle/>
                    <a:p>
                      <a:pPr indent="0" lvl="0" marL="0" rtl="0" algn="l">
                        <a:spcBef>
                          <a:spcPts val="0"/>
                        </a:spcBef>
                        <a:spcAft>
                          <a:spcPts val="0"/>
                        </a:spcAft>
                        <a:buNone/>
                      </a:pPr>
                      <a:r>
                        <a:rPr b="1" lang="en" sz="1800">
                          <a:solidFill>
                            <a:srgbClr val="212121"/>
                          </a:solidFill>
                          <a:latin typeface="Lexend"/>
                          <a:ea typeface="Lexend"/>
                          <a:cs typeface="Lexend"/>
                          <a:sym typeface="Lexend"/>
                        </a:rPr>
                        <a:t>Flexibility / 7</a:t>
                      </a:r>
                      <a:endParaRPr b="1" sz="1800">
                        <a:solidFill>
                          <a:srgbClr val="212121"/>
                        </a:solidFill>
                        <a:latin typeface="Lexend"/>
                        <a:ea typeface="Lexend"/>
                        <a:cs typeface="Lexend"/>
                        <a:sym typeface="Lexend"/>
                      </a:endParaRPr>
                    </a:p>
                  </a:txBody>
                  <a:tcPr marT="91425" marB="91425" marR="91425" marL="91425">
                    <a:solidFill>
                      <a:srgbClr val="E8E8E8"/>
                    </a:solidFill>
                  </a:tcPr>
                </a:tc>
                <a:tc>
                  <a:txBody>
                    <a:bodyPr/>
                    <a:lstStyle/>
                    <a:p>
                      <a:pPr indent="0" lvl="0" marL="0" rtl="0" algn="l">
                        <a:spcBef>
                          <a:spcPts val="0"/>
                        </a:spcBef>
                        <a:spcAft>
                          <a:spcPts val="0"/>
                        </a:spcAft>
                        <a:buNone/>
                      </a:pPr>
                      <a:r>
                        <a:rPr b="1" lang="en" sz="1800">
                          <a:solidFill>
                            <a:srgbClr val="212121"/>
                          </a:solidFill>
                          <a:latin typeface="Lexend"/>
                          <a:ea typeface="Lexend"/>
                          <a:cs typeface="Lexend"/>
                          <a:sym typeface="Lexend"/>
                        </a:rPr>
                        <a:t>Misclicks</a:t>
                      </a:r>
                      <a:endParaRPr b="1" sz="1800">
                        <a:solidFill>
                          <a:srgbClr val="212121"/>
                        </a:solidFill>
                        <a:latin typeface="Lexend"/>
                        <a:ea typeface="Lexend"/>
                        <a:cs typeface="Lexend"/>
                        <a:sym typeface="Lexend"/>
                      </a:endParaRPr>
                    </a:p>
                  </a:txBody>
                  <a:tcPr marT="91425" marB="91425" marR="91425" marL="91425">
                    <a:solidFill>
                      <a:srgbClr val="E8E8E8"/>
                    </a:solidFill>
                  </a:tcPr>
                </a:tc>
                <a:tc>
                  <a:txBody>
                    <a:bodyPr/>
                    <a:lstStyle/>
                    <a:p>
                      <a:pPr indent="0" lvl="0" marL="0" rtl="0" algn="l">
                        <a:spcBef>
                          <a:spcPts val="0"/>
                        </a:spcBef>
                        <a:spcAft>
                          <a:spcPts val="0"/>
                        </a:spcAft>
                        <a:buNone/>
                      </a:pPr>
                      <a:r>
                        <a:rPr b="1" lang="en" sz="1800">
                          <a:solidFill>
                            <a:srgbClr val="212121"/>
                          </a:solidFill>
                          <a:latin typeface="Lexend"/>
                          <a:ea typeface="Lexend"/>
                          <a:cs typeface="Lexend"/>
                          <a:sym typeface="Lexend"/>
                        </a:rPr>
                        <a:t>Time</a:t>
                      </a:r>
                      <a:endParaRPr b="1" sz="1800">
                        <a:solidFill>
                          <a:srgbClr val="212121"/>
                        </a:solidFill>
                        <a:latin typeface="Lexend"/>
                        <a:ea typeface="Lexend"/>
                        <a:cs typeface="Lexend"/>
                        <a:sym typeface="Lexend"/>
                      </a:endParaRPr>
                    </a:p>
                  </a:txBody>
                  <a:tcPr marT="91425" marB="91425" marR="91425" marL="91425">
                    <a:solidFill>
                      <a:srgbClr val="E8E8E8"/>
                    </a:solidFill>
                  </a:tcPr>
                </a:tc>
              </a:tr>
              <a:tr h="508000">
                <a:tc>
                  <a:txBody>
                    <a:bodyPr/>
                    <a:lstStyle/>
                    <a:p>
                      <a:pPr indent="0" lvl="0" marL="0" rtl="0" algn="l">
                        <a:spcBef>
                          <a:spcPts val="0"/>
                        </a:spcBef>
                        <a:spcAft>
                          <a:spcPts val="0"/>
                        </a:spcAft>
                        <a:buNone/>
                      </a:pPr>
                      <a:r>
                        <a:rPr lang="en" sz="1800">
                          <a:solidFill>
                            <a:srgbClr val="212121"/>
                          </a:solidFill>
                          <a:latin typeface="Lexend"/>
                          <a:ea typeface="Lexend"/>
                          <a:cs typeface="Lexend"/>
                          <a:sym typeface="Lexend"/>
                        </a:rPr>
                        <a:t>1) Discover</a:t>
                      </a:r>
                      <a:endParaRPr sz="1800">
                        <a:solidFill>
                          <a:srgbClr val="212121"/>
                        </a:solidFill>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rPr lang="en" sz="1800">
                          <a:solidFill>
                            <a:srgbClr val="212121"/>
                          </a:solidFill>
                          <a:latin typeface="Lexend"/>
                          <a:ea typeface="Lexend"/>
                          <a:cs typeface="Lexend"/>
                          <a:sym typeface="Lexend"/>
                        </a:rPr>
                        <a:t>4.6</a:t>
                      </a:r>
                      <a:endParaRPr sz="1800">
                        <a:solidFill>
                          <a:srgbClr val="212121"/>
                        </a:solidFill>
                        <a:latin typeface="Lexend"/>
                        <a:ea typeface="Lexend"/>
                        <a:cs typeface="Lexend"/>
                        <a:sym typeface="Lexend"/>
                      </a:endParaRPr>
                    </a:p>
                  </a:txBody>
                  <a:tcPr marT="91425" marB="91425" marR="91425" marL="91425">
                    <a:solidFill>
                      <a:srgbClr val="FCD6E0"/>
                    </a:solidFill>
                  </a:tcPr>
                </a:tc>
                <a:tc>
                  <a:txBody>
                    <a:bodyPr/>
                    <a:lstStyle/>
                    <a:p>
                      <a:pPr indent="0" lvl="0" marL="0" rtl="0" algn="l">
                        <a:spcBef>
                          <a:spcPts val="0"/>
                        </a:spcBef>
                        <a:spcAft>
                          <a:spcPts val="0"/>
                        </a:spcAft>
                        <a:buNone/>
                      </a:pPr>
                      <a:r>
                        <a:rPr lang="en" sz="1800">
                          <a:solidFill>
                            <a:srgbClr val="212121"/>
                          </a:solidFill>
                          <a:latin typeface="Lexend"/>
                          <a:ea typeface="Lexend"/>
                          <a:cs typeface="Lexend"/>
                          <a:sym typeface="Lexend"/>
                        </a:rPr>
                        <a:t>4.6</a:t>
                      </a:r>
                      <a:endParaRPr sz="1800">
                        <a:solidFill>
                          <a:srgbClr val="212121"/>
                        </a:solidFill>
                        <a:latin typeface="Lexend"/>
                        <a:ea typeface="Lexend"/>
                        <a:cs typeface="Lexend"/>
                        <a:sym typeface="Lexend"/>
                      </a:endParaRPr>
                    </a:p>
                  </a:txBody>
                  <a:tcPr marT="91425" marB="91425" marR="91425" marL="91425">
                    <a:solidFill>
                      <a:srgbClr val="FCD6E0"/>
                    </a:solidFill>
                  </a:tcPr>
                </a:tc>
                <a:tc>
                  <a:txBody>
                    <a:bodyPr/>
                    <a:lstStyle/>
                    <a:p>
                      <a:pPr indent="0" lvl="0" marL="0" rtl="0" algn="l">
                        <a:spcBef>
                          <a:spcPts val="0"/>
                        </a:spcBef>
                        <a:spcAft>
                          <a:spcPts val="0"/>
                        </a:spcAft>
                        <a:buNone/>
                      </a:pPr>
                      <a:r>
                        <a:rPr lang="en" sz="1800">
                          <a:solidFill>
                            <a:srgbClr val="212121"/>
                          </a:solidFill>
                          <a:latin typeface="Lexend"/>
                          <a:ea typeface="Lexend"/>
                          <a:cs typeface="Lexend"/>
                          <a:sym typeface="Lexend"/>
                        </a:rPr>
                        <a:t>0.5</a:t>
                      </a:r>
                      <a:endParaRPr sz="1800">
                        <a:solidFill>
                          <a:srgbClr val="212121"/>
                        </a:solidFill>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rPr lang="en" sz="1800">
                          <a:solidFill>
                            <a:srgbClr val="212121"/>
                          </a:solidFill>
                          <a:latin typeface="Lexend"/>
                          <a:ea typeface="Lexend"/>
                          <a:cs typeface="Lexend"/>
                          <a:sym typeface="Lexend"/>
                        </a:rPr>
                        <a:t>3:31</a:t>
                      </a:r>
                      <a:endParaRPr sz="1800">
                        <a:solidFill>
                          <a:srgbClr val="212121"/>
                        </a:solidFill>
                        <a:latin typeface="Lexend"/>
                        <a:ea typeface="Lexend"/>
                        <a:cs typeface="Lexend"/>
                        <a:sym typeface="Lexend"/>
                      </a:endParaRPr>
                    </a:p>
                  </a:txBody>
                  <a:tcPr marT="91425" marB="91425" marR="91425" marL="91425"/>
                </a:tc>
              </a:tr>
              <a:tr h="508000">
                <a:tc>
                  <a:txBody>
                    <a:bodyPr/>
                    <a:lstStyle/>
                    <a:p>
                      <a:pPr indent="0" lvl="0" marL="0" rtl="0" algn="l">
                        <a:spcBef>
                          <a:spcPts val="0"/>
                        </a:spcBef>
                        <a:spcAft>
                          <a:spcPts val="0"/>
                        </a:spcAft>
                        <a:buNone/>
                      </a:pPr>
                      <a:r>
                        <a:rPr lang="en" sz="1800">
                          <a:solidFill>
                            <a:srgbClr val="212121"/>
                          </a:solidFill>
                          <a:latin typeface="Lexend"/>
                          <a:ea typeface="Lexend"/>
                          <a:cs typeface="Lexend"/>
                          <a:sym typeface="Lexend"/>
                        </a:rPr>
                        <a:t>2) Save/share</a:t>
                      </a:r>
                      <a:endParaRPr sz="1800">
                        <a:solidFill>
                          <a:srgbClr val="212121"/>
                        </a:solidFill>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rPr lang="en" sz="1800">
                          <a:solidFill>
                            <a:srgbClr val="212121"/>
                          </a:solidFill>
                          <a:latin typeface="Lexend"/>
                          <a:ea typeface="Lexend"/>
                          <a:cs typeface="Lexend"/>
                          <a:sym typeface="Lexend"/>
                        </a:rPr>
                        <a:t>4.9</a:t>
                      </a:r>
                      <a:endParaRPr sz="1800">
                        <a:solidFill>
                          <a:srgbClr val="212121"/>
                        </a:solidFill>
                        <a:latin typeface="Lexend"/>
                        <a:ea typeface="Lexend"/>
                        <a:cs typeface="Lexend"/>
                        <a:sym typeface="Lexend"/>
                      </a:endParaRPr>
                    </a:p>
                  </a:txBody>
                  <a:tcPr marT="91425" marB="91425" marR="91425" marL="91425">
                    <a:solidFill>
                      <a:srgbClr val="FCD6E0"/>
                    </a:solidFill>
                  </a:tcPr>
                </a:tc>
                <a:tc>
                  <a:txBody>
                    <a:bodyPr/>
                    <a:lstStyle/>
                    <a:p>
                      <a:pPr indent="0" lvl="0" marL="0" rtl="0" algn="l">
                        <a:spcBef>
                          <a:spcPts val="0"/>
                        </a:spcBef>
                        <a:spcAft>
                          <a:spcPts val="0"/>
                        </a:spcAft>
                        <a:buNone/>
                      </a:pPr>
                      <a:r>
                        <a:rPr lang="en" sz="1800">
                          <a:solidFill>
                            <a:srgbClr val="212121"/>
                          </a:solidFill>
                          <a:latin typeface="Lexend"/>
                          <a:ea typeface="Lexend"/>
                          <a:cs typeface="Lexend"/>
                          <a:sym typeface="Lexend"/>
                        </a:rPr>
                        <a:t>4.0</a:t>
                      </a:r>
                      <a:endParaRPr sz="1800">
                        <a:solidFill>
                          <a:srgbClr val="212121"/>
                        </a:solidFill>
                        <a:latin typeface="Lexend"/>
                        <a:ea typeface="Lexend"/>
                        <a:cs typeface="Lexend"/>
                        <a:sym typeface="Lexend"/>
                      </a:endParaRPr>
                    </a:p>
                  </a:txBody>
                  <a:tcPr marT="91425" marB="91425" marR="91425" marL="91425">
                    <a:solidFill>
                      <a:srgbClr val="FCD6E0"/>
                    </a:solidFill>
                  </a:tcPr>
                </a:tc>
                <a:tc>
                  <a:txBody>
                    <a:bodyPr/>
                    <a:lstStyle/>
                    <a:p>
                      <a:pPr indent="0" lvl="0" marL="0" rtl="0" algn="l">
                        <a:spcBef>
                          <a:spcPts val="0"/>
                        </a:spcBef>
                        <a:spcAft>
                          <a:spcPts val="0"/>
                        </a:spcAft>
                        <a:buNone/>
                      </a:pPr>
                      <a:r>
                        <a:rPr lang="en" sz="1800">
                          <a:solidFill>
                            <a:srgbClr val="212121"/>
                          </a:solidFill>
                          <a:latin typeface="Lexend"/>
                          <a:ea typeface="Lexend"/>
                          <a:cs typeface="Lexend"/>
                          <a:sym typeface="Lexend"/>
                        </a:rPr>
                        <a:t>1.0</a:t>
                      </a:r>
                      <a:endParaRPr sz="1800">
                        <a:solidFill>
                          <a:srgbClr val="212121"/>
                        </a:solidFill>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rPr lang="en" sz="1800">
                          <a:solidFill>
                            <a:srgbClr val="212121"/>
                          </a:solidFill>
                          <a:latin typeface="Lexend"/>
                          <a:ea typeface="Lexend"/>
                          <a:cs typeface="Lexend"/>
                          <a:sym typeface="Lexend"/>
                        </a:rPr>
                        <a:t>1:51</a:t>
                      </a:r>
                      <a:endParaRPr sz="1800">
                        <a:solidFill>
                          <a:srgbClr val="212121"/>
                        </a:solidFill>
                        <a:latin typeface="Lexend"/>
                        <a:ea typeface="Lexend"/>
                        <a:cs typeface="Lexend"/>
                        <a:sym typeface="Lexend"/>
                      </a:endParaRPr>
                    </a:p>
                  </a:txBody>
                  <a:tcPr marT="91425" marB="91425" marR="91425" marL="91425"/>
                </a:tc>
              </a:tr>
              <a:tr h="508000">
                <a:tc>
                  <a:txBody>
                    <a:bodyPr/>
                    <a:lstStyle/>
                    <a:p>
                      <a:pPr indent="0" lvl="0" marL="0" rtl="0" algn="l">
                        <a:spcBef>
                          <a:spcPts val="0"/>
                        </a:spcBef>
                        <a:spcAft>
                          <a:spcPts val="0"/>
                        </a:spcAft>
                        <a:buNone/>
                      </a:pPr>
                      <a:r>
                        <a:rPr lang="en" sz="1800">
                          <a:solidFill>
                            <a:srgbClr val="212121"/>
                          </a:solidFill>
                          <a:latin typeface="Lexend"/>
                          <a:ea typeface="Lexend"/>
                          <a:cs typeface="Lexend"/>
                          <a:sym typeface="Lexend"/>
                        </a:rPr>
                        <a:t>3) Connect</a:t>
                      </a:r>
                      <a:endParaRPr sz="1800">
                        <a:solidFill>
                          <a:srgbClr val="212121"/>
                        </a:solidFill>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rPr lang="en" sz="1800">
                          <a:solidFill>
                            <a:srgbClr val="212121"/>
                          </a:solidFill>
                          <a:latin typeface="Lexend"/>
                          <a:ea typeface="Lexend"/>
                          <a:cs typeface="Lexend"/>
                          <a:sym typeface="Lexend"/>
                        </a:rPr>
                        <a:t>5.3</a:t>
                      </a:r>
                      <a:endParaRPr sz="1800">
                        <a:solidFill>
                          <a:srgbClr val="212121"/>
                        </a:solidFill>
                        <a:latin typeface="Lexend"/>
                        <a:ea typeface="Lexend"/>
                        <a:cs typeface="Lexend"/>
                        <a:sym typeface="Lexend"/>
                      </a:endParaRPr>
                    </a:p>
                  </a:txBody>
                  <a:tcPr marT="91425" marB="91425" marR="91425" marL="91425">
                    <a:solidFill>
                      <a:srgbClr val="BEFFEF"/>
                    </a:solidFill>
                  </a:tcPr>
                </a:tc>
                <a:tc>
                  <a:txBody>
                    <a:bodyPr/>
                    <a:lstStyle/>
                    <a:p>
                      <a:pPr indent="0" lvl="0" marL="0" rtl="0" algn="l">
                        <a:spcBef>
                          <a:spcPts val="0"/>
                        </a:spcBef>
                        <a:spcAft>
                          <a:spcPts val="0"/>
                        </a:spcAft>
                        <a:buNone/>
                      </a:pPr>
                      <a:r>
                        <a:rPr lang="en" sz="1800">
                          <a:solidFill>
                            <a:srgbClr val="212121"/>
                          </a:solidFill>
                          <a:latin typeface="Lexend"/>
                          <a:ea typeface="Lexend"/>
                          <a:cs typeface="Lexend"/>
                          <a:sym typeface="Lexend"/>
                        </a:rPr>
                        <a:t>4.1</a:t>
                      </a:r>
                      <a:endParaRPr sz="1800">
                        <a:solidFill>
                          <a:srgbClr val="212121"/>
                        </a:solidFill>
                        <a:latin typeface="Lexend"/>
                        <a:ea typeface="Lexend"/>
                        <a:cs typeface="Lexend"/>
                        <a:sym typeface="Lexend"/>
                      </a:endParaRPr>
                    </a:p>
                  </a:txBody>
                  <a:tcPr marT="91425" marB="91425" marR="91425" marL="91425">
                    <a:solidFill>
                      <a:srgbClr val="FCD6E0"/>
                    </a:solidFill>
                  </a:tcPr>
                </a:tc>
                <a:tc>
                  <a:txBody>
                    <a:bodyPr/>
                    <a:lstStyle/>
                    <a:p>
                      <a:pPr indent="0" lvl="0" marL="0" rtl="0" algn="l">
                        <a:spcBef>
                          <a:spcPts val="0"/>
                        </a:spcBef>
                        <a:spcAft>
                          <a:spcPts val="0"/>
                        </a:spcAft>
                        <a:buNone/>
                      </a:pPr>
                      <a:r>
                        <a:rPr lang="en" sz="1800">
                          <a:solidFill>
                            <a:srgbClr val="212121"/>
                          </a:solidFill>
                          <a:latin typeface="Lexend"/>
                          <a:ea typeface="Lexend"/>
                          <a:cs typeface="Lexend"/>
                          <a:sym typeface="Lexend"/>
                        </a:rPr>
                        <a:t>0.25</a:t>
                      </a:r>
                      <a:endParaRPr sz="1800">
                        <a:solidFill>
                          <a:srgbClr val="212121"/>
                        </a:solidFill>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rPr lang="en" sz="1800">
                          <a:solidFill>
                            <a:srgbClr val="212121"/>
                          </a:solidFill>
                          <a:latin typeface="Lexend"/>
                          <a:ea typeface="Lexend"/>
                          <a:cs typeface="Lexend"/>
                          <a:sym typeface="Lexend"/>
                        </a:rPr>
                        <a:t>4:07</a:t>
                      </a:r>
                      <a:endParaRPr sz="1800">
                        <a:solidFill>
                          <a:srgbClr val="212121"/>
                        </a:solidFill>
                        <a:latin typeface="Lexend"/>
                        <a:ea typeface="Lexend"/>
                        <a:cs typeface="Lexend"/>
                        <a:sym typeface="Lexend"/>
                      </a:endParaRPr>
                    </a:p>
                  </a:txBody>
                  <a:tcPr marT="91425" marB="91425" marR="91425" marL="91425"/>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8" name="Shape 1358"/>
        <p:cNvGrpSpPr/>
        <p:nvPr/>
      </p:nvGrpSpPr>
      <p:grpSpPr>
        <a:xfrm>
          <a:off x="0" y="0"/>
          <a:ext cx="0" cy="0"/>
          <a:chOff x="0" y="0"/>
          <a:chExt cx="0" cy="0"/>
        </a:xfrm>
      </p:grpSpPr>
      <p:sp>
        <p:nvSpPr>
          <p:cNvPr id="1359" name="Google Shape;1359;p122"/>
          <p:cNvSpPr txBox="1"/>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300">
                <a:solidFill>
                  <a:srgbClr val="232323"/>
                </a:solidFill>
                <a:latin typeface="Lexend Mega Black"/>
                <a:ea typeface="Lexend Mega Black"/>
                <a:cs typeface="Lexend Mega Black"/>
                <a:sym typeface="Lexend Mega Black"/>
              </a:rPr>
              <a:t>TASK 1 </a:t>
            </a:r>
            <a:endParaRPr sz="2300">
              <a:solidFill>
                <a:srgbClr val="232323"/>
              </a:solidFill>
              <a:latin typeface="Lexend Mega Black"/>
              <a:ea typeface="Lexend Mega Black"/>
              <a:cs typeface="Lexend Mega Black"/>
              <a:sym typeface="Lexend Mega Black"/>
            </a:endParaRPr>
          </a:p>
          <a:p>
            <a:pPr indent="0" lvl="0" marL="0" rtl="0" algn="l">
              <a:spcBef>
                <a:spcPts val="0"/>
              </a:spcBef>
              <a:spcAft>
                <a:spcPts val="0"/>
              </a:spcAft>
              <a:buNone/>
            </a:pPr>
            <a:r>
              <a:rPr lang="en" sz="2300">
                <a:solidFill>
                  <a:srgbClr val="232323"/>
                </a:solidFill>
                <a:latin typeface="Lexend Mega"/>
                <a:ea typeface="Lexend Mega"/>
                <a:cs typeface="Lexend Mega"/>
                <a:sym typeface="Lexend Mega"/>
              </a:rPr>
              <a:t>DISCOVER INSPIRATION</a:t>
            </a:r>
            <a:endParaRPr sz="2300">
              <a:solidFill>
                <a:srgbClr val="232323"/>
              </a:solidFill>
              <a:latin typeface="Lexend Mega"/>
              <a:ea typeface="Lexend Mega"/>
              <a:cs typeface="Lexend Mega"/>
              <a:sym typeface="Lexend Mega"/>
            </a:endParaRPr>
          </a:p>
        </p:txBody>
      </p:sp>
      <p:sp>
        <p:nvSpPr>
          <p:cNvPr id="1360" name="Google Shape;1360;p122"/>
          <p:cNvSpPr txBox="1"/>
          <p:nvPr/>
        </p:nvSpPr>
        <p:spPr>
          <a:xfrm>
            <a:off x="713225" y="1523600"/>
            <a:ext cx="3492900" cy="3181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700">
                <a:solidFill>
                  <a:srgbClr val="3280AE"/>
                </a:solidFill>
                <a:latin typeface="Lexend"/>
                <a:ea typeface="Lexend"/>
                <a:cs typeface="Lexend"/>
                <a:sym typeface="Lexend"/>
              </a:rPr>
              <a:t>“I’d like to envision myself … in this area not just see what someone drew in an area” </a:t>
            </a:r>
            <a:endParaRPr sz="2700">
              <a:solidFill>
                <a:srgbClr val="3280AE"/>
              </a:solidFill>
              <a:latin typeface="Lexend"/>
              <a:ea typeface="Lexend"/>
              <a:cs typeface="Lexend"/>
              <a:sym typeface="Lexend"/>
            </a:endParaRPr>
          </a:p>
          <a:p>
            <a:pPr indent="0" lvl="0" marL="0" rtl="0" algn="l">
              <a:spcBef>
                <a:spcPts val="0"/>
              </a:spcBef>
              <a:spcAft>
                <a:spcPts val="0"/>
              </a:spcAft>
              <a:buNone/>
            </a:pPr>
            <a:r>
              <a:rPr lang="en" sz="2700">
                <a:solidFill>
                  <a:srgbClr val="3280AE"/>
                </a:solidFill>
                <a:latin typeface="Lexend"/>
                <a:ea typeface="Lexend"/>
                <a:cs typeface="Lexend"/>
                <a:sym typeface="Lexend"/>
              </a:rPr>
              <a:t>— James</a:t>
            </a:r>
            <a:endParaRPr sz="2700">
              <a:solidFill>
                <a:srgbClr val="3280AE"/>
              </a:solidFill>
              <a:latin typeface="Lexend"/>
              <a:ea typeface="Lexend"/>
              <a:cs typeface="Lexend"/>
              <a:sym typeface="Lexend"/>
            </a:endParaRPr>
          </a:p>
        </p:txBody>
      </p:sp>
      <p:sp>
        <p:nvSpPr>
          <p:cNvPr id="1361" name="Google Shape;1361;p122"/>
          <p:cNvSpPr txBox="1"/>
          <p:nvPr/>
        </p:nvSpPr>
        <p:spPr>
          <a:xfrm>
            <a:off x="4777450" y="1763600"/>
            <a:ext cx="4064100" cy="27018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sz="1450">
                <a:solidFill>
                  <a:srgbClr val="232323"/>
                </a:solidFill>
                <a:latin typeface="Lexend"/>
                <a:ea typeface="Lexend"/>
                <a:cs typeface="Lexend"/>
                <a:sym typeface="Lexend"/>
              </a:rPr>
              <a:t>Findings</a:t>
            </a:r>
            <a:r>
              <a:rPr lang="en" sz="1450">
                <a:solidFill>
                  <a:srgbClr val="232323"/>
                </a:solidFill>
                <a:latin typeface="Lexend"/>
                <a:ea typeface="Lexend"/>
                <a:cs typeface="Lexend"/>
                <a:sym typeface="Lexend"/>
              </a:rPr>
              <a:t> </a:t>
            </a:r>
            <a:endParaRPr sz="1450">
              <a:solidFill>
                <a:srgbClr val="232323"/>
              </a:solidFill>
              <a:latin typeface="Lexend"/>
              <a:ea typeface="Lexend"/>
              <a:cs typeface="Lexend"/>
              <a:sym typeface="Lexend"/>
            </a:endParaRPr>
          </a:p>
          <a:p>
            <a:pPr indent="0" lvl="0" marL="0" marR="0" rtl="0" algn="ctr">
              <a:lnSpc>
                <a:spcPct val="110000"/>
              </a:lnSpc>
              <a:spcBef>
                <a:spcPts val="1300"/>
              </a:spcBef>
              <a:spcAft>
                <a:spcPts val="0"/>
              </a:spcAft>
              <a:buNone/>
            </a:pPr>
            <a:r>
              <a:rPr lang="en" sz="1450">
                <a:solidFill>
                  <a:srgbClr val="232323"/>
                </a:solidFill>
                <a:latin typeface="Lexend"/>
                <a:ea typeface="Lexend"/>
                <a:cs typeface="Lexend"/>
                <a:sym typeface="Lexend"/>
              </a:rPr>
              <a:t>Familiar map UI brought expectations for previews (i</a:t>
            </a:r>
            <a:r>
              <a:rPr lang="en" sz="1450">
                <a:solidFill>
                  <a:srgbClr val="232323"/>
                </a:solidFill>
                <a:latin typeface="Lexend"/>
                <a:ea typeface="Lexend"/>
                <a:cs typeface="Lexend"/>
                <a:sym typeface="Lexend"/>
              </a:rPr>
              <a:t>.</a:t>
            </a:r>
            <a:r>
              <a:rPr lang="en" sz="1450">
                <a:solidFill>
                  <a:srgbClr val="232323"/>
                </a:solidFill>
                <a:latin typeface="Lexend"/>
                <a:ea typeface="Lexend"/>
                <a:cs typeface="Lexend"/>
                <a:sym typeface="Lexend"/>
              </a:rPr>
              <a:t>e. surroundings, live activity)</a:t>
            </a:r>
            <a:endParaRPr sz="1450">
              <a:solidFill>
                <a:srgbClr val="232323"/>
              </a:solidFill>
              <a:latin typeface="Lexend"/>
              <a:ea typeface="Lexend"/>
              <a:cs typeface="Lexend"/>
              <a:sym typeface="Lexend"/>
            </a:endParaRPr>
          </a:p>
          <a:p>
            <a:pPr indent="0" lvl="0" marL="0" marR="0" rtl="0" algn="ctr">
              <a:lnSpc>
                <a:spcPct val="110000"/>
              </a:lnSpc>
              <a:spcBef>
                <a:spcPts val="1300"/>
              </a:spcBef>
              <a:spcAft>
                <a:spcPts val="1300"/>
              </a:spcAft>
              <a:buNone/>
            </a:pPr>
            <a:r>
              <a:rPr lang="en" sz="1450">
                <a:solidFill>
                  <a:srgbClr val="232323"/>
                </a:solidFill>
                <a:latin typeface="Lexend"/>
                <a:ea typeface="Lexend"/>
                <a:cs typeface="Lexend"/>
                <a:sym typeface="Lexend"/>
              </a:rPr>
              <a:t>Others artwork alone is not enough to make a place worth visiting</a:t>
            </a:r>
            <a:endParaRPr sz="1450">
              <a:solidFill>
                <a:srgbClr val="232323"/>
              </a:solidFill>
              <a:latin typeface="Lexend"/>
              <a:ea typeface="Lexend"/>
              <a:cs typeface="Lexend"/>
              <a:sym typeface="Lexen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5" name="Shape 1365"/>
        <p:cNvGrpSpPr/>
        <p:nvPr/>
      </p:nvGrpSpPr>
      <p:grpSpPr>
        <a:xfrm>
          <a:off x="0" y="0"/>
          <a:ext cx="0" cy="0"/>
          <a:chOff x="0" y="0"/>
          <a:chExt cx="0" cy="0"/>
        </a:xfrm>
      </p:grpSpPr>
      <p:sp>
        <p:nvSpPr>
          <p:cNvPr id="1366" name="Google Shape;1366;p123"/>
          <p:cNvSpPr txBox="1"/>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300">
                <a:solidFill>
                  <a:srgbClr val="232323"/>
                </a:solidFill>
                <a:latin typeface="Lexend Mega Black"/>
                <a:ea typeface="Lexend Mega Black"/>
                <a:cs typeface="Lexend Mega Black"/>
                <a:sym typeface="Lexend Mega Black"/>
              </a:rPr>
              <a:t>TASK 1 </a:t>
            </a:r>
            <a:endParaRPr sz="2300">
              <a:solidFill>
                <a:srgbClr val="232323"/>
              </a:solidFill>
              <a:latin typeface="Lexend Mega Black"/>
              <a:ea typeface="Lexend Mega Black"/>
              <a:cs typeface="Lexend Mega Black"/>
              <a:sym typeface="Lexend Mega Black"/>
            </a:endParaRPr>
          </a:p>
          <a:p>
            <a:pPr indent="0" lvl="0" marL="0" rtl="0" algn="l">
              <a:spcBef>
                <a:spcPts val="0"/>
              </a:spcBef>
              <a:spcAft>
                <a:spcPts val="0"/>
              </a:spcAft>
              <a:buNone/>
            </a:pPr>
            <a:r>
              <a:rPr lang="en" sz="2300">
                <a:solidFill>
                  <a:srgbClr val="232323"/>
                </a:solidFill>
                <a:latin typeface="Lexend Mega"/>
                <a:ea typeface="Lexend Mega"/>
                <a:cs typeface="Lexend Mega"/>
                <a:sym typeface="Lexend Mega"/>
              </a:rPr>
              <a:t>DISCOVER INSPIRATION</a:t>
            </a:r>
            <a:endParaRPr sz="2300">
              <a:solidFill>
                <a:srgbClr val="232323"/>
              </a:solidFill>
              <a:latin typeface="Lexend Mega"/>
              <a:ea typeface="Lexend Mega"/>
              <a:cs typeface="Lexend Mega"/>
              <a:sym typeface="Lexend Mega"/>
            </a:endParaRPr>
          </a:p>
        </p:txBody>
      </p:sp>
      <p:sp>
        <p:nvSpPr>
          <p:cNvPr id="1367" name="Google Shape;1367;p123"/>
          <p:cNvSpPr txBox="1"/>
          <p:nvPr/>
        </p:nvSpPr>
        <p:spPr>
          <a:xfrm>
            <a:off x="713225" y="1523600"/>
            <a:ext cx="3492900" cy="3181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3280AE"/>
                </a:solidFill>
                <a:latin typeface="Lexend"/>
                <a:ea typeface="Lexend"/>
                <a:cs typeface="Lexend"/>
                <a:sym typeface="Lexend"/>
              </a:rPr>
              <a:t>“I would have liked to have seen a list and … compared multiple things … instead of getting one.” </a:t>
            </a:r>
            <a:endParaRPr sz="2400">
              <a:solidFill>
                <a:srgbClr val="3280AE"/>
              </a:solidFill>
              <a:latin typeface="Lexend"/>
              <a:ea typeface="Lexend"/>
              <a:cs typeface="Lexend"/>
              <a:sym typeface="Lexend"/>
            </a:endParaRPr>
          </a:p>
          <a:p>
            <a:pPr indent="0" lvl="0" marL="0" rtl="0" algn="l">
              <a:spcBef>
                <a:spcPts val="0"/>
              </a:spcBef>
              <a:spcAft>
                <a:spcPts val="0"/>
              </a:spcAft>
              <a:buNone/>
            </a:pPr>
            <a:r>
              <a:rPr lang="en" sz="2400">
                <a:solidFill>
                  <a:srgbClr val="3280AE"/>
                </a:solidFill>
                <a:latin typeface="Lexend"/>
                <a:ea typeface="Lexend"/>
                <a:cs typeface="Lexend"/>
                <a:sym typeface="Lexend"/>
              </a:rPr>
              <a:t>— James</a:t>
            </a:r>
            <a:endParaRPr sz="2400">
              <a:solidFill>
                <a:srgbClr val="3280AE"/>
              </a:solidFill>
              <a:latin typeface="Lexend"/>
              <a:ea typeface="Lexend"/>
              <a:cs typeface="Lexend"/>
              <a:sym typeface="Lexend"/>
            </a:endParaRPr>
          </a:p>
        </p:txBody>
      </p:sp>
      <p:sp>
        <p:nvSpPr>
          <p:cNvPr id="1368" name="Google Shape;1368;p123"/>
          <p:cNvSpPr txBox="1"/>
          <p:nvPr/>
        </p:nvSpPr>
        <p:spPr>
          <a:xfrm>
            <a:off x="4777450" y="1763600"/>
            <a:ext cx="4064100" cy="27018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sz="1450">
                <a:solidFill>
                  <a:srgbClr val="232323"/>
                </a:solidFill>
                <a:latin typeface="Lexend"/>
                <a:ea typeface="Lexend"/>
                <a:cs typeface="Lexend"/>
                <a:sym typeface="Lexend"/>
              </a:rPr>
              <a:t>Findings</a:t>
            </a:r>
            <a:r>
              <a:rPr lang="en" sz="1450">
                <a:solidFill>
                  <a:srgbClr val="232323"/>
                </a:solidFill>
                <a:latin typeface="Lexend"/>
                <a:ea typeface="Lexend"/>
                <a:cs typeface="Lexend"/>
                <a:sym typeface="Lexend"/>
              </a:rPr>
              <a:t> </a:t>
            </a:r>
            <a:endParaRPr sz="1450">
              <a:solidFill>
                <a:srgbClr val="232323"/>
              </a:solidFill>
              <a:latin typeface="Lexend"/>
              <a:ea typeface="Lexend"/>
              <a:cs typeface="Lexend"/>
              <a:sym typeface="Lexend"/>
            </a:endParaRPr>
          </a:p>
          <a:p>
            <a:pPr indent="0" lvl="0" marL="0" marR="0" rtl="0" algn="ctr">
              <a:lnSpc>
                <a:spcPct val="110000"/>
              </a:lnSpc>
              <a:spcBef>
                <a:spcPts val="1300"/>
              </a:spcBef>
              <a:spcAft>
                <a:spcPts val="1300"/>
              </a:spcAft>
              <a:buNone/>
            </a:pPr>
            <a:r>
              <a:rPr lang="en" sz="1450">
                <a:solidFill>
                  <a:srgbClr val="232323"/>
                </a:solidFill>
                <a:latin typeface="Lexend"/>
                <a:ea typeface="Lexend"/>
                <a:cs typeface="Lexend"/>
                <a:sym typeface="Lexend"/>
              </a:rPr>
              <a:t>Wanted to see multiple artworks at once  versus one by one</a:t>
            </a:r>
            <a:endParaRPr sz="1450">
              <a:solidFill>
                <a:srgbClr val="232323"/>
              </a:solidFill>
              <a:latin typeface="Lexend"/>
              <a:ea typeface="Lexend"/>
              <a:cs typeface="Lexend"/>
              <a:sym typeface="Lexen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2" name="Shape 1372"/>
        <p:cNvGrpSpPr/>
        <p:nvPr/>
      </p:nvGrpSpPr>
      <p:grpSpPr>
        <a:xfrm>
          <a:off x="0" y="0"/>
          <a:ext cx="0" cy="0"/>
          <a:chOff x="0" y="0"/>
          <a:chExt cx="0" cy="0"/>
        </a:xfrm>
      </p:grpSpPr>
      <p:sp>
        <p:nvSpPr>
          <p:cNvPr id="1373" name="Google Shape;1373;p124"/>
          <p:cNvSpPr txBox="1"/>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300">
                <a:solidFill>
                  <a:srgbClr val="232323"/>
                </a:solidFill>
                <a:latin typeface="Lexend Mega Black"/>
                <a:ea typeface="Lexend Mega Black"/>
                <a:cs typeface="Lexend Mega Black"/>
                <a:sym typeface="Lexend Mega Black"/>
              </a:rPr>
              <a:t>TASK 1 </a:t>
            </a:r>
            <a:endParaRPr sz="2300">
              <a:solidFill>
                <a:srgbClr val="232323"/>
              </a:solidFill>
              <a:latin typeface="Lexend Mega Black"/>
              <a:ea typeface="Lexend Mega Black"/>
              <a:cs typeface="Lexend Mega Black"/>
              <a:sym typeface="Lexend Mega Black"/>
            </a:endParaRPr>
          </a:p>
          <a:p>
            <a:pPr indent="0" lvl="0" marL="0" rtl="0" algn="l">
              <a:spcBef>
                <a:spcPts val="0"/>
              </a:spcBef>
              <a:spcAft>
                <a:spcPts val="0"/>
              </a:spcAft>
              <a:buNone/>
            </a:pPr>
            <a:r>
              <a:rPr lang="en" sz="2300">
                <a:solidFill>
                  <a:srgbClr val="232323"/>
                </a:solidFill>
                <a:latin typeface="Lexend Mega"/>
                <a:ea typeface="Lexend Mega"/>
                <a:cs typeface="Lexend Mega"/>
                <a:sym typeface="Lexend Mega"/>
              </a:rPr>
              <a:t>DISCOVER INSPIRATION</a:t>
            </a:r>
            <a:endParaRPr sz="2300">
              <a:solidFill>
                <a:srgbClr val="232323"/>
              </a:solidFill>
              <a:latin typeface="Lexend Mega"/>
              <a:ea typeface="Lexend Mega"/>
              <a:cs typeface="Lexend Mega"/>
              <a:sym typeface="Lexend Mega"/>
            </a:endParaRPr>
          </a:p>
        </p:txBody>
      </p:sp>
      <p:sp>
        <p:nvSpPr>
          <p:cNvPr id="1374" name="Google Shape;1374;p124"/>
          <p:cNvSpPr txBox="1"/>
          <p:nvPr/>
        </p:nvSpPr>
        <p:spPr>
          <a:xfrm>
            <a:off x="713225" y="1523600"/>
            <a:ext cx="3492900" cy="3181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600">
                <a:solidFill>
                  <a:srgbClr val="3280AE"/>
                </a:solidFill>
                <a:latin typeface="Lexend"/>
                <a:ea typeface="Lexend"/>
                <a:cs typeface="Lexend"/>
                <a:sym typeface="Lexend"/>
              </a:rPr>
              <a:t>“I try to make them all go away as much as possible [notifications]” </a:t>
            </a:r>
            <a:endParaRPr sz="2600">
              <a:solidFill>
                <a:srgbClr val="3280AE"/>
              </a:solidFill>
              <a:latin typeface="Lexend"/>
              <a:ea typeface="Lexend"/>
              <a:cs typeface="Lexend"/>
              <a:sym typeface="Lexend"/>
            </a:endParaRPr>
          </a:p>
          <a:p>
            <a:pPr indent="0" lvl="0" marL="0" rtl="0" algn="l">
              <a:spcBef>
                <a:spcPts val="0"/>
              </a:spcBef>
              <a:spcAft>
                <a:spcPts val="0"/>
              </a:spcAft>
              <a:buNone/>
            </a:pPr>
            <a:r>
              <a:rPr lang="en" sz="2600">
                <a:solidFill>
                  <a:srgbClr val="3280AE"/>
                </a:solidFill>
                <a:latin typeface="Lexend"/>
                <a:ea typeface="Lexend"/>
                <a:cs typeface="Lexend"/>
                <a:sym typeface="Lexend"/>
              </a:rPr>
              <a:t>— Booker</a:t>
            </a:r>
            <a:endParaRPr sz="2600">
              <a:solidFill>
                <a:srgbClr val="3280AE"/>
              </a:solidFill>
              <a:latin typeface="Lexend"/>
              <a:ea typeface="Lexend"/>
              <a:cs typeface="Lexend"/>
              <a:sym typeface="Lexend"/>
            </a:endParaRPr>
          </a:p>
        </p:txBody>
      </p:sp>
      <p:sp>
        <p:nvSpPr>
          <p:cNvPr id="1375" name="Google Shape;1375;p124"/>
          <p:cNvSpPr txBox="1"/>
          <p:nvPr/>
        </p:nvSpPr>
        <p:spPr>
          <a:xfrm>
            <a:off x="4777450" y="1763600"/>
            <a:ext cx="4064100" cy="27018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sz="1450">
                <a:solidFill>
                  <a:srgbClr val="232323"/>
                </a:solidFill>
                <a:latin typeface="Lexend"/>
                <a:ea typeface="Lexend"/>
                <a:cs typeface="Lexend"/>
                <a:sym typeface="Lexend"/>
              </a:rPr>
              <a:t>Findings</a:t>
            </a:r>
            <a:r>
              <a:rPr lang="en" sz="1450">
                <a:solidFill>
                  <a:srgbClr val="232323"/>
                </a:solidFill>
                <a:latin typeface="Lexend"/>
                <a:ea typeface="Lexend"/>
                <a:cs typeface="Lexend"/>
                <a:sym typeface="Lexend"/>
              </a:rPr>
              <a:t> </a:t>
            </a:r>
            <a:endParaRPr sz="1450">
              <a:solidFill>
                <a:srgbClr val="232323"/>
              </a:solidFill>
              <a:latin typeface="Lexend"/>
              <a:ea typeface="Lexend"/>
              <a:cs typeface="Lexend"/>
              <a:sym typeface="Lexend"/>
            </a:endParaRPr>
          </a:p>
          <a:p>
            <a:pPr indent="0" lvl="0" marL="0" marR="0" rtl="0" algn="ctr">
              <a:lnSpc>
                <a:spcPct val="110000"/>
              </a:lnSpc>
              <a:spcBef>
                <a:spcPts val="1300"/>
              </a:spcBef>
              <a:spcAft>
                <a:spcPts val="0"/>
              </a:spcAft>
              <a:buNone/>
            </a:pPr>
            <a:r>
              <a:rPr lang="en" sz="1450">
                <a:solidFill>
                  <a:srgbClr val="232323"/>
                </a:solidFill>
                <a:latin typeface="Lexend"/>
                <a:ea typeface="Lexend"/>
                <a:cs typeface="Lexend"/>
                <a:sym typeface="Lexend"/>
              </a:rPr>
              <a:t>Notifications were easy to dismiss </a:t>
            </a:r>
            <a:endParaRPr sz="1450">
              <a:solidFill>
                <a:srgbClr val="232323"/>
              </a:solidFill>
              <a:latin typeface="Lexend"/>
              <a:ea typeface="Lexend"/>
              <a:cs typeface="Lexend"/>
              <a:sym typeface="Lexend"/>
            </a:endParaRPr>
          </a:p>
          <a:p>
            <a:pPr indent="0" lvl="0" marL="0" marR="0" rtl="0" algn="ctr">
              <a:lnSpc>
                <a:spcPct val="110000"/>
              </a:lnSpc>
              <a:spcBef>
                <a:spcPts val="1300"/>
              </a:spcBef>
              <a:spcAft>
                <a:spcPts val="1300"/>
              </a:spcAft>
              <a:buNone/>
            </a:pPr>
            <a:r>
              <a:rPr lang="en" sz="1450">
                <a:solidFill>
                  <a:srgbClr val="232323"/>
                </a:solidFill>
                <a:latin typeface="Lexend"/>
                <a:ea typeface="Lexend"/>
                <a:cs typeface="Lexend"/>
                <a:sym typeface="Lexend"/>
              </a:rPr>
              <a:t>App must earn attention before asking people to go</a:t>
            </a:r>
            <a:endParaRPr sz="1450">
              <a:solidFill>
                <a:srgbClr val="232323"/>
              </a:solidFill>
              <a:latin typeface="Lexend"/>
              <a:ea typeface="Lexend"/>
              <a:cs typeface="Lexend"/>
              <a:sym typeface="Lexen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9" name="Shape 1379"/>
        <p:cNvGrpSpPr/>
        <p:nvPr/>
      </p:nvGrpSpPr>
      <p:grpSpPr>
        <a:xfrm>
          <a:off x="0" y="0"/>
          <a:ext cx="0" cy="0"/>
          <a:chOff x="0" y="0"/>
          <a:chExt cx="0" cy="0"/>
        </a:xfrm>
      </p:grpSpPr>
      <p:sp>
        <p:nvSpPr>
          <p:cNvPr id="1380" name="Google Shape;1380;p125"/>
          <p:cNvSpPr txBox="1"/>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300">
                <a:solidFill>
                  <a:schemeClr val="dk1"/>
                </a:solidFill>
                <a:latin typeface="Lexend Mega Black"/>
                <a:ea typeface="Lexend Mega Black"/>
                <a:cs typeface="Lexend Mega Black"/>
                <a:sym typeface="Lexend Mega Black"/>
              </a:rPr>
              <a:t>TASK 2 </a:t>
            </a:r>
            <a:endParaRPr sz="2300">
              <a:solidFill>
                <a:schemeClr val="dk1"/>
              </a:solidFill>
              <a:latin typeface="Lexend Mega Black"/>
              <a:ea typeface="Lexend Mega Black"/>
              <a:cs typeface="Lexend Mega Black"/>
              <a:sym typeface="Lexend Mega Black"/>
            </a:endParaRPr>
          </a:p>
          <a:p>
            <a:pPr indent="0" lvl="0" marL="0" rtl="0" algn="l">
              <a:spcBef>
                <a:spcPts val="0"/>
              </a:spcBef>
              <a:spcAft>
                <a:spcPts val="0"/>
              </a:spcAft>
              <a:buNone/>
            </a:pPr>
            <a:r>
              <a:rPr lang="en" sz="2300">
                <a:solidFill>
                  <a:schemeClr val="dk1"/>
                </a:solidFill>
                <a:latin typeface="Lexend Mega"/>
                <a:ea typeface="Lexend Mega"/>
                <a:cs typeface="Lexend Mega"/>
                <a:sym typeface="Lexend Mega"/>
              </a:rPr>
              <a:t>CREATE AND SHARE</a:t>
            </a:r>
            <a:endParaRPr sz="2300">
              <a:solidFill>
                <a:srgbClr val="232323"/>
              </a:solidFill>
              <a:latin typeface="Lexend Mega Black"/>
              <a:ea typeface="Lexend Mega Black"/>
              <a:cs typeface="Lexend Mega Black"/>
              <a:sym typeface="Lexend Mega Black"/>
            </a:endParaRPr>
          </a:p>
        </p:txBody>
      </p:sp>
      <p:sp>
        <p:nvSpPr>
          <p:cNvPr id="1381" name="Google Shape;1381;p125"/>
          <p:cNvSpPr txBox="1"/>
          <p:nvPr/>
        </p:nvSpPr>
        <p:spPr>
          <a:xfrm>
            <a:off x="713225" y="1523600"/>
            <a:ext cx="3492900" cy="3181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700">
                <a:solidFill>
                  <a:srgbClr val="3280AE"/>
                </a:solidFill>
                <a:latin typeface="Lexend"/>
                <a:ea typeface="Lexend"/>
                <a:cs typeface="Lexend"/>
                <a:sym typeface="Lexend"/>
              </a:rPr>
              <a:t>“Why do I want to share it?” </a:t>
            </a:r>
            <a:endParaRPr sz="2700">
              <a:solidFill>
                <a:srgbClr val="3280AE"/>
              </a:solidFill>
              <a:latin typeface="Lexend"/>
              <a:ea typeface="Lexend"/>
              <a:cs typeface="Lexend"/>
              <a:sym typeface="Lexend"/>
            </a:endParaRPr>
          </a:p>
          <a:p>
            <a:pPr indent="0" lvl="0" marL="0" rtl="0" algn="l">
              <a:spcBef>
                <a:spcPts val="0"/>
              </a:spcBef>
              <a:spcAft>
                <a:spcPts val="0"/>
              </a:spcAft>
              <a:buNone/>
            </a:pPr>
            <a:r>
              <a:rPr lang="en" sz="2700">
                <a:solidFill>
                  <a:srgbClr val="3280AE"/>
                </a:solidFill>
                <a:latin typeface="Lexend"/>
                <a:ea typeface="Lexend"/>
                <a:cs typeface="Lexend"/>
                <a:sym typeface="Lexend"/>
              </a:rPr>
              <a:t>— </a:t>
            </a:r>
            <a:r>
              <a:rPr lang="en" sz="2600">
                <a:solidFill>
                  <a:schemeClr val="dk2"/>
                </a:solidFill>
                <a:latin typeface="Lexend"/>
                <a:ea typeface="Lexend"/>
                <a:cs typeface="Lexend"/>
                <a:sym typeface="Lexend"/>
              </a:rPr>
              <a:t>Booker</a:t>
            </a:r>
            <a:endParaRPr sz="2700">
              <a:solidFill>
                <a:srgbClr val="3280AE"/>
              </a:solidFill>
              <a:latin typeface="Lexend"/>
              <a:ea typeface="Lexend"/>
              <a:cs typeface="Lexend"/>
              <a:sym typeface="Lexend"/>
            </a:endParaRPr>
          </a:p>
        </p:txBody>
      </p:sp>
      <p:sp>
        <p:nvSpPr>
          <p:cNvPr id="1382" name="Google Shape;1382;p125"/>
          <p:cNvSpPr txBox="1"/>
          <p:nvPr/>
        </p:nvSpPr>
        <p:spPr>
          <a:xfrm>
            <a:off x="4777450" y="1763600"/>
            <a:ext cx="4064100" cy="27018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sz="1450">
                <a:solidFill>
                  <a:srgbClr val="232323"/>
                </a:solidFill>
                <a:latin typeface="Lexend"/>
                <a:ea typeface="Lexend"/>
                <a:cs typeface="Lexend"/>
                <a:sym typeface="Lexend"/>
              </a:rPr>
              <a:t>Findings</a:t>
            </a:r>
            <a:r>
              <a:rPr lang="en" sz="1450">
                <a:solidFill>
                  <a:srgbClr val="232323"/>
                </a:solidFill>
                <a:latin typeface="Lexend"/>
                <a:ea typeface="Lexend"/>
                <a:cs typeface="Lexend"/>
                <a:sym typeface="Lexend"/>
              </a:rPr>
              <a:t> </a:t>
            </a:r>
            <a:endParaRPr sz="1450">
              <a:solidFill>
                <a:srgbClr val="232323"/>
              </a:solidFill>
              <a:latin typeface="Lexend"/>
              <a:ea typeface="Lexend"/>
              <a:cs typeface="Lexend"/>
              <a:sym typeface="Lexend"/>
            </a:endParaRPr>
          </a:p>
          <a:p>
            <a:pPr indent="0" lvl="0" marL="0" marR="0" rtl="0" algn="ctr">
              <a:lnSpc>
                <a:spcPct val="110000"/>
              </a:lnSpc>
              <a:spcBef>
                <a:spcPts val="1300"/>
              </a:spcBef>
              <a:spcAft>
                <a:spcPts val="0"/>
              </a:spcAft>
              <a:buNone/>
            </a:pPr>
            <a:r>
              <a:rPr lang="en" sz="1450">
                <a:solidFill>
                  <a:srgbClr val="232323"/>
                </a:solidFill>
                <a:latin typeface="Lexend"/>
                <a:ea typeface="Lexend"/>
                <a:cs typeface="Lexend"/>
                <a:sym typeface="Lexend"/>
              </a:rPr>
              <a:t>Participants understood uploading, but questioned the benefit of sharing personal artwork</a:t>
            </a:r>
            <a:endParaRPr sz="1450">
              <a:solidFill>
                <a:srgbClr val="232323"/>
              </a:solidFill>
              <a:latin typeface="Lexend"/>
              <a:ea typeface="Lexend"/>
              <a:cs typeface="Lexend"/>
              <a:sym typeface="Lexend"/>
            </a:endParaRPr>
          </a:p>
          <a:p>
            <a:pPr indent="0" lvl="0" marL="0" marR="0" rtl="0" algn="ctr">
              <a:lnSpc>
                <a:spcPct val="110000"/>
              </a:lnSpc>
              <a:spcBef>
                <a:spcPts val="1300"/>
              </a:spcBef>
              <a:spcAft>
                <a:spcPts val="1300"/>
              </a:spcAft>
              <a:buNone/>
            </a:pPr>
            <a:r>
              <a:rPr lang="en" sz="1450">
                <a:solidFill>
                  <a:srgbClr val="232323"/>
                </a:solidFill>
                <a:latin typeface="Lexend"/>
                <a:ea typeface="Lexend"/>
                <a:cs typeface="Lexend"/>
                <a:sym typeface="Lexend"/>
              </a:rPr>
              <a:t>Private creation needs its own clear value. Sharing should feel like a choice</a:t>
            </a:r>
            <a:endParaRPr sz="1450">
              <a:solidFill>
                <a:srgbClr val="232323"/>
              </a:solidFill>
              <a:latin typeface="Lexend"/>
              <a:ea typeface="Lexend"/>
              <a:cs typeface="Lexend"/>
              <a:sym typeface="Lexen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6" name="Shape 1386"/>
        <p:cNvGrpSpPr/>
        <p:nvPr/>
      </p:nvGrpSpPr>
      <p:grpSpPr>
        <a:xfrm>
          <a:off x="0" y="0"/>
          <a:ext cx="0" cy="0"/>
          <a:chOff x="0" y="0"/>
          <a:chExt cx="0" cy="0"/>
        </a:xfrm>
      </p:grpSpPr>
      <p:sp>
        <p:nvSpPr>
          <p:cNvPr id="1387" name="Google Shape;1387;p126"/>
          <p:cNvSpPr txBox="1"/>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300">
                <a:solidFill>
                  <a:schemeClr val="dk1"/>
                </a:solidFill>
                <a:latin typeface="Lexend Mega Black"/>
                <a:ea typeface="Lexend Mega Black"/>
                <a:cs typeface="Lexend Mega Black"/>
                <a:sym typeface="Lexend Mega Black"/>
              </a:rPr>
              <a:t>TASK 2 </a:t>
            </a:r>
            <a:endParaRPr sz="2300">
              <a:solidFill>
                <a:schemeClr val="dk1"/>
              </a:solidFill>
              <a:latin typeface="Lexend Mega Black"/>
              <a:ea typeface="Lexend Mega Black"/>
              <a:cs typeface="Lexend Mega Black"/>
              <a:sym typeface="Lexend Mega Black"/>
            </a:endParaRPr>
          </a:p>
          <a:p>
            <a:pPr indent="0" lvl="0" marL="0" rtl="0" algn="l">
              <a:spcBef>
                <a:spcPts val="0"/>
              </a:spcBef>
              <a:spcAft>
                <a:spcPts val="0"/>
              </a:spcAft>
              <a:buNone/>
            </a:pPr>
            <a:r>
              <a:rPr lang="en" sz="2300">
                <a:solidFill>
                  <a:schemeClr val="dk1"/>
                </a:solidFill>
                <a:latin typeface="Lexend Mega"/>
                <a:ea typeface="Lexend Mega"/>
                <a:cs typeface="Lexend Mega"/>
                <a:sym typeface="Lexend Mega"/>
              </a:rPr>
              <a:t>CREATE AND SHARE</a:t>
            </a:r>
            <a:endParaRPr sz="2300">
              <a:solidFill>
                <a:srgbClr val="232323"/>
              </a:solidFill>
              <a:latin typeface="Lexend Mega Black"/>
              <a:ea typeface="Lexend Mega Black"/>
              <a:cs typeface="Lexend Mega Black"/>
              <a:sym typeface="Lexend Mega Black"/>
            </a:endParaRPr>
          </a:p>
        </p:txBody>
      </p:sp>
      <p:sp>
        <p:nvSpPr>
          <p:cNvPr id="1388" name="Google Shape;1388;p126"/>
          <p:cNvSpPr txBox="1"/>
          <p:nvPr/>
        </p:nvSpPr>
        <p:spPr>
          <a:xfrm>
            <a:off x="713225" y="1523600"/>
            <a:ext cx="3492900" cy="3181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700">
                <a:solidFill>
                  <a:srgbClr val="3280AE"/>
                </a:solidFill>
                <a:latin typeface="Lexend"/>
                <a:ea typeface="Lexend"/>
                <a:cs typeface="Lexend"/>
                <a:sym typeface="Lexend"/>
              </a:rPr>
              <a:t>“Only I can view it, which is a nice option to have”  </a:t>
            </a:r>
            <a:endParaRPr sz="2700">
              <a:solidFill>
                <a:srgbClr val="3280AE"/>
              </a:solidFill>
              <a:latin typeface="Lexend"/>
              <a:ea typeface="Lexend"/>
              <a:cs typeface="Lexend"/>
              <a:sym typeface="Lexend"/>
            </a:endParaRPr>
          </a:p>
          <a:p>
            <a:pPr indent="0" lvl="0" marL="0" rtl="0" algn="l">
              <a:spcBef>
                <a:spcPts val="0"/>
              </a:spcBef>
              <a:spcAft>
                <a:spcPts val="0"/>
              </a:spcAft>
              <a:buNone/>
            </a:pPr>
            <a:r>
              <a:rPr lang="en" sz="2700">
                <a:solidFill>
                  <a:srgbClr val="3280AE"/>
                </a:solidFill>
                <a:latin typeface="Lexend"/>
                <a:ea typeface="Lexend"/>
                <a:cs typeface="Lexend"/>
                <a:sym typeface="Lexend"/>
              </a:rPr>
              <a:t>— Cyrus</a:t>
            </a:r>
            <a:endParaRPr sz="2700">
              <a:solidFill>
                <a:srgbClr val="3280AE"/>
              </a:solidFill>
              <a:latin typeface="Lexend"/>
              <a:ea typeface="Lexend"/>
              <a:cs typeface="Lexend"/>
              <a:sym typeface="Lexend"/>
            </a:endParaRPr>
          </a:p>
        </p:txBody>
      </p:sp>
      <p:sp>
        <p:nvSpPr>
          <p:cNvPr id="1389" name="Google Shape;1389;p126"/>
          <p:cNvSpPr txBox="1"/>
          <p:nvPr/>
        </p:nvSpPr>
        <p:spPr>
          <a:xfrm>
            <a:off x="4777450" y="1763600"/>
            <a:ext cx="4064100" cy="27018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sz="1450">
                <a:solidFill>
                  <a:srgbClr val="232323"/>
                </a:solidFill>
                <a:latin typeface="Lexend"/>
                <a:ea typeface="Lexend"/>
                <a:cs typeface="Lexend"/>
                <a:sym typeface="Lexend"/>
              </a:rPr>
              <a:t>Findings</a:t>
            </a:r>
            <a:r>
              <a:rPr lang="en" sz="1450">
                <a:solidFill>
                  <a:srgbClr val="232323"/>
                </a:solidFill>
                <a:latin typeface="Lexend"/>
                <a:ea typeface="Lexend"/>
                <a:cs typeface="Lexend"/>
                <a:sym typeface="Lexend"/>
              </a:rPr>
              <a:t> </a:t>
            </a:r>
            <a:endParaRPr sz="1450">
              <a:solidFill>
                <a:srgbClr val="232323"/>
              </a:solidFill>
              <a:latin typeface="Lexend"/>
              <a:ea typeface="Lexend"/>
              <a:cs typeface="Lexend"/>
              <a:sym typeface="Lexend"/>
            </a:endParaRPr>
          </a:p>
          <a:p>
            <a:pPr indent="0" lvl="0" marL="0" marR="0" rtl="0" algn="ctr">
              <a:lnSpc>
                <a:spcPct val="110000"/>
              </a:lnSpc>
              <a:spcBef>
                <a:spcPts val="1300"/>
              </a:spcBef>
              <a:spcAft>
                <a:spcPts val="1300"/>
              </a:spcAft>
              <a:buNone/>
            </a:pPr>
            <a:r>
              <a:rPr lang="en" sz="1450">
                <a:solidFill>
                  <a:srgbClr val="232323"/>
                </a:solidFill>
                <a:latin typeface="Lexend"/>
                <a:ea typeface="Lexend"/>
                <a:cs typeface="Lexend"/>
                <a:sym typeface="Lexend"/>
              </a:rPr>
              <a:t>Booker</a:t>
            </a:r>
            <a:r>
              <a:rPr lang="en" sz="1450">
                <a:solidFill>
                  <a:srgbClr val="232323"/>
                </a:solidFill>
                <a:latin typeface="Lexend"/>
                <a:ea typeface="Lexend"/>
                <a:cs typeface="Lexend"/>
                <a:sym typeface="Lexend"/>
              </a:rPr>
              <a:t> and Jonas chose “For my eyes only.” Anonymity did not replace desire to keep for oneself</a:t>
            </a:r>
            <a:endParaRPr sz="1450">
              <a:solidFill>
                <a:srgbClr val="232323"/>
              </a:solidFill>
              <a:latin typeface="Lexend"/>
              <a:ea typeface="Lexend"/>
              <a:cs typeface="Lexend"/>
              <a:sym typeface="Lexen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3" name="Shape 1393"/>
        <p:cNvGrpSpPr/>
        <p:nvPr/>
      </p:nvGrpSpPr>
      <p:grpSpPr>
        <a:xfrm>
          <a:off x="0" y="0"/>
          <a:ext cx="0" cy="0"/>
          <a:chOff x="0" y="0"/>
          <a:chExt cx="0" cy="0"/>
        </a:xfrm>
      </p:grpSpPr>
      <p:sp>
        <p:nvSpPr>
          <p:cNvPr id="1394" name="Google Shape;1394;p127"/>
          <p:cNvSpPr txBox="1"/>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300">
                <a:solidFill>
                  <a:schemeClr val="dk1"/>
                </a:solidFill>
                <a:latin typeface="Lexend Mega Black"/>
                <a:ea typeface="Lexend Mega Black"/>
                <a:cs typeface="Lexend Mega Black"/>
                <a:sym typeface="Lexend Mega Black"/>
              </a:rPr>
              <a:t>TASK 2 </a:t>
            </a:r>
            <a:endParaRPr sz="2300">
              <a:solidFill>
                <a:schemeClr val="dk1"/>
              </a:solidFill>
              <a:latin typeface="Lexend Mega Black"/>
              <a:ea typeface="Lexend Mega Black"/>
              <a:cs typeface="Lexend Mega Black"/>
              <a:sym typeface="Lexend Mega Black"/>
            </a:endParaRPr>
          </a:p>
          <a:p>
            <a:pPr indent="0" lvl="0" marL="0" rtl="0" algn="l">
              <a:spcBef>
                <a:spcPts val="0"/>
              </a:spcBef>
              <a:spcAft>
                <a:spcPts val="0"/>
              </a:spcAft>
              <a:buNone/>
            </a:pPr>
            <a:r>
              <a:rPr lang="en" sz="2300">
                <a:solidFill>
                  <a:schemeClr val="dk1"/>
                </a:solidFill>
                <a:latin typeface="Lexend Mega"/>
                <a:ea typeface="Lexend Mega"/>
                <a:cs typeface="Lexend Mega"/>
                <a:sym typeface="Lexend Mega"/>
              </a:rPr>
              <a:t>CREATE AND SHARE</a:t>
            </a:r>
            <a:endParaRPr sz="2300">
              <a:solidFill>
                <a:srgbClr val="232323"/>
              </a:solidFill>
              <a:latin typeface="Lexend Mega Black"/>
              <a:ea typeface="Lexend Mega Black"/>
              <a:cs typeface="Lexend Mega Black"/>
              <a:sym typeface="Lexend Mega Black"/>
            </a:endParaRPr>
          </a:p>
        </p:txBody>
      </p:sp>
      <p:sp>
        <p:nvSpPr>
          <p:cNvPr id="1395" name="Google Shape;1395;p127"/>
          <p:cNvSpPr txBox="1"/>
          <p:nvPr/>
        </p:nvSpPr>
        <p:spPr>
          <a:xfrm>
            <a:off x="713225" y="1523600"/>
            <a:ext cx="3492900" cy="3181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3280AE"/>
                </a:solidFill>
                <a:latin typeface="Lexend"/>
                <a:ea typeface="Lexend"/>
                <a:cs typeface="Lexend"/>
                <a:sym typeface="Lexend"/>
              </a:rPr>
              <a:t>“If I was looking for inspiration, I’d want to keep it to myself a little bit, so I can think about what I’ve done” — Jonas </a:t>
            </a:r>
            <a:endParaRPr sz="2400">
              <a:solidFill>
                <a:srgbClr val="3280AE"/>
              </a:solidFill>
              <a:latin typeface="Lexend"/>
              <a:ea typeface="Lexend"/>
              <a:cs typeface="Lexend"/>
              <a:sym typeface="Lexend"/>
            </a:endParaRPr>
          </a:p>
        </p:txBody>
      </p:sp>
      <p:sp>
        <p:nvSpPr>
          <p:cNvPr id="1396" name="Google Shape;1396;p127"/>
          <p:cNvSpPr txBox="1"/>
          <p:nvPr/>
        </p:nvSpPr>
        <p:spPr>
          <a:xfrm>
            <a:off x="4777450" y="1763600"/>
            <a:ext cx="4064100" cy="27018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sz="1450">
                <a:solidFill>
                  <a:srgbClr val="232323"/>
                </a:solidFill>
                <a:latin typeface="Lexend"/>
                <a:ea typeface="Lexend"/>
                <a:cs typeface="Lexend"/>
                <a:sym typeface="Lexend"/>
              </a:rPr>
              <a:t>Findings</a:t>
            </a:r>
            <a:r>
              <a:rPr lang="en" sz="1450">
                <a:solidFill>
                  <a:srgbClr val="232323"/>
                </a:solidFill>
                <a:latin typeface="Lexend"/>
                <a:ea typeface="Lexend"/>
                <a:cs typeface="Lexend"/>
                <a:sym typeface="Lexend"/>
              </a:rPr>
              <a:t> </a:t>
            </a:r>
            <a:endParaRPr sz="1450">
              <a:solidFill>
                <a:srgbClr val="232323"/>
              </a:solidFill>
              <a:latin typeface="Lexend"/>
              <a:ea typeface="Lexend"/>
              <a:cs typeface="Lexend"/>
              <a:sym typeface="Lexend"/>
            </a:endParaRPr>
          </a:p>
          <a:p>
            <a:pPr indent="0" lvl="0" marL="0" marR="0" rtl="0" algn="ctr">
              <a:lnSpc>
                <a:spcPct val="110000"/>
              </a:lnSpc>
              <a:spcBef>
                <a:spcPts val="1300"/>
              </a:spcBef>
              <a:spcAft>
                <a:spcPts val="0"/>
              </a:spcAft>
              <a:buNone/>
            </a:pPr>
            <a:r>
              <a:rPr lang="en" sz="1450">
                <a:solidFill>
                  <a:srgbClr val="232323"/>
                </a:solidFill>
                <a:latin typeface="Lexend"/>
                <a:ea typeface="Lexend"/>
                <a:cs typeface="Lexend"/>
                <a:sym typeface="Lexend"/>
              </a:rPr>
              <a:t>“Submit” made saving feel like sending work to someone else</a:t>
            </a:r>
            <a:endParaRPr sz="1450">
              <a:solidFill>
                <a:srgbClr val="232323"/>
              </a:solidFill>
              <a:latin typeface="Lexend"/>
              <a:ea typeface="Lexend"/>
              <a:cs typeface="Lexend"/>
              <a:sym typeface="Lexend"/>
            </a:endParaRPr>
          </a:p>
          <a:p>
            <a:pPr indent="0" lvl="0" marL="0" marR="0" rtl="0" algn="ctr">
              <a:lnSpc>
                <a:spcPct val="110000"/>
              </a:lnSpc>
              <a:spcBef>
                <a:spcPts val="1300"/>
              </a:spcBef>
              <a:spcAft>
                <a:spcPts val="1300"/>
              </a:spcAft>
              <a:buNone/>
            </a:pPr>
            <a:r>
              <a:rPr lang="en" sz="1450">
                <a:solidFill>
                  <a:srgbClr val="232323"/>
                </a:solidFill>
                <a:latin typeface="Lexend"/>
                <a:ea typeface="Lexend"/>
                <a:cs typeface="Lexend"/>
                <a:sym typeface="Lexend"/>
              </a:rPr>
              <a:t>Users wanted to keep their artwork private so they could think about it before optionally sharing.</a:t>
            </a:r>
            <a:endParaRPr sz="1450">
              <a:solidFill>
                <a:srgbClr val="232323"/>
              </a:solidFill>
              <a:latin typeface="Lexend"/>
              <a:ea typeface="Lexend"/>
              <a:cs typeface="Lexend"/>
              <a:sym typeface="Lexen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0" name="Shape 1400"/>
        <p:cNvGrpSpPr/>
        <p:nvPr/>
      </p:nvGrpSpPr>
      <p:grpSpPr>
        <a:xfrm>
          <a:off x="0" y="0"/>
          <a:ext cx="0" cy="0"/>
          <a:chOff x="0" y="0"/>
          <a:chExt cx="0" cy="0"/>
        </a:xfrm>
      </p:grpSpPr>
      <p:sp>
        <p:nvSpPr>
          <p:cNvPr id="1401" name="Google Shape;1401;p128"/>
          <p:cNvSpPr txBox="1"/>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300">
                <a:solidFill>
                  <a:schemeClr val="dk1"/>
                </a:solidFill>
                <a:latin typeface="Lexend Mega Black"/>
                <a:ea typeface="Lexend Mega Black"/>
                <a:cs typeface="Lexend Mega Black"/>
                <a:sym typeface="Lexend Mega Black"/>
              </a:rPr>
              <a:t>TASK 3 </a:t>
            </a:r>
            <a:endParaRPr sz="2300">
              <a:solidFill>
                <a:schemeClr val="dk1"/>
              </a:solidFill>
              <a:latin typeface="Lexend Mega Black"/>
              <a:ea typeface="Lexend Mega Black"/>
              <a:cs typeface="Lexend Mega Black"/>
              <a:sym typeface="Lexend Mega Black"/>
            </a:endParaRPr>
          </a:p>
          <a:p>
            <a:pPr indent="0" lvl="0" marL="0" rtl="0" algn="l">
              <a:spcBef>
                <a:spcPts val="0"/>
              </a:spcBef>
              <a:spcAft>
                <a:spcPts val="0"/>
              </a:spcAft>
              <a:buNone/>
            </a:pPr>
            <a:r>
              <a:rPr lang="en" sz="2300">
                <a:solidFill>
                  <a:schemeClr val="dk1"/>
                </a:solidFill>
                <a:latin typeface="Lexend Mega"/>
                <a:ea typeface="Lexend Mega"/>
                <a:cs typeface="Lexend Mega"/>
                <a:sym typeface="Lexend Mega"/>
              </a:rPr>
              <a:t>CONNECT TO A CRAFT</a:t>
            </a:r>
            <a:endParaRPr sz="2300">
              <a:solidFill>
                <a:schemeClr val="dk1"/>
              </a:solidFill>
              <a:latin typeface="Lexend Mega Black"/>
              <a:ea typeface="Lexend Mega Black"/>
              <a:cs typeface="Lexend Mega Black"/>
              <a:sym typeface="Lexend Mega Black"/>
            </a:endParaRPr>
          </a:p>
        </p:txBody>
      </p:sp>
      <p:sp>
        <p:nvSpPr>
          <p:cNvPr id="1402" name="Google Shape;1402;p128"/>
          <p:cNvSpPr txBox="1"/>
          <p:nvPr/>
        </p:nvSpPr>
        <p:spPr>
          <a:xfrm>
            <a:off x="536775" y="1523600"/>
            <a:ext cx="4649400" cy="3181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300">
                <a:solidFill>
                  <a:srgbClr val="3280AE"/>
                </a:solidFill>
                <a:latin typeface="Lexend"/>
                <a:ea typeface="Lexend"/>
                <a:cs typeface="Lexend"/>
                <a:sym typeface="Lexend"/>
              </a:rPr>
              <a:t>“What am I doing?”</a:t>
            </a:r>
            <a:endParaRPr sz="3300">
              <a:solidFill>
                <a:srgbClr val="3280AE"/>
              </a:solidFill>
              <a:latin typeface="Lexend"/>
              <a:ea typeface="Lexend"/>
              <a:cs typeface="Lexend"/>
              <a:sym typeface="Lexend"/>
            </a:endParaRPr>
          </a:p>
          <a:p>
            <a:pPr indent="0" lvl="0" marL="0" rtl="0" algn="l">
              <a:spcBef>
                <a:spcPts val="0"/>
              </a:spcBef>
              <a:spcAft>
                <a:spcPts val="0"/>
              </a:spcAft>
              <a:buNone/>
            </a:pPr>
            <a:r>
              <a:rPr lang="en" sz="3300">
                <a:solidFill>
                  <a:srgbClr val="3280AE"/>
                </a:solidFill>
                <a:latin typeface="Lexend"/>
                <a:ea typeface="Lexend"/>
                <a:cs typeface="Lexend"/>
                <a:sym typeface="Lexend"/>
              </a:rPr>
              <a:t>– Booker</a:t>
            </a:r>
            <a:endParaRPr sz="3300">
              <a:solidFill>
                <a:srgbClr val="3280AE"/>
              </a:solidFill>
              <a:latin typeface="Lexend"/>
              <a:ea typeface="Lexend"/>
              <a:cs typeface="Lexend"/>
              <a:sym typeface="Lexend"/>
            </a:endParaRPr>
          </a:p>
        </p:txBody>
      </p:sp>
      <p:sp>
        <p:nvSpPr>
          <p:cNvPr id="1403" name="Google Shape;1403;p128"/>
          <p:cNvSpPr txBox="1"/>
          <p:nvPr/>
        </p:nvSpPr>
        <p:spPr>
          <a:xfrm>
            <a:off x="4833325" y="1763600"/>
            <a:ext cx="4008300" cy="27018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sz="1450">
                <a:solidFill>
                  <a:srgbClr val="232323"/>
                </a:solidFill>
                <a:latin typeface="Lexend"/>
                <a:ea typeface="Lexend"/>
                <a:cs typeface="Lexend"/>
                <a:sym typeface="Lexend"/>
              </a:rPr>
              <a:t>Findings</a:t>
            </a:r>
            <a:r>
              <a:rPr lang="en" sz="1450">
                <a:solidFill>
                  <a:srgbClr val="232323"/>
                </a:solidFill>
                <a:latin typeface="Lexend"/>
                <a:ea typeface="Lexend"/>
                <a:cs typeface="Lexend"/>
                <a:sym typeface="Lexend"/>
              </a:rPr>
              <a:t> </a:t>
            </a:r>
            <a:endParaRPr sz="1450">
              <a:solidFill>
                <a:srgbClr val="232323"/>
              </a:solidFill>
              <a:latin typeface="Lexend"/>
              <a:ea typeface="Lexend"/>
              <a:cs typeface="Lexend"/>
              <a:sym typeface="Lexend"/>
            </a:endParaRPr>
          </a:p>
          <a:p>
            <a:pPr indent="0" lvl="0" marL="0" marR="0" rtl="0" algn="ctr">
              <a:lnSpc>
                <a:spcPct val="110000"/>
              </a:lnSpc>
              <a:spcBef>
                <a:spcPts val="1300"/>
              </a:spcBef>
              <a:spcAft>
                <a:spcPts val="0"/>
              </a:spcAft>
              <a:buNone/>
            </a:pPr>
            <a:r>
              <a:rPr lang="en" sz="1450">
                <a:solidFill>
                  <a:srgbClr val="232323"/>
                </a:solidFill>
                <a:latin typeface="Lexend"/>
                <a:ea typeface="Lexend"/>
                <a:cs typeface="Lexend"/>
                <a:sym typeface="Lexend"/>
              </a:rPr>
              <a:t>Found it hard to complete task - unclear how result would connect back to main craft</a:t>
            </a:r>
            <a:endParaRPr sz="1450">
              <a:solidFill>
                <a:srgbClr val="232323"/>
              </a:solidFill>
              <a:latin typeface="Lexend"/>
              <a:ea typeface="Lexend"/>
              <a:cs typeface="Lexend"/>
              <a:sym typeface="Lexend"/>
            </a:endParaRPr>
          </a:p>
          <a:p>
            <a:pPr indent="0" lvl="0" marL="0" marR="0" rtl="0" algn="ctr">
              <a:lnSpc>
                <a:spcPct val="110000"/>
              </a:lnSpc>
              <a:spcBef>
                <a:spcPts val="1300"/>
              </a:spcBef>
              <a:spcAft>
                <a:spcPts val="1300"/>
              </a:spcAft>
              <a:buNone/>
            </a:pPr>
            <a:r>
              <a:rPr lang="en" sz="1450">
                <a:solidFill>
                  <a:srgbClr val="232323"/>
                </a:solidFill>
                <a:latin typeface="Lexend"/>
                <a:ea typeface="Lexend"/>
                <a:cs typeface="Lexend"/>
                <a:sym typeface="Lexend"/>
              </a:rPr>
              <a:t>Had to re-ask for task goal</a:t>
            </a:r>
            <a:endParaRPr sz="1450">
              <a:solidFill>
                <a:srgbClr val="232323"/>
              </a:solidFill>
              <a:latin typeface="Lexend"/>
              <a:ea typeface="Lexend"/>
              <a:cs typeface="Lexend"/>
              <a:sym typeface="Lexen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7" name="Shape 1407"/>
        <p:cNvGrpSpPr/>
        <p:nvPr/>
      </p:nvGrpSpPr>
      <p:grpSpPr>
        <a:xfrm>
          <a:off x="0" y="0"/>
          <a:ext cx="0" cy="0"/>
          <a:chOff x="0" y="0"/>
          <a:chExt cx="0" cy="0"/>
        </a:xfrm>
      </p:grpSpPr>
      <p:sp>
        <p:nvSpPr>
          <p:cNvPr id="1408" name="Google Shape;1408;p129"/>
          <p:cNvSpPr txBox="1"/>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300">
                <a:solidFill>
                  <a:schemeClr val="dk1"/>
                </a:solidFill>
                <a:latin typeface="Lexend Mega Black"/>
                <a:ea typeface="Lexend Mega Black"/>
                <a:cs typeface="Lexend Mega Black"/>
                <a:sym typeface="Lexend Mega Black"/>
              </a:rPr>
              <a:t>TASK 3 </a:t>
            </a:r>
            <a:endParaRPr sz="2300">
              <a:solidFill>
                <a:schemeClr val="dk1"/>
              </a:solidFill>
              <a:latin typeface="Lexend Mega Black"/>
              <a:ea typeface="Lexend Mega Black"/>
              <a:cs typeface="Lexend Mega Black"/>
              <a:sym typeface="Lexend Mega Black"/>
            </a:endParaRPr>
          </a:p>
          <a:p>
            <a:pPr indent="0" lvl="0" marL="0" rtl="0" algn="l">
              <a:spcBef>
                <a:spcPts val="0"/>
              </a:spcBef>
              <a:spcAft>
                <a:spcPts val="0"/>
              </a:spcAft>
              <a:buNone/>
            </a:pPr>
            <a:r>
              <a:rPr lang="en" sz="2300">
                <a:solidFill>
                  <a:schemeClr val="dk1"/>
                </a:solidFill>
                <a:latin typeface="Lexend Mega"/>
                <a:ea typeface="Lexend Mega"/>
                <a:cs typeface="Lexend Mega"/>
                <a:sym typeface="Lexend Mega"/>
              </a:rPr>
              <a:t>CONNECT TO A CRAFT</a:t>
            </a:r>
            <a:endParaRPr sz="2300">
              <a:solidFill>
                <a:schemeClr val="dk1"/>
              </a:solidFill>
              <a:latin typeface="Lexend Mega Black"/>
              <a:ea typeface="Lexend Mega Black"/>
              <a:cs typeface="Lexend Mega Black"/>
              <a:sym typeface="Lexend Mega Black"/>
            </a:endParaRPr>
          </a:p>
        </p:txBody>
      </p:sp>
      <p:sp>
        <p:nvSpPr>
          <p:cNvPr id="1409" name="Google Shape;1409;p129"/>
          <p:cNvSpPr txBox="1"/>
          <p:nvPr/>
        </p:nvSpPr>
        <p:spPr>
          <a:xfrm>
            <a:off x="713225" y="1523600"/>
            <a:ext cx="3492900" cy="3181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700">
                <a:solidFill>
                  <a:srgbClr val="3280AE"/>
                </a:solidFill>
                <a:latin typeface="Lexend"/>
                <a:ea typeface="Lexend"/>
                <a:cs typeface="Lexend"/>
                <a:sym typeface="Lexend"/>
              </a:rPr>
              <a:t>“Then I’d realize my art probably doesn’t inspire me that much” </a:t>
            </a:r>
            <a:endParaRPr sz="2700">
              <a:solidFill>
                <a:srgbClr val="3280AE"/>
              </a:solidFill>
              <a:latin typeface="Lexend"/>
              <a:ea typeface="Lexend"/>
              <a:cs typeface="Lexend"/>
              <a:sym typeface="Lexend"/>
            </a:endParaRPr>
          </a:p>
          <a:p>
            <a:pPr indent="0" lvl="0" marL="0" rtl="0" algn="l">
              <a:spcBef>
                <a:spcPts val="0"/>
              </a:spcBef>
              <a:spcAft>
                <a:spcPts val="0"/>
              </a:spcAft>
              <a:buNone/>
            </a:pPr>
            <a:r>
              <a:rPr lang="en" sz="2700">
                <a:solidFill>
                  <a:srgbClr val="3280AE"/>
                </a:solidFill>
                <a:latin typeface="Lexend"/>
                <a:ea typeface="Lexend"/>
                <a:cs typeface="Lexend"/>
                <a:sym typeface="Lexend"/>
              </a:rPr>
              <a:t>— James</a:t>
            </a:r>
            <a:endParaRPr sz="2700">
              <a:solidFill>
                <a:srgbClr val="3280AE"/>
              </a:solidFill>
              <a:latin typeface="Lexend"/>
              <a:ea typeface="Lexend"/>
              <a:cs typeface="Lexend"/>
              <a:sym typeface="Lexend"/>
            </a:endParaRPr>
          </a:p>
        </p:txBody>
      </p:sp>
      <p:sp>
        <p:nvSpPr>
          <p:cNvPr id="1410" name="Google Shape;1410;p129"/>
          <p:cNvSpPr txBox="1"/>
          <p:nvPr/>
        </p:nvSpPr>
        <p:spPr>
          <a:xfrm>
            <a:off x="4777450" y="1763600"/>
            <a:ext cx="4064100" cy="27018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sz="1450">
                <a:solidFill>
                  <a:srgbClr val="232323"/>
                </a:solidFill>
                <a:latin typeface="Lexend"/>
                <a:ea typeface="Lexend"/>
                <a:cs typeface="Lexend"/>
                <a:sym typeface="Lexend"/>
              </a:rPr>
              <a:t>Findings</a:t>
            </a:r>
            <a:r>
              <a:rPr lang="en" sz="1450">
                <a:solidFill>
                  <a:srgbClr val="232323"/>
                </a:solidFill>
                <a:latin typeface="Lexend"/>
                <a:ea typeface="Lexend"/>
                <a:cs typeface="Lexend"/>
                <a:sym typeface="Lexend"/>
              </a:rPr>
              <a:t> </a:t>
            </a:r>
            <a:endParaRPr sz="1450">
              <a:solidFill>
                <a:srgbClr val="232323"/>
              </a:solidFill>
              <a:latin typeface="Lexend"/>
              <a:ea typeface="Lexend"/>
              <a:cs typeface="Lexend"/>
              <a:sym typeface="Lexend"/>
            </a:endParaRPr>
          </a:p>
          <a:p>
            <a:pPr indent="0" lvl="0" marL="0" marR="0" rtl="0" algn="ctr">
              <a:lnSpc>
                <a:spcPct val="110000"/>
              </a:lnSpc>
              <a:spcBef>
                <a:spcPts val="1300"/>
              </a:spcBef>
              <a:spcAft>
                <a:spcPts val="1300"/>
              </a:spcAft>
              <a:buNone/>
            </a:pPr>
            <a:r>
              <a:rPr lang="en" sz="1450">
                <a:solidFill>
                  <a:srgbClr val="232323"/>
                </a:solidFill>
                <a:latin typeface="Lexend"/>
                <a:ea typeface="Lexend"/>
                <a:cs typeface="Lexend"/>
                <a:sym typeface="Lexend"/>
              </a:rPr>
              <a:t>Looking back at past artwork did not always help users find inspiration for their main craft or current projects</a:t>
            </a:r>
            <a:endParaRPr sz="1450">
              <a:solidFill>
                <a:srgbClr val="232323"/>
              </a:solidFill>
              <a:latin typeface="Lexend"/>
              <a:ea typeface="Lexend"/>
              <a:cs typeface="Lexend"/>
              <a:sym typeface="Lexen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4" name="Shape 1414"/>
        <p:cNvGrpSpPr/>
        <p:nvPr/>
      </p:nvGrpSpPr>
      <p:grpSpPr>
        <a:xfrm>
          <a:off x="0" y="0"/>
          <a:ext cx="0" cy="0"/>
          <a:chOff x="0" y="0"/>
          <a:chExt cx="0" cy="0"/>
        </a:xfrm>
      </p:grpSpPr>
      <p:sp>
        <p:nvSpPr>
          <p:cNvPr id="1415" name="Google Shape;1415;p130"/>
          <p:cNvSpPr txBox="1"/>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300">
                <a:solidFill>
                  <a:schemeClr val="dk1"/>
                </a:solidFill>
                <a:latin typeface="Lexend Mega Black"/>
                <a:ea typeface="Lexend Mega Black"/>
                <a:cs typeface="Lexend Mega Black"/>
                <a:sym typeface="Lexend Mega Black"/>
              </a:rPr>
              <a:t>TASK 3 </a:t>
            </a:r>
            <a:endParaRPr sz="2300">
              <a:solidFill>
                <a:schemeClr val="dk1"/>
              </a:solidFill>
              <a:latin typeface="Lexend Mega Black"/>
              <a:ea typeface="Lexend Mega Black"/>
              <a:cs typeface="Lexend Mega Black"/>
              <a:sym typeface="Lexend Mega Black"/>
            </a:endParaRPr>
          </a:p>
          <a:p>
            <a:pPr indent="0" lvl="0" marL="0" rtl="0" algn="l">
              <a:spcBef>
                <a:spcPts val="0"/>
              </a:spcBef>
              <a:spcAft>
                <a:spcPts val="0"/>
              </a:spcAft>
              <a:buNone/>
            </a:pPr>
            <a:r>
              <a:rPr lang="en" sz="2300">
                <a:solidFill>
                  <a:schemeClr val="dk1"/>
                </a:solidFill>
                <a:latin typeface="Lexend Mega"/>
                <a:ea typeface="Lexend Mega"/>
                <a:cs typeface="Lexend Mega"/>
                <a:sym typeface="Lexend Mega"/>
              </a:rPr>
              <a:t>CONNECT TO A CRAFT</a:t>
            </a:r>
            <a:endParaRPr sz="2300">
              <a:solidFill>
                <a:schemeClr val="dk1"/>
              </a:solidFill>
              <a:latin typeface="Lexend Mega Black"/>
              <a:ea typeface="Lexend Mega Black"/>
              <a:cs typeface="Lexend Mega Black"/>
              <a:sym typeface="Lexend Mega Black"/>
            </a:endParaRPr>
          </a:p>
        </p:txBody>
      </p:sp>
      <p:sp>
        <p:nvSpPr>
          <p:cNvPr id="1416" name="Google Shape;1416;p130"/>
          <p:cNvSpPr txBox="1"/>
          <p:nvPr/>
        </p:nvSpPr>
        <p:spPr>
          <a:xfrm>
            <a:off x="713225" y="1523600"/>
            <a:ext cx="3492900" cy="3181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700">
                <a:solidFill>
                  <a:srgbClr val="3280AE"/>
                </a:solidFill>
                <a:latin typeface="Lexend"/>
                <a:ea typeface="Lexend"/>
                <a:cs typeface="Lexend"/>
                <a:sym typeface="Lexend"/>
              </a:rPr>
              <a:t>“I appreciate that there’s a transcript and an audio … I can just read it” </a:t>
            </a:r>
            <a:endParaRPr sz="2700">
              <a:solidFill>
                <a:srgbClr val="3280AE"/>
              </a:solidFill>
              <a:latin typeface="Lexend"/>
              <a:ea typeface="Lexend"/>
              <a:cs typeface="Lexend"/>
              <a:sym typeface="Lexend"/>
            </a:endParaRPr>
          </a:p>
          <a:p>
            <a:pPr indent="0" lvl="0" marL="0" rtl="0" algn="l">
              <a:spcBef>
                <a:spcPts val="0"/>
              </a:spcBef>
              <a:spcAft>
                <a:spcPts val="0"/>
              </a:spcAft>
              <a:buNone/>
            </a:pPr>
            <a:r>
              <a:rPr lang="en" sz="2700">
                <a:solidFill>
                  <a:srgbClr val="3280AE"/>
                </a:solidFill>
                <a:latin typeface="Lexend"/>
                <a:ea typeface="Lexend"/>
                <a:cs typeface="Lexend"/>
                <a:sym typeface="Lexend"/>
              </a:rPr>
              <a:t>— Jonas</a:t>
            </a:r>
            <a:endParaRPr sz="2700">
              <a:solidFill>
                <a:srgbClr val="3280AE"/>
              </a:solidFill>
              <a:latin typeface="Lexend"/>
              <a:ea typeface="Lexend"/>
              <a:cs typeface="Lexend"/>
              <a:sym typeface="Lexend"/>
            </a:endParaRPr>
          </a:p>
        </p:txBody>
      </p:sp>
      <p:sp>
        <p:nvSpPr>
          <p:cNvPr id="1417" name="Google Shape;1417;p130"/>
          <p:cNvSpPr txBox="1"/>
          <p:nvPr/>
        </p:nvSpPr>
        <p:spPr>
          <a:xfrm>
            <a:off x="4777450" y="1763600"/>
            <a:ext cx="4064100" cy="27018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sz="1450">
                <a:solidFill>
                  <a:srgbClr val="232323"/>
                </a:solidFill>
                <a:latin typeface="Lexend"/>
                <a:ea typeface="Lexend"/>
                <a:cs typeface="Lexend"/>
                <a:sym typeface="Lexend"/>
              </a:rPr>
              <a:t>Findings</a:t>
            </a:r>
            <a:r>
              <a:rPr lang="en" sz="1450">
                <a:solidFill>
                  <a:srgbClr val="232323"/>
                </a:solidFill>
                <a:latin typeface="Lexend"/>
                <a:ea typeface="Lexend"/>
                <a:cs typeface="Lexend"/>
                <a:sym typeface="Lexend"/>
              </a:rPr>
              <a:t> </a:t>
            </a:r>
            <a:endParaRPr sz="1450">
              <a:solidFill>
                <a:srgbClr val="232323"/>
              </a:solidFill>
              <a:latin typeface="Lexend"/>
              <a:ea typeface="Lexend"/>
              <a:cs typeface="Lexend"/>
              <a:sym typeface="Lexend"/>
            </a:endParaRPr>
          </a:p>
          <a:p>
            <a:pPr indent="0" lvl="0" marL="0" marR="0" rtl="0" algn="ctr">
              <a:lnSpc>
                <a:spcPct val="110000"/>
              </a:lnSpc>
              <a:spcBef>
                <a:spcPts val="1300"/>
              </a:spcBef>
              <a:spcAft>
                <a:spcPts val="1300"/>
              </a:spcAft>
              <a:buNone/>
            </a:pPr>
            <a:r>
              <a:rPr lang="en" sz="1450">
                <a:solidFill>
                  <a:srgbClr val="232323"/>
                </a:solidFill>
                <a:latin typeface="Lexend"/>
                <a:ea typeface="Lexend"/>
                <a:cs typeface="Lexend"/>
                <a:sym typeface="Lexend"/>
              </a:rPr>
              <a:t>Two participants mentioned liking the transcript option for voice recordings.</a:t>
            </a:r>
            <a:endParaRPr sz="1450">
              <a:solidFill>
                <a:srgbClr val="232323"/>
              </a:solidFill>
              <a:latin typeface="Lexend"/>
              <a:ea typeface="Lexend"/>
              <a:cs typeface="Lexend"/>
              <a:sym typeface="Lexen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1" name="Shape 1421"/>
        <p:cNvGrpSpPr/>
        <p:nvPr/>
      </p:nvGrpSpPr>
      <p:grpSpPr>
        <a:xfrm>
          <a:off x="0" y="0"/>
          <a:ext cx="0" cy="0"/>
          <a:chOff x="0" y="0"/>
          <a:chExt cx="0" cy="0"/>
        </a:xfrm>
      </p:grpSpPr>
      <p:sp>
        <p:nvSpPr>
          <p:cNvPr id="1422" name="Google Shape;1422;p131"/>
          <p:cNvSpPr txBox="1"/>
          <p:nvPr>
            <p:ph type="title"/>
          </p:nvPr>
        </p:nvSpPr>
        <p:spPr>
          <a:xfrm>
            <a:off x="635000"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DID WE MEET OUR GOALS?</a:t>
            </a:r>
            <a:endParaRPr/>
          </a:p>
        </p:txBody>
      </p:sp>
      <p:sp>
        <p:nvSpPr>
          <p:cNvPr id="1423" name="Google Shape;1423;p131"/>
          <p:cNvSpPr txBox="1"/>
          <p:nvPr/>
        </p:nvSpPr>
        <p:spPr>
          <a:xfrm>
            <a:off x="723900" y="1168400"/>
            <a:ext cx="3708300" cy="558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500">
                <a:solidFill>
                  <a:srgbClr val="212121"/>
                </a:solidFill>
                <a:latin typeface="Lexend"/>
                <a:ea typeface="Lexend"/>
                <a:cs typeface="Lexend"/>
                <a:sym typeface="Lexend"/>
              </a:rPr>
              <a:t>Pleasing</a:t>
            </a:r>
            <a:endParaRPr b="1" sz="1500">
              <a:solidFill>
                <a:srgbClr val="212121"/>
              </a:solidFill>
              <a:latin typeface="Lexend"/>
              <a:ea typeface="Lexend"/>
              <a:cs typeface="Lexend"/>
              <a:sym typeface="Lexend"/>
            </a:endParaRPr>
          </a:p>
          <a:p>
            <a:pPr indent="0" lvl="0" marL="0" rtl="0" algn="l">
              <a:lnSpc>
                <a:spcPct val="110000"/>
              </a:lnSpc>
              <a:spcBef>
                <a:spcPts val="0"/>
              </a:spcBef>
              <a:spcAft>
                <a:spcPts val="0"/>
              </a:spcAft>
              <a:buNone/>
            </a:pPr>
            <a:r>
              <a:rPr lang="en" sz="1100">
                <a:solidFill>
                  <a:srgbClr val="6B6B6B"/>
                </a:solidFill>
                <a:latin typeface="Lexend"/>
                <a:ea typeface="Lexend"/>
                <a:cs typeface="Lexend"/>
                <a:sym typeface="Lexend"/>
              </a:rPr>
              <a:t>Partly met</a:t>
            </a:r>
            <a:endParaRPr sz="1100">
              <a:solidFill>
                <a:srgbClr val="6B6B6B"/>
              </a:solidFill>
              <a:latin typeface="Lexend"/>
              <a:ea typeface="Lexend"/>
              <a:cs typeface="Lexend"/>
              <a:sym typeface="Lexend"/>
            </a:endParaRPr>
          </a:p>
        </p:txBody>
      </p:sp>
      <p:sp>
        <p:nvSpPr>
          <p:cNvPr id="1424" name="Google Shape;1424;p131"/>
          <p:cNvSpPr/>
          <p:nvPr/>
        </p:nvSpPr>
        <p:spPr>
          <a:xfrm>
            <a:off x="1181100" y="2971800"/>
            <a:ext cx="685800" cy="1219200"/>
          </a:xfrm>
          <a:prstGeom prst="rect">
            <a:avLst/>
          </a:prstGeom>
          <a:solidFill>
            <a:srgbClr val="FCD6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1425" name="Google Shape;1425;p131"/>
          <p:cNvSpPr/>
          <p:nvPr/>
        </p:nvSpPr>
        <p:spPr>
          <a:xfrm>
            <a:off x="2235200" y="2870200"/>
            <a:ext cx="685800" cy="1320900"/>
          </a:xfrm>
          <a:prstGeom prst="rect">
            <a:avLst/>
          </a:prstGeom>
          <a:solidFill>
            <a:srgbClr val="FCD6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1426" name="Google Shape;1426;p131"/>
          <p:cNvSpPr/>
          <p:nvPr/>
        </p:nvSpPr>
        <p:spPr>
          <a:xfrm>
            <a:off x="3289300" y="2734691"/>
            <a:ext cx="685800" cy="1456200"/>
          </a:xfrm>
          <a:prstGeom prst="rect">
            <a:avLst/>
          </a:prstGeom>
          <a:solidFill>
            <a:srgbClr val="C4FF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1427" name="Google Shape;1427;p131"/>
          <p:cNvSpPr/>
          <p:nvPr/>
        </p:nvSpPr>
        <p:spPr>
          <a:xfrm>
            <a:off x="5168900" y="2971800"/>
            <a:ext cx="685800" cy="1219200"/>
          </a:xfrm>
          <a:prstGeom prst="rect">
            <a:avLst/>
          </a:prstGeom>
          <a:solidFill>
            <a:srgbClr val="FCD6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1428" name="Google Shape;1428;p131"/>
          <p:cNvSpPr/>
          <p:nvPr/>
        </p:nvSpPr>
        <p:spPr>
          <a:xfrm>
            <a:off x="6223000" y="3175000"/>
            <a:ext cx="685800" cy="1016100"/>
          </a:xfrm>
          <a:prstGeom prst="rect">
            <a:avLst/>
          </a:prstGeom>
          <a:solidFill>
            <a:srgbClr val="FCD6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1429" name="Google Shape;1429;p131"/>
          <p:cNvSpPr/>
          <p:nvPr/>
        </p:nvSpPr>
        <p:spPr>
          <a:xfrm>
            <a:off x="7277100" y="3141091"/>
            <a:ext cx="685800" cy="1050000"/>
          </a:xfrm>
          <a:prstGeom prst="rect">
            <a:avLst/>
          </a:prstGeom>
          <a:solidFill>
            <a:srgbClr val="FCD6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1430" name="Google Shape;1430;p131"/>
          <p:cNvSpPr txBox="1"/>
          <p:nvPr/>
        </p:nvSpPr>
        <p:spPr>
          <a:xfrm>
            <a:off x="1054100" y="3048000"/>
            <a:ext cx="939900" cy="22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50">
                <a:solidFill>
                  <a:schemeClr val="dk1"/>
                </a:solidFill>
                <a:latin typeface="Lexend"/>
                <a:ea typeface="Lexend"/>
                <a:cs typeface="Lexend"/>
                <a:sym typeface="Lexend"/>
              </a:rPr>
              <a:t>4.6</a:t>
            </a:r>
            <a:endParaRPr b="1" sz="1150">
              <a:solidFill>
                <a:schemeClr val="dk1"/>
              </a:solidFill>
              <a:latin typeface="Lexend"/>
              <a:ea typeface="Lexend"/>
              <a:cs typeface="Lexend"/>
              <a:sym typeface="Lexend"/>
            </a:endParaRPr>
          </a:p>
        </p:txBody>
      </p:sp>
      <p:sp>
        <p:nvSpPr>
          <p:cNvPr id="1431" name="Google Shape;1431;p131"/>
          <p:cNvSpPr txBox="1"/>
          <p:nvPr/>
        </p:nvSpPr>
        <p:spPr>
          <a:xfrm>
            <a:off x="2108200" y="2946400"/>
            <a:ext cx="939900" cy="22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50">
                <a:solidFill>
                  <a:schemeClr val="dk1"/>
                </a:solidFill>
                <a:latin typeface="Lexend"/>
                <a:ea typeface="Lexend"/>
                <a:cs typeface="Lexend"/>
                <a:sym typeface="Lexend"/>
              </a:rPr>
              <a:t>4.9</a:t>
            </a:r>
            <a:endParaRPr b="1" sz="1150">
              <a:solidFill>
                <a:schemeClr val="dk1"/>
              </a:solidFill>
              <a:latin typeface="Lexend"/>
              <a:ea typeface="Lexend"/>
              <a:cs typeface="Lexend"/>
              <a:sym typeface="Lexend"/>
            </a:endParaRPr>
          </a:p>
        </p:txBody>
      </p:sp>
      <p:sp>
        <p:nvSpPr>
          <p:cNvPr id="1432" name="Google Shape;1432;p131"/>
          <p:cNvSpPr txBox="1"/>
          <p:nvPr/>
        </p:nvSpPr>
        <p:spPr>
          <a:xfrm>
            <a:off x="3162300" y="2895600"/>
            <a:ext cx="939900" cy="22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50">
                <a:solidFill>
                  <a:schemeClr val="dk1"/>
                </a:solidFill>
                <a:latin typeface="Lexend"/>
                <a:ea typeface="Lexend"/>
                <a:cs typeface="Lexend"/>
                <a:sym typeface="Lexend"/>
              </a:rPr>
              <a:t>5.3</a:t>
            </a:r>
            <a:endParaRPr b="1" sz="1150">
              <a:solidFill>
                <a:schemeClr val="dk1"/>
              </a:solidFill>
              <a:latin typeface="Lexend"/>
              <a:ea typeface="Lexend"/>
              <a:cs typeface="Lexend"/>
              <a:sym typeface="Lexend"/>
            </a:endParaRPr>
          </a:p>
        </p:txBody>
      </p:sp>
      <p:sp>
        <p:nvSpPr>
          <p:cNvPr id="1433" name="Google Shape;1433;p131"/>
          <p:cNvSpPr txBox="1"/>
          <p:nvPr/>
        </p:nvSpPr>
        <p:spPr>
          <a:xfrm>
            <a:off x="5041900" y="3048000"/>
            <a:ext cx="939900" cy="22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50">
                <a:solidFill>
                  <a:schemeClr val="dk1"/>
                </a:solidFill>
                <a:latin typeface="Lexend"/>
                <a:ea typeface="Lexend"/>
                <a:cs typeface="Lexend"/>
                <a:sym typeface="Lexend"/>
              </a:rPr>
              <a:t>4.6</a:t>
            </a:r>
            <a:endParaRPr b="1" sz="1150">
              <a:solidFill>
                <a:schemeClr val="dk1"/>
              </a:solidFill>
              <a:latin typeface="Lexend"/>
              <a:ea typeface="Lexend"/>
              <a:cs typeface="Lexend"/>
              <a:sym typeface="Lexend"/>
            </a:endParaRPr>
          </a:p>
        </p:txBody>
      </p:sp>
      <p:sp>
        <p:nvSpPr>
          <p:cNvPr id="1434" name="Google Shape;1434;p131"/>
          <p:cNvSpPr txBox="1"/>
          <p:nvPr/>
        </p:nvSpPr>
        <p:spPr>
          <a:xfrm>
            <a:off x="6096000" y="3251200"/>
            <a:ext cx="939900" cy="22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50">
                <a:solidFill>
                  <a:schemeClr val="dk1"/>
                </a:solidFill>
                <a:latin typeface="Lexend"/>
                <a:ea typeface="Lexend"/>
                <a:cs typeface="Lexend"/>
                <a:sym typeface="Lexend"/>
              </a:rPr>
              <a:t>4.0</a:t>
            </a:r>
            <a:endParaRPr b="1" sz="1150">
              <a:solidFill>
                <a:schemeClr val="dk1"/>
              </a:solidFill>
              <a:latin typeface="Lexend"/>
              <a:ea typeface="Lexend"/>
              <a:cs typeface="Lexend"/>
              <a:sym typeface="Lexend"/>
            </a:endParaRPr>
          </a:p>
        </p:txBody>
      </p:sp>
      <p:sp>
        <p:nvSpPr>
          <p:cNvPr id="1435" name="Google Shape;1435;p131"/>
          <p:cNvSpPr txBox="1"/>
          <p:nvPr/>
        </p:nvSpPr>
        <p:spPr>
          <a:xfrm>
            <a:off x="7150100" y="3213100"/>
            <a:ext cx="939900" cy="22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50">
                <a:solidFill>
                  <a:schemeClr val="dk1"/>
                </a:solidFill>
                <a:latin typeface="Lexend"/>
                <a:ea typeface="Lexend"/>
                <a:cs typeface="Lexend"/>
                <a:sym typeface="Lexend"/>
              </a:rPr>
              <a:t>4.1</a:t>
            </a:r>
            <a:endParaRPr b="1" sz="1150">
              <a:solidFill>
                <a:schemeClr val="dk1"/>
              </a:solidFill>
              <a:latin typeface="Lexend"/>
              <a:ea typeface="Lexend"/>
              <a:cs typeface="Lexend"/>
              <a:sym typeface="Lexend"/>
            </a:endParaRPr>
          </a:p>
        </p:txBody>
      </p:sp>
      <p:sp>
        <p:nvSpPr>
          <p:cNvPr id="1436" name="Google Shape;1436;p131"/>
          <p:cNvSpPr txBox="1"/>
          <p:nvPr/>
        </p:nvSpPr>
        <p:spPr>
          <a:xfrm>
            <a:off x="1054100" y="4229100"/>
            <a:ext cx="939900" cy="20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rgbClr val="6B6B6B"/>
                </a:solidFill>
                <a:latin typeface="Lexend"/>
                <a:ea typeface="Lexend"/>
                <a:cs typeface="Lexend"/>
                <a:sym typeface="Lexend"/>
              </a:rPr>
              <a:t>Task 1</a:t>
            </a:r>
            <a:endParaRPr sz="1000">
              <a:solidFill>
                <a:srgbClr val="6B6B6B"/>
              </a:solidFill>
              <a:latin typeface="Lexend"/>
              <a:ea typeface="Lexend"/>
              <a:cs typeface="Lexend"/>
              <a:sym typeface="Lexend"/>
            </a:endParaRPr>
          </a:p>
        </p:txBody>
      </p:sp>
      <p:sp>
        <p:nvSpPr>
          <p:cNvPr id="1437" name="Google Shape;1437;p131"/>
          <p:cNvSpPr txBox="1"/>
          <p:nvPr/>
        </p:nvSpPr>
        <p:spPr>
          <a:xfrm>
            <a:off x="2108200" y="4229100"/>
            <a:ext cx="939900" cy="20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rgbClr val="6B6B6B"/>
                </a:solidFill>
                <a:latin typeface="Lexend"/>
                <a:ea typeface="Lexend"/>
                <a:cs typeface="Lexend"/>
                <a:sym typeface="Lexend"/>
              </a:rPr>
              <a:t>Task 2</a:t>
            </a:r>
            <a:endParaRPr sz="1000">
              <a:solidFill>
                <a:srgbClr val="6B6B6B"/>
              </a:solidFill>
              <a:latin typeface="Lexend"/>
              <a:ea typeface="Lexend"/>
              <a:cs typeface="Lexend"/>
              <a:sym typeface="Lexend"/>
            </a:endParaRPr>
          </a:p>
        </p:txBody>
      </p:sp>
      <p:sp>
        <p:nvSpPr>
          <p:cNvPr id="1438" name="Google Shape;1438;p131"/>
          <p:cNvSpPr txBox="1"/>
          <p:nvPr/>
        </p:nvSpPr>
        <p:spPr>
          <a:xfrm>
            <a:off x="3162300" y="4229100"/>
            <a:ext cx="939900" cy="20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rgbClr val="6B6B6B"/>
                </a:solidFill>
                <a:latin typeface="Lexend"/>
                <a:ea typeface="Lexend"/>
                <a:cs typeface="Lexend"/>
                <a:sym typeface="Lexend"/>
              </a:rPr>
              <a:t>Task 3</a:t>
            </a:r>
            <a:endParaRPr sz="1000">
              <a:solidFill>
                <a:srgbClr val="6B6B6B"/>
              </a:solidFill>
              <a:latin typeface="Lexend"/>
              <a:ea typeface="Lexend"/>
              <a:cs typeface="Lexend"/>
              <a:sym typeface="Lexend"/>
            </a:endParaRPr>
          </a:p>
        </p:txBody>
      </p:sp>
      <p:sp>
        <p:nvSpPr>
          <p:cNvPr id="1439" name="Google Shape;1439;p131"/>
          <p:cNvSpPr txBox="1"/>
          <p:nvPr/>
        </p:nvSpPr>
        <p:spPr>
          <a:xfrm>
            <a:off x="5041900" y="4229100"/>
            <a:ext cx="939900" cy="20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rgbClr val="6B6B6B"/>
                </a:solidFill>
                <a:latin typeface="Lexend"/>
                <a:ea typeface="Lexend"/>
                <a:cs typeface="Lexend"/>
                <a:sym typeface="Lexend"/>
              </a:rPr>
              <a:t>Task 1</a:t>
            </a:r>
            <a:endParaRPr sz="1000">
              <a:solidFill>
                <a:srgbClr val="6B6B6B"/>
              </a:solidFill>
              <a:latin typeface="Lexend"/>
              <a:ea typeface="Lexend"/>
              <a:cs typeface="Lexend"/>
              <a:sym typeface="Lexend"/>
            </a:endParaRPr>
          </a:p>
        </p:txBody>
      </p:sp>
      <p:sp>
        <p:nvSpPr>
          <p:cNvPr id="1440" name="Google Shape;1440;p131"/>
          <p:cNvSpPr txBox="1"/>
          <p:nvPr/>
        </p:nvSpPr>
        <p:spPr>
          <a:xfrm>
            <a:off x="6096000" y="4229100"/>
            <a:ext cx="939900" cy="20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rgbClr val="6B6B6B"/>
                </a:solidFill>
                <a:latin typeface="Lexend"/>
                <a:ea typeface="Lexend"/>
                <a:cs typeface="Lexend"/>
                <a:sym typeface="Lexend"/>
              </a:rPr>
              <a:t>Task 2</a:t>
            </a:r>
            <a:endParaRPr sz="1000">
              <a:solidFill>
                <a:srgbClr val="6B6B6B"/>
              </a:solidFill>
              <a:latin typeface="Lexend"/>
              <a:ea typeface="Lexend"/>
              <a:cs typeface="Lexend"/>
              <a:sym typeface="Lexend"/>
            </a:endParaRPr>
          </a:p>
        </p:txBody>
      </p:sp>
      <p:sp>
        <p:nvSpPr>
          <p:cNvPr id="1441" name="Google Shape;1441;p131"/>
          <p:cNvSpPr txBox="1"/>
          <p:nvPr/>
        </p:nvSpPr>
        <p:spPr>
          <a:xfrm>
            <a:off x="7150100" y="4229100"/>
            <a:ext cx="939900" cy="20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rgbClr val="6B6B6B"/>
                </a:solidFill>
                <a:latin typeface="Lexend"/>
                <a:ea typeface="Lexend"/>
                <a:cs typeface="Lexend"/>
                <a:sym typeface="Lexend"/>
              </a:rPr>
              <a:t>Task 3</a:t>
            </a:r>
            <a:endParaRPr sz="1000">
              <a:solidFill>
                <a:srgbClr val="6B6B6B"/>
              </a:solidFill>
              <a:latin typeface="Lexend"/>
              <a:ea typeface="Lexend"/>
              <a:cs typeface="Lexend"/>
              <a:sym typeface="Lexend"/>
            </a:endParaRPr>
          </a:p>
        </p:txBody>
      </p:sp>
      <p:cxnSp>
        <p:nvCxnSpPr>
          <p:cNvPr id="1442" name="Google Shape;1442;p131"/>
          <p:cNvCxnSpPr/>
          <p:nvPr/>
        </p:nvCxnSpPr>
        <p:spPr>
          <a:xfrm>
            <a:off x="977900" y="4191000"/>
            <a:ext cx="3200400" cy="0"/>
          </a:xfrm>
          <a:prstGeom prst="straightConnector1">
            <a:avLst/>
          </a:prstGeom>
          <a:noFill/>
          <a:ln cap="flat" cmpd="sng" w="12700">
            <a:solidFill>
              <a:srgbClr val="D9D9D9"/>
            </a:solidFill>
            <a:prstDash val="solid"/>
            <a:round/>
            <a:headEnd len="med" w="med" type="none"/>
            <a:tailEnd len="med" w="med" type="none"/>
          </a:ln>
        </p:spPr>
      </p:cxnSp>
      <p:cxnSp>
        <p:nvCxnSpPr>
          <p:cNvPr id="1443" name="Google Shape;1443;p131"/>
          <p:cNvCxnSpPr/>
          <p:nvPr/>
        </p:nvCxnSpPr>
        <p:spPr>
          <a:xfrm>
            <a:off x="4965700" y="4191000"/>
            <a:ext cx="3200400" cy="0"/>
          </a:xfrm>
          <a:prstGeom prst="straightConnector1">
            <a:avLst/>
          </a:prstGeom>
          <a:noFill/>
          <a:ln cap="flat" cmpd="sng" w="12700">
            <a:solidFill>
              <a:srgbClr val="D9D9D9"/>
            </a:solidFill>
            <a:prstDash val="solid"/>
            <a:round/>
            <a:headEnd len="med" w="med" type="none"/>
            <a:tailEnd len="med" w="med" type="none"/>
          </a:ln>
        </p:spPr>
      </p:cxnSp>
      <p:cxnSp>
        <p:nvCxnSpPr>
          <p:cNvPr id="1444" name="Google Shape;1444;p131"/>
          <p:cNvCxnSpPr/>
          <p:nvPr/>
        </p:nvCxnSpPr>
        <p:spPr>
          <a:xfrm>
            <a:off x="977900" y="2836291"/>
            <a:ext cx="3200400" cy="0"/>
          </a:xfrm>
          <a:prstGeom prst="straightConnector1">
            <a:avLst/>
          </a:prstGeom>
          <a:noFill/>
          <a:ln cap="flat" cmpd="sng" w="15875">
            <a:solidFill>
              <a:srgbClr val="6B6B6B"/>
            </a:solidFill>
            <a:prstDash val="dash"/>
            <a:round/>
            <a:headEnd len="med" w="med" type="none"/>
            <a:tailEnd len="med" w="med" type="none"/>
          </a:ln>
        </p:spPr>
      </p:cxnSp>
      <p:cxnSp>
        <p:nvCxnSpPr>
          <p:cNvPr id="1445" name="Google Shape;1445;p131"/>
          <p:cNvCxnSpPr/>
          <p:nvPr/>
        </p:nvCxnSpPr>
        <p:spPr>
          <a:xfrm>
            <a:off x="4965700" y="2836291"/>
            <a:ext cx="3200400" cy="0"/>
          </a:xfrm>
          <a:prstGeom prst="straightConnector1">
            <a:avLst/>
          </a:prstGeom>
          <a:noFill/>
          <a:ln cap="flat" cmpd="sng" w="15875">
            <a:solidFill>
              <a:srgbClr val="6B6B6B"/>
            </a:solidFill>
            <a:prstDash val="dash"/>
            <a:round/>
            <a:headEnd len="med" w="med" type="none"/>
            <a:tailEnd len="med" w="med" type="none"/>
          </a:ln>
        </p:spPr>
      </p:cxnSp>
      <p:sp>
        <p:nvSpPr>
          <p:cNvPr id="1446" name="Google Shape;1446;p131"/>
          <p:cNvSpPr txBox="1"/>
          <p:nvPr/>
        </p:nvSpPr>
        <p:spPr>
          <a:xfrm>
            <a:off x="3481600" y="2599091"/>
            <a:ext cx="1016100" cy="1779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 sz="850">
                <a:solidFill>
                  <a:srgbClr val="6B6B6B"/>
                </a:solidFill>
                <a:latin typeface="Lexend"/>
                <a:ea typeface="Lexend"/>
                <a:cs typeface="Lexend"/>
                <a:sym typeface="Lexend"/>
              </a:rPr>
              <a:t>target 5</a:t>
            </a:r>
            <a:endParaRPr i="1" sz="850">
              <a:solidFill>
                <a:srgbClr val="6B6B6B"/>
              </a:solidFill>
              <a:latin typeface="Lexend"/>
              <a:ea typeface="Lexend"/>
              <a:cs typeface="Lexend"/>
              <a:sym typeface="Lexend"/>
            </a:endParaRPr>
          </a:p>
        </p:txBody>
      </p:sp>
      <p:sp>
        <p:nvSpPr>
          <p:cNvPr id="1447" name="Google Shape;1447;p131"/>
          <p:cNvSpPr txBox="1"/>
          <p:nvPr/>
        </p:nvSpPr>
        <p:spPr>
          <a:xfrm>
            <a:off x="7469400" y="2599091"/>
            <a:ext cx="1016100" cy="1779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 sz="850">
                <a:solidFill>
                  <a:srgbClr val="6B6B6B"/>
                </a:solidFill>
                <a:latin typeface="Lexend"/>
                <a:ea typeface="Lexend"/>
                <a:cs typeface="Lexend"/>
                <a:sym typeface="Lexend"/>
              </a:rPr>
              <a:t>target 5</a:t>
            </a:r>
            <a:endParaRPr i="1" sz="850">
              <a:solidFill>
                <a:srgbClr val="6B6B6B"/>
              </a:solidFill>
              <a:latin typeface="Lexend"/>
              <a:ea typeface="Lexend"/>
              <a:cs typeface="Lexend"/>
              <a:sym typeface="Lexend"/>
            </a:endParaRPr>
          </a:p>
        </p:txBody>
      </p:sp>
      <p:sp>
        <p:nvSpPr>
          <p:cNvPr id="1448" name="Google Shape;1448;p131"/>
          <p:cNvSpPr txBox="1"/>
          <p:nvPr/>
        </p:nvSpPr>
        <p:spPr>
          <a:xfrm>
            <a:off x="723900" y="4445000"/>
            <a:ext cx="3708300" cy="35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sz="900">
                <a:solidFill>
                  <a:srgbClr val="6B6B6B"/>
                </a:solidFill>
                <a:latin typeface="Lexend"/>
                <a:ea typeface="Lexend"/>
                <a:cs typeface="Lexend"/>
                <a:sym typeface="Lexend"/>
              </a:rPr>
              <a:t>Average satisfaction out of 7, after each task</a:t>
            </a:r>
            <a:endParaRPr i="1" sz="900">
              <a:solidFill>
                <a:srgbClr val="6B6B6B"/>
              </a:solidFill>
              <a:latin typeface="Lexend"/>
              <a:ea typeface="Lexend"/>
              <a:cs typeface="Lexend"/>
              <a:sym typeface="Lexend"/>
            </a:endParaRPr>
          </a:p>
        </p:txBody>
      </p:sp>
      <p:sp>
        <p:nvSpPr>
          <p:cNvPr id="1449" name="Google Shape;1449;p131"/>
          <p:cNvSpPr txBox="1"/>
          <p:nvPr/>
        </p:nvSpPr>
        <p:spPr>
          <a:xfrm>
            <a:off x="4711700" y="4445000"/>
            <a:ext cx="3708300" cy="3555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i="1" lang="en" sz="900">
                <a:solidFill>
                  <a:srgbClr val="6B6B6B"/>
                </a:solidFill>
                <a:latin typeface="Lexend"/>
                <a:ea typeface="Lexend"/>
                <a:cs typeface="Lexend"/>
                <a:sym typeface="Lexend"/>
              </a:rPr>
              <a:t>Average preferred-way rating out of 7</a:t>
            </a:r>
            <a:endParaRPr i="1" sz="900">
              <a:solidFill>
                <a:srgbClr val="6B6B6B"/>
              </a:solidFill>
              <a:latin typeface="Lexend"/>
              <a:ea typeface="Lexend"/>
              <a:cs typeface="Lexend"/>
              <a:sym typeface="Lexend"/>
            </a:endParaRPr>
          </a:p>
          <a:p>
            <a:pPr indent="0" lvl="0" marL="0" rtl="0" algn="ctr">
              <a:lnSpc>
                <a:spcPct val="110000"/>
              </a:lnSpc>
              <a:spcBef>
                <a:spcPts val="0"/>
              </a:spcBef>
              <a:spcAft>
                <a:spcPts val="0"/>
              </a:spcAft>
              <a:buNone/>
            </a:pPr>
            <a:r>
              <a:rPr i="1" lang="en" sz="900">
                <a:solidFill>
                  <a:srgbClr val="6B6B6B"/>
                </a:solidFill>
                <a:latin typeface="Lexend"/>
                <a:ea typeface="Lexend"/>
                <a:cs typeface="Lexend"/>
                <a:sym typeface="Lexend"/>
              </a:rPr>
              <a:t>Unassisted completion: 100%, 100%, 25%</a:t>
            </a:r>
            <a:endParaRPr i="1" sz="900">
              <a:solidFill>
                <a:srgbClr val="6B6B6B"/>
              </a:solidFill>
              <a:latin typeface="Lexend"/>
              <a:ea typeface="Lexend"/>
              <a:cs typeface="Lexend"/>
              <a:sym typeface="Lexend"/>
            </a:endParaRPr>
          </a:p>
        </p:txBody>
      </p:sp>
      <p:sp>
        <p:nvSpPr>
          <p:cNvPr id="1450" name="Google Shape;1450;p131"/>
          <p:cNvSpPr txBox="1"/>
          <p:nvPr/>
        </p:nvSpPr>
        <p:spPr>
          <a:xfrm>
            <a:off x="4711700" y="1168400"/>
            <a:ext cx="3708300" cy="558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500">
                <a:solidFill>
                  <a:srgbClr val="212121"/>
                </a:solidFill>
                <a:latin typeface="Lexend"/>
                <a:ea typeface="Lexend"/>
                <a:cs typeface="Lexend"/>
                <a:sym typeface="Lexend"/>
              </a:rPr>
              <a:t>Flexible</a:t>
            </a:r>
            <a:endParaRPr b="1" sz="1500">
              <a:solidFill>
                <a:srgbClr val="212121"/>
              </a:solidFill>
              <a:latin typeface="Lexend"/>
              <a:ea typeface="Lexend"/>
              <a:cs typeface="Lexend"/>
              <a:sym typeface="Lexend"/>
            </a:endParaRPr>
          </a:p>
          <a:p>
            <a:pPr indent="0" lvl="0" marL="0" rtl="0" algn="l">
              <a:lnSpc>
                <a:spcPct val="110000"/>
              </a:lnSpc>
              <a:spcBef>
                <a:spcPts val="0"/>
              </a:spcBef>
              <a:spcAft>
                <a:spcPts val="0"/>
              </a:spcAft>
              <a:buNone/>
            </a:pPr>
            <a:r>
              <a:rPr lang="en" sz="1100">
                <a:solidFill>
                  <a:srgbClr val="6B6B6B"/>
                </a:solidFill>
                <a:latin typeface="Lexend"/>
                <a:ea typeface="Lexend"/>
                <a:cs typeface="Lexend"/>
                <a:sym typeface="Lexend"/>
              </a:rPr>
              <a:t>Partly met</a:t>
            </a:r>
            <a:endParaRPr sz="1100">
              <a:solidFill>
                <a:srgbClr val="6B6B6B"/>
              </a:solidFill>
              <a:latin typeface="Lexend"/>
              <a:ea typeface="Lexend"/>
              <a:cs typeface="Lexend"/>
              <a:sym typeface="Lexen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54" name="Shape 1454"/>
        <p:cNvGrpSpPr/>
        <p:nvPr/>
      </p:nvGrpSpPr>
      <p:grpSpPr>
        <a:xfrm>
          <a:off x="0" y="0"/>
          <a:ext cx="0" cy="0"/>
          <a:chOff x="0" y="0"/>
          <a:chExt cx="0" cy="0"/>
        </a:xfrm>
      </p:grpSpPr>
      <p:sp>
        <p:nvSpPr>
          <p:cNvPr id="1455" name="Google Shape;1455;p132"/>
          <p:cNvSpPr txBox="1"/>
          <p:nvPr>
            <p:ph type="title"/>
          </p:nvPr>
        </p:nvSpPr>
        <p:spPr>
          <a:xfrm>
            <a:off x="635000"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SAID VS RATED: </a:t>
            </a:r>
            <a:r>
              <a:rPr lang="en" sz="1400"/>
              <a:t>(they sometimes contradict)</a:t>
            </a:r>
            <a:endParaRPr sz="1400"/>
          </a:p>
        </p:txBody>
      </p:sp>
      <p:sp>
        <p:nvSpPr>
          <p:cNvPr id="1456" name="Google Shape;1456;p132"/>
          <p:cNvSpPr txBox="1"/>
          <p:nvPr/>
        </p:nvSpPr>
        <p:spPr>
          <a:xfrm>
            <a:off x="723900" y="1143000"/>
            <a:ext cx="7696200" cy="38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solidFill>
                  <a:schemeClr val="dk1"/>
                </a:solidFill>
                <a:latin typeface="Lexend"/>
                <a:ea typeface="Lexend"/>
                <a:cs typeface="Lexend"/>
                <a:sym typeface="Lexend"/>
              </a:rPr>
              <a:t>Scores ran higher than </a:t>
            </a:r>
            <a:r>
              <a:rPr lang="en" sz="1600">
                <a:solidFill>
                  <a:schemeClr val="dk1"/>
                </a:solidFill>
                <a:highlight>
                  <a:srgbClr val="FFDEA3"/>
                </a:highlight>
                <a:latin typeface="Lexend"/>
                <a:ea typeface="Lexend"/>
                <a:cs typeface="Lexend"/>
                <a:sym typeface="Lexend"/>
              </a:rPr>
              <a:t>what people said while giving them</a:t>
            </a:r>
            <a:endParaRPr sz="1600">
              <a:solidFill>
                <a:schemeClr val="dk1"/>
              </a:solidFill>
              <a:latin typeface="Lexend"/>
              <a:ea typeface="Lexend"/>
              <a:cs typeface="Lexend"/>
              <a:sym typeface="Lexend"/>
            </a:endParaRPr>
          </a:p>
        </p:txBody>
      </p:sp>
      <p:sp>
        <p:nvSpPr>
          <p:cNvPr id="1457" name="Google Shape;1457;p132"/>
          <p:cNvSpPr/>
          <p:nvPr/>
        </p:nvSpPr>
        <p:spPr>
          <a:xfrm>
            <a:off x="723900" y="1701800"/>
            <a:ext cx="711300" cy="685800"/>
          </a:xfrm>
          <a:prstGeom prst="roundRect">
            <a:avLst>
              <a:gd fmla="val 16667" name="adj"/>
            </a:avLst>
          </a:prstGeom>
          <a:solidFill>
            <a:srgbClr val="FFDEA3"/>
          </a:solid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b="1" lang="en" sz="2000">
                <a:latin typeface="Lexend"/>
                <a:ea typeface="Lexend"/>
                <a:cs typeface="Lexend"/>
                <a:sym typeface="Lexend"/>
              </a:rPr>
              <a:t>6</a:t>
            </a:r>
            <a:endParaRPr b="1" sz="800">
              <a:solidFill>
                <a:srgbClr val="6B6B6B"/>
              </a:solidFill>
              <a:latin typeface="Lexend"/>
              <a:ea typeface="Lexend"/>
              <a:cs typeface="Lexend"/>
              <a:sym typeface="Lexend"/>
            </a:endParaRPr>
          </a:p>
          <a:p>
            <a:pPr indent="0" lvl="0" marL="0" rtl="0" algn="ctr">
              <a:lnSpc>
                <a:spcPct val="90000"/>
              </a:lnSpc>
              <a:spcBef>
                <a:spcPts val="0"/>
              </a:spcBef>
              <a:spcAft>
                <a:spcPts val="0"/>
              </a:spcAft>
              <a:buNone/>
            </a:pPr>
            <a:r>
              <a:rPr lang="en" sz="800">
                <a:solidFill>
                  <a:srgbClr val="6B6B6B"/>
                </a:solidFill>
                <a:latin typeface="Lexend"/>
                <a:ea typeface="Lexend"/>
                <a:cs typeface="Lexend"/>
                <a:sym typeface="Lexend"/>
              </a:rPr>
              <a:t>out of 7</a:t>
            </a:r>
            <a:endParaRPr sz="800">
              <a:solidFill>
                <a:srgbClr val="6B6B6B"/>
              </a:solidFill>
              <a:latin typeface="Lexend"/>
              <a:ea typeface="Lexend"/>
              <a:cs typeface="Lexend"/>
              <a:sym typeface="Lexend"/>
            </a:endParaRPr>
          </a:p>
        </p:txBody>
      </p:sp>
      <p:sp>
        <p:nvSpPr>
          <p:cNvPr id="1458" name="Google Shape;1458;p132"/>
          <p:cNvSpPr txBox="1"/>
          <p:nvPr/>
        </p:nvSpPr>
        <p:spPr>
          <a:xfrm>
            <a:off x="1638300" y="1701800"/>
            <a:ext cx="6781800" cy="685800"/>
          </a:xfrm>
          <a:prstGeom prst="rect">
            <a:avLst/>
          </a:prstGeom>
          <a:noFill/>
          <a:ln>
            <a:noFill/>
          </a:ln>
        </p:spPr>
        <p:txBody>
          <a:bodyPr anchorCtr="0" anchor="ctr" bIns="91425" lIns="91425" spcFirstLastPara="1" rIns="91425" wrap="square" tIns="91425">
            <a:noAutofit/>
          </a:bodyPr>
          <a:lstStyle/>
          <a:p>
            <a:pPr indent="0" lvl="0" marL="0" rtl="0" algn="l">
              <a:lnSpc>
                <a:spcPct val="112000"/>
              </a:lnSpc>
              <a:spcBef>
                <a:spcPts val="0"/>
              </a:spcBef>
              <a:spcAft>
                <a:spcPts val="0"/>
              </a:spcAft>
              <a:buNone/>
            </a:pPr>
            <a:r>
              <a:rPr b="1" lang="en" sz="950">
                <a:solidFill>
                  <a:srgbClr val="6B6B6B"/>
                </a:solidFill>
                <a:latin typeface="Lexend"/>
                <a:ea typeface="Lexend"/>
                <a:cs typeface="Lexend"/>
                <a:sym typeface="Lexend"/>
              </a:rPr>
              <a:t>TASK 1, Cyrus (</a:t>
            </a:r>
            <a:r>
              <a:rPr b="1" lang="en" sz="950">
                <a:solidFill>
                  <a:srgbClr val="6B6B6B"/>
                </a:solidFill>
                <a:latin typeface="Lexend"/>
                <a:ea typeface="Lexend"/>
                <a:cs typeface="Lexend"/>
                <a:sym typeface="Lexend"/>
              </a:rPr>
              <a:t>P3)</a:t>
            </a:r>
            <a:endParaRPr b="1" sz="950">
              <a:solidFill>
                <a:srgbClr val="6B6B6B"/>
              </a:solidFill>
              <a:latin typeface="Lexend"/>
              <a:ea typeface="Lexend"/>
              <a:cs typeface="Lexend"/>
              <a:sym typeface="Lexend"/>
            </a:endParaRPr>
          </a:p>
          <a:p>
            <a:pPr indent="0" lvl="0" marL="0" rtl="0" algn="l">
              <a:lnSpc>
                <a:spcPct val="112000"/>
              </a:lnSpc>
              <a:spcBef>
                <a:spcPts val="200"/>
              </a:spcBef>
              <a:spcAft>
                <a:spcPts val="0"/>
              </a:spcAft>
              <a:buNone/>
            </a:pPr>
            <a:r>
              <a:rPr i="1" lang="en" sz="1250">
                <a:solidFill>
                  <a:schemeClr val="dk1"/>
                </a:solidFill>
                <a:latin typeface="Lexend"/>
                <a:ea typeface="Lexend"/>
                <a:cs typeface="Lexend"/>
                <a:sym typeface="Lexend"/>
              </a:rPr>
              <a:t>“I didn't quite understand the change from the waves to the mountain”</a:t>
            </a:r>
            <a:endParaRPr i="1" sz="1250">
              <a:solidFill>
                <a:schemeClr val="dk1"/>
              </a:solidFill>
              <a:latin typeface="Lexend"/>
              <a:ea typeface="Lexend"/>
              <a:cs typeface="Lexend"/>
              <a:sym typeface="Lexend"/>
            </a:endParaRPr>
          </a:p>
          <a:p>
            <a:pPr indent="0" lvl="0" marL="0" rtl="0" algn="l">
              <a:lnSpc>
                <a:spcPct val="112000"/>
              </a:lnSpc>
              <a:spcBef>
                <a:spcPts val="200"/>
              </a:spcBef>
              <a:spcAft>
                <a:spcPts val="200"/>
              </a:spcAft>
              <a:buNone/>
            </a:pPr>
            <a:r>
              <a:rPr lang="en" sz="1000">
                <a:solidFill>
                  <a:srgbClr val="6B6B6B"/>
                </a:solidFill>
                <a:latin typeface="Lexend"/>
                <a:ea typeface="Lexend"/>
                <a:cs typeface="Lexend"/>
                <a:sym typeface="Lexend"/>
              </a:rPr>
              <a:t>Missed that swiping showed a new artwork</a:t>
            </a:r>
            <a:endParaRPr sz="1000">
              <a:solidFill>
                <a:srgbClr val="6B6B6B"/>
              </a:solidFill>
              <a:latin typeface="Lexend"/>
              <a:ea typeface="Lexend"/>
              <a:cs typeface="Lexend"/>
              <a:sym typeface="Lexend"/>
            </a:endParaRPr>
          </a:p>
        </p:txBody>
      </p:sp>
      <p:sp>
        <p:nvSpPr>
          <p:cNvPr id="1459" name="Google Shape;1459;p132"/>
          <p:cNvSpPr/>
          <p:nvPr/>
        </p:nvSpPr>
        <p:spPr>
          <a:xfrm>
            <a:off x="723900" y="2540000"/>
            <a:ext cx="711300" cy="685800"/>
          </a:xfrm>
          <a:prstGeom prst="roundRect">
            <a:avLst>
              <a:gd fmla="val 16667" name="adj"/>
            </a:avLst>
          </a:prstGeom>
          <a:solidFill>
            <a:srgbClr val="FFDEA3"/>
          </a:solid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b="1" lang="en" sz="2000">
                <a:latin typeface="Lexend"/>
                <a:ea typeface="Lexend"/>
                <a:cs typeface="Lexend"/>
                <a:sym typeface="Lexend"/>
              </a:rPr>
              <a:t>7</a:t>
            </a:r>
            <a:endParaRPr b="1" sz="800">
              <a:solidFill>
                <a:srgbClr val="6B6B6B"/>
              </a:solidFill>
              <a:latin typeface="Lexend"/>
              <a:ea typeface="Lexend"/>
              <a:cs typeface="Lexend"/>
              <a:sym typeface="Lexend"/>
            </a:endParaRPr>
          </a:p>
          <a:p>
            <a:pPr indent="0" lvl="0" marL="0" rtl="0" algn="ctr">
              <a:lnSpc>
                <a:spcPct val="90000"/>
              </a:lnSpc>
              <a:spcBef>
                <a:spcPts val="0"/>
              </a:spcBef>
              <a:spcAft>
                <a:spcPts val="0"/>
              </a:spcAft>
              <a:buNone/>
            </a:pPr>
            <a:r>
              <a:rPr lang="en" sz="800">
                <a:solidFill>
                  <a:srgbClr val="6B6B6B"/>
                </a:solidFill>
                <a:latin typeface="Lexend"/>
                <a:ea typeface="Lexend"/>
                <a:cs typeface="Lexend"/>
                <a:sym typeface="Lexend"/>
              </a:rPr>
              <a:t>out of 7</a:t>
            </a:r>
            <a:endParaRPr sz="800">
              <a:solidFill>
                <a:srgbClr val="6B6B6B"/>
              </a:solidFill>
              <a:latin typeface="Lexend"/>
              <a:ea typeface="Lexend"/>
              <a:cs typeface="Lexend"/>
              <a:sym typeface="Lexend"/>
            </a:endParaRPr>
          </a:p>
        </p:txBody>
      </p:sp>
      <p:sp>
        <p:nvSpPr>
          <p:cNvPr id="1460" name="Google Shape;1460;p132"/>
          <p:cNvSpPr txBox="1"/>
          <p:nvPr/>
        </p:nvSpPr>
        <p:spPr>
          <a:xfrm>
            <a:off x="1638300" y="2540000"/>
            <a:ext cx="6781800" cy="685800"/>
          </a:xfrm>
          <a:prstGeom prst="rect">
            <a:avLst/>
          </a:prstGeom>
          <a:noFill/>
          <a:ln>
            <a:noFill/>
          </a:ln>
        </p:spPr>
        <p:txBody>
          <a:bodyPr anchorCtr="0" anchor="ctr" bIns="91425" lIns="91425" spcFirstLastPara="1" rIns="91425" wrap="square" tIns="91425">
            <a:noAutofit/>
          </a:bodyPr>
          <a:lstStyle/>
          <a:p>
            <a:pPr indent="0" lvl="0" marL="0" rtl="0" algn="l">
              <a:lnSpc>
                <a:spcPct val="112000"/>
              </a:lnSpc>
              <a:spcBef>
                <a:spcPts val="0"/>
              </a:spcBef>
              <a:spcAft>
                <a:spcPts val="0"/>
              </a:spcAft>
              <a:buNone/>
            </a:pPr>
            <a:r>
              <a:rPr b="1" lang="en" sz="950">
                <a:solidFill>
                  <a:srgbClr val="6B6B6B"/>
                </a:solidFill>
                <a:latin typeface="Lexend"/>
                <a:ea typeface="Lexend"/>
                <a:cs typeface="Lexend"/>
                <a:sym typeface="Lexend"/>
              </a:rPr>
              <a:t>TASK 2, James (P4)</a:t>
            </a:r>
            <a:endParaRPr b="1" sz="950">
              <a:solidFill>
                <a:srgbClr val="6B6B6B"/>
              </a:solidFill>
              <a:latin typeface="Lexend"/>
              <a:ea typeface="Lexend"/>
              <a:cs typeface="Lexend"/>
              <a:sym typeface="Lexend"/>
            </a:endParaRPr>
          </a:p>
          <a:p>
            <a:pPr indent="0" lvl="0" marL="0" rtl="0" algn="l">
              <a:lnSpc>
                <a:spcPct val="112000"/>
              </a:lnSpc>
              <a:spcBef>
                <a:spcPts val="200"/>
              </a:spcBef>
              <a:spcAft>
                <a:spcPts val="0"/>
              </a:spcAft>
              <a:buNone/>
            </a:pPr>
            <a:r>
              <a:rPr i="1" lang="en" sz="1250">
                <a:solidFill>
                  <a:schemeClr val="dk1"/>
                </a:solidFill>
                <a:latin typeface="Lexend"/>
                <a:ea typeface="Lexend"/>
                <a:cs typeface="Lexend"/>
                <a:sym typeface="Lexend"/>
              </a:rPr>
              <a:t>“Uploading our work, that's like a seven”</a:t>
            </a:r>
            <a:endParaRPr i="1" sz="1250">
              <a:solidFill>
                <a:schemeClr val="dk1"/>
              </a:solidFill>
              <a:latin typeface="Lexend"/>
              <a:ea typeface="Lexend"/>
              <a:cs typeface="Lexend"/>
              <a:sym typeface="Lexend"/>
            </a:endParaRPr>
          </a:p>
          <a:p>
            <a:pPr indent="0" lvl="0" marL="0" rtl="0" algn="l">
              <a:lnSpc>
                <a:spcPct val="112000"/>
              </a:lnSpc>
              <a:spcBef>
                <a:spcPts val="200"/>
              </a:spcBef>
              <a:spcAft>
                <a:spcPts val="200"/>
              </a:spcAft>
              <a:buNone/>
            </a:pPr>
            <a:r>
              <a:rPr lang="en" sz="1000">
                <a:solidFill>
                  <a:srgbClr val="6B6B6B"/>
                </a:solidFill>
                <a:latin typeface="Lexend"/>
                <a:ea typeface="Lexend"/>
                <a:cs typeface="Lexend"/>
                <a:sym typeface="Lexend"/>
              </a:rPr>
              <a:t>Then: “I'd like to save my art myself, to my camera”</a:t>
            </a:r>
            <a:endParaRPr sz="1000">
              <a:solidFill>
                <a:srgbClr val="6B6B6B"/>
              </a:solidFill>
              <a:latin typeface="Lexend"/>
              <a:ea typeface="Lexend"/>
              <a:cs typeface="Lexend"/>
              <a:sym typeface="Lexend"/>
            </a:endParaRPr>
          </a:p>
        </p:txBody>
      </p:sp>
      <p:sp>
        <p:nvSpPr>
          <p:cNvPr id="1461" name="Google Shape;1461;p132"/>
          <p:cNvSpPr/>
          <p:nvPr/>
        </p:nvSpPr>
        <p:spPr>
          <a:xfrm>
            <a:off x="723900" y="3378200"/>
            <a:ext cx="711300" cy="685800"/>
          </a:xfrm>
          <a:prstGeom prst="roundRect">
            <a:avLst>
              <a:gd fmla="val 16667" name="adj"/>
            </a:avLst>
          </a:prstGeom>
          <a:solidFill>
            <a:srgbClr val="FFDEA3"/>
          </a:solid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b="1" lang="en" sz="2000">
                <a:latin typeface="Lexend"/>
                <a:ea typeface="Lexend"/>
                <a:cs typeface="Lexend"/>
                <a:sym typeface="Lexend"/>
              </a:rPr>
              <a:t>5</a:t>
            </a:r>
            <a:endParaRPr b="1" sz="800">
              <a:solidFill>
                <a:srgbClr val="6B6B6B"/>
              </a:solidFill>
              <a:latin typeface="Lexend"/>
              <a:ea typeface="Lexend"/>
              <a:cs typeface="Lexend"/>
              <a:sym typeface="Lexend"/>
            </a:endParaRPr>
          </a:p>
          <a:p>
            <a:pPr indent="0" lvl="0" marL="0" rtl="0" algn="ctr">
              <a:lnSpc>
                <a:spcPct val="90000"/>
              </a:lnSpc>
              <a:spcBef>
                <a:spcPts val="0"/>
              </a:spcBef>
              <a:spcAft>
                <a:spcPts val="0"/>
              </a:spcAft>
              <a:buNone/>
            </a:pPr>
            <a:r>
              <a:rPr lang="en" sz="800">
                <a:solidFill>
                  <a:srgbClr val="6B6B6B"/>
                </a:solidFill>
                <a:latin typeface="Lexend"/>
                <a:ea typeface="Lexend"/>
                <a:cs typeface="Lexend"/>
                <a:sym typeface="Lexend"/>
              </a:rPr>
              <a:t>out of 7</a:t>
            </a:r>
            <a:endParaRPr sz="800">
              <a:solidFill>
                <a:srgbClr val="6B6B6B"/>
              </a:solidFill>
              <a:latin typeface="Lexend"/>
              <a:ea typeface="Lexend"/>
              <a:cs typeface="Lexend"/>
              <a:sym typeface="Lexend"/>
            </a:endParaRPr>
          </a:p>
        </p:txBody>
      </p:sp>
      <p:sp>
        <p:nvSpPr>
          <p:cNvPr id="1462" name="Google Shape;1462;p132"/>
          <p:cNvSpPr txBox="1"/>
          <p:nvPr/>
        </p:nvSpPr>
        <p:spPr>
          <a:xfrm>
            <a:off x="1638300" y="3378200"/>
            <a:ext cx="6781800" cy="685800"/>
          </a:xfrm>
          <a:prstGeom prst="rect">
            <a:avLst/>
          </a:prstGeom>
          <a:noFill/>
          <a:ln>
            <a:noFill/>
          </a:ln>
        </p:spPr>
        <p:txBody>
          <a:bodyPr anchorCtr="0" anchor="ctr" bIns="91425" lIns="91425" spcFirstLastPara="1" rIns="91425" wrap="square" tIns="91425">
            <a:noAutofit/>
          </a:bodyPr>
          <a:lstStyle/>
          <a:p>
            <a:pPr indent="0" lvl="0" marL="0" rtl="0" algn="l">
              <a:lnSpc>
                <a:spcPct val="112000"/>
              </a:lnSpc>
              <a:spcBef>
                <a:spcPts val="0"/>
              </a:spcBef>
              <a:spcAft>
                <a:spcPts val="0"/>
              </a:spcAft>
              <a:buNone/>
            </a:pPr>
            <a:r>
              <a:rPr b="1" lang="en" sz="950">
                <a:solidFill>
                  <a:srgbClr val="6B6B6B"/>
                </a:solidFill>
                <a:latin typeface="Lexend"/>
                <a:ea typeface="Lexend"/>
                <a:cs typeface="Lexend"/>
                <a:sym typeface="Lexend"/>
              </a:rPr>
              <a:t>TASK 3, Booker (P1)</a:t>
            </a:r>
            <a:endParaRPr b="1" sz="950">
              <a:solidFill>
                <a:srgbClr val="6B6B6B"/>
              </a:solidFill>
              <a:latin typeface="Lexend"/>
              <a:ea typeface="Lexend"/>
              <a:cs typeface="Lexend"/>
              <a:sym typeface="Lexend"/>
            </a:endParaRPr>
          </a:p>
          <a:p>
            <a:pPr indent="0" lvl="0" marL="0" rtl="0" algn="l">
              <a:lnSpc>
                <a:spcPct val="112000"/>
              </a:lnSpc>
              <a:spcBef>
                <a:spcPts val="200"/>
              </a:spcBef>
              <a:spcAft>
                <a:spcPts val="0"/>
              </a:spcAft>
              <a:buNone/>
            </a:pPr>
            <a:r>
              <a:rPr i="1" lang="en" sz="1250">
                <a:solidFill>
                  <a:schemeClr val="dk1"/>
                </a:solidFill>
                <a:latin typeface="Lexend"/>
                <a:ea typeface="Lexend"/>
                <a:cs typeface="Lexend"/>
                <a:sym typeface="Lexend"/>
              </a:rPr>
              <a:t>“Often the end result does not actually matter much to me”</a:t>
            </a:r>
            <a:endParaRPr i="1" sz="1250">
              <a:solidFill>
                <a:schemeClr val="dk1"/>
              </a:solidFill>
              <a:latin typeface="Lexend"/>
              <a:ea typeface="Lexend"/>
              <a:cs typeface="Lexend"/>
              <a:sym typeface="Lexend"/>
            </a:endParaRPr>
          </a:p>
          <a:p>
            <a:pPr indent="0" lvl="0" marL="0" rtl="0" algn="l">
              <a:lnSpc>
                <a:spcPct val="112000"/>
              </a:lnSpc>
              <a:spcBef>
                <a:spcPts val="200"/>
              </a:spcBef>
              <a:spcAft>
                <a:spcPts val="200"/>
              </a:spcAft>
              <a:buNone/>
            </a:pPr>
            <a:r>
              <a:rPr lang="en" sz="1000">
                <a:solidFill>
                  <a:srgbClr val="6B6B6B"/>
                </a:solidFill>
                <a:latin typeface="Lexend"/>
                <a:ea typeface="Lexend"/>
                <a:cs typeface="Lexend"/>
                <a:sym typeface="Lexend"/>
              </a:rPr>
              <a:t>Task 3 asked them to look back at finished pieces</a:t>
            </a:r>
            <a:endParaRPr sz="1000">
              <a:solidFill>
                <a:srgbClr val="6B6B6B"/>
              </a:solidFill>
              <a:latin typeface="Lexend"/>
              <a:ea typeface="Lexend"/>
              <a:cs typeface="Lexend"/>
              <a:sym typeface="Lexend"/>
            </a:endParaRPr>
          </a:p>
        </p:txBody>
      </p:sp>
      <p:sp>
        <p:nvSpPr>
          <p:cNvPr id="1463" name="Google Shape;1463;p132"/>
          <p:cNvSpPr txBox="1"/>
          <p:nvPr/>
        </p:nvSpPr>
        <p:spPr>
          <a:xfrm>
            <a:off x="5069925" y="4724400"/>
            <a:ext cx="3810000" cy="1779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 sz="850">
                <a:solidFill>
                  <a:srgbClr val="6B6B6B"/>
                </a:solidFill>
                <a:latin typeface="Lexend"/>
                <a:ea typeface="Lexend"/>
                <a:cs typeface="Lexend"/>
                <a:sym typeface="Lexend"/>
              </a:rPr>
              <a:t>Testing one design inflates ratings (Tohidi et al., CHI 2006)</a:t>
            </a:r>
            <a:endParaRPr i="1" sz="850">
              <a:solidFill>
                <a:srgbClr val="6B6B6B"/>
              </a:solidFill>
              <a:latin typeface="Lexend"/>
              <a:ea typeface="Lexend"/>
              <a:cs typeface="Lexend"/>
              <a:sym typeface="Lexen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67" name="Shape 1467"/>
        <p:cNvGrpSpPr/>
        <p:nvPr/>
      </p:nvGrpSpPr>
      <p:grpSpPr>
        <a:xfrm>
          <a:off x="0" y="0"/>
          <a:ext cx="0" cy="0"/>
          <a:chOff x="0" y="0"/>
          <a:chExt cx="0" cy="0"/>
        </a:xfrm>
      </p:grpSpPr>
      <p:sp>
        <p:nvSpPr>
          <p:cNvPr id="1468" name="Google Shape;1468;p133"/>
          <p:cNvSpPr txBox="1"/>
          <p:nvPr>
            <p:ph type="title"/>
          </p:nvPr>
        </p:nvSpPr>
        <p:spPr>
          <a:xfrm>
            <a:off x="635000"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DID WE MEET OUR GOALS? (Long)</a:t>
            </a:r>
            <a:endParaRPr/>
          </a:p>
        </p:txBody>
      </p:sp>
      <p:sp>
        <p:nvSpPr>
          <p:cNvPr id="1469" name="Google Shape;1469;p133"/>
          <p:cNvSpPr txBox="1"/>
          <p:nvPr/>
        </p:nvSpPr>
        <p:spPr>
          <a:xfrm>
            <a:off x="800100" y="1219200"/>
            <a:ext cx="7493100" cy="3683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150">
                <a:solidFill>
                  <a:schemeClr val="dk1"/>
                </a:solidFill>
                <a:latin typeface="Lexend"/>
                <a:ea typeface="Lexend"/>
                <a:cs typeface="Lexend"/>
                <a:sym typeface="Lexend"/>
              </a:rPr>
              <a:t>Pleasing, satisfaction (target 5+): </a:t>
            </a:r>
            <a:r>
              <a:rPr lang="en" sz="1150">
                <a:solidFill>
                  <a:schemeClr val="dk1"/>
                </a:solidFill>
                <a:latin typeface="Lexend"/>
                <a:ea typeface="Lexend"/>
                <a:cs typeface="Lexend"/>
                <a:sym typeface="Lexend"/>
              </a:rPr>
              <a:t>Task 1 averaged 4.6, Task 2 4.9, and Task 3 5.3. Only Task 3 reached the target.</a:t>
            </a:r>
            <a:endParaRPr sz="115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rPr b="1" lang="en" sz="1150">
                <a:solidFill>
                  <a:schemeClr val="dk1"/>
                </a:solidFill>
                <a:latin typeface="Lexend"/>
                <a:ea typeface="Lexend"/>
                <a:cs typeface="Lexend"/>
                <a:sym typeface="Lexend"/>
              </a:rPr>
              <a:t>Flexible, preferred-way rating (target 5+): </a:t>
            </a:r>
            <a:r>
              <a:rPr lang="en" sz="1150">
                <a:solidFill>
                  <a:schemeClr val="dk1"/>
                </a:solidFill>
                <a:latin typeface="Lexend"/>
                <a:ea typeface="Lexend"/>
                <a:cs typeface="Lexend"/>
                <a:sym typeface="Lexend"/>
              </a:rPr>
              <a:t>Task 1 averaged 4.6, Task 2 4.0, and Task 3 4.1. No task reached the target.</a:t>
            </a:r>
            <a:endParaRPr sz="115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rPr b="1" lang="en" sz="1150">
                <a:solidFill>
                  <a:schemeClr val="dk1"/>
                </a:solidFill>
                <a:latin typeface="Lexend"/>
                <a:ea typeface="Lexend"/>
                <a:cs typeface="Lexend"/>
                <a:sym typeface="Lexend"/>
              </a:rPr>
              <a:t>Flexible, unassisted completion (target 80%): </a:t>
            </a:r>
            <a:r>
              <a:rPr lang="en" sz="1150">
                <a:solidFill>
                  <a:schemeClr val="dk1"/>
                </a:solidFill>
                <a:latin typeface="Lexend"/>
                <a:ea typeface="Lexend"/>
                <a:cs typeface="Lexend"/>
                <a:sym typeface="Lexend"/>
              </a:rPr>
              <a:t>All four finished Tasks 1 and 2 on their own. In Task 3, P1, P2, and P4 needed the task re-explained, so only 25% finished unassisted.</a:t>
            </a:r>
            <a:endParaRPr sz="115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rPr b="1" lang="en" sz="1150">
                <a:solidFill>
                  <a:schemeClr val="dk1"/>
                </a:solidFill>
                <a:latin typeface="Lexend"/>
                <a:ea typeface="Lexend"/>
                <a:cs typeface="Lexend"/>
                <a:sym typeface="Lexend"/>
              </a:rPr>
              <a:t>What the numbers hide: </a:t>
            </a:r>
            <a:r>
              <a:rPr lang="en" sz="1150">
                <a:solidFill>
                  <a:schemeClr val="dk1"/>
                </a:solidFill>
                <a:latin typeface="Lexend"/>
                <a:ea typeface="Lexend"/>
                <a:cs typeface="Lexend"/>
                <a:sym typeface="Lexend"/>
              </a:rPr>
              <a:t>P4 rated the upload itself a 7 but Task 2 a 2.5 overall, because there was no way to save to the camera roll. P1 rated Task 3 around 5 while saying the end result “does not actually matter much.”</a:t>
            </a:r>
            <a:endParaRPr sz="1150">
              <a:solidFill>
                <a:schemeClr val="dk1"/>
              </a:solidFill>
              <a:latin typeface="Lexend"/>
              <a:ea typeface="Lexend"/>
              <a:cs typeface="Lexend"/>
              <a:sym typeface="Lexend"/>
            </a:endParaRPr>
          </a:p>
          <a:p>
            <a:pPr indent="0" lvl="0" marL="0" rtl="0" algn="l">
              <a:lnSpc>
                <a:spcPct val="115000"/>
              </a:lnSpc>
              <a:spcBef>
                <a:spcPts val="1000"/>
              </a:spcBef>
              <a:spcAft>
                <a:spcPts val="1000"/>
              </a:spcAft>
              <a:buNone/>
            </a:pPr>
            <a:r>
              <a:rPr b="1" lang="en" sz="1150">
                <a:solidFill>
                  <a:schemeClr val="dk1"/>
                </a:solidFill>
                <a:latin typeface="Lexend"/>
                <a:ea typeface="Lexend"/>
                <a:cs typeface="Lexend"/>
                <a:sym typeface="Lexend"/>
              </a:rPr>
              <a:t>How much to trust this: </a:t>
            </a:r>
            <a:r>
              <a:rPr lang="en" sz="1150">
                <a:solidFill>
                  <a:schemeClr val="dk1"/>
                </a:solidFill>
                <a:latin typeface="Lexend"/>
                <a:ea typeface="Lexend"/>
                <a:cs typeface="Lexend"/>
                <a:sym typeface="Lexend"/>
              </a:rPr>
              <a:t>Participants rated out loud to the team and saw only one design. Testing a single design inflates ratings and reduces criticism compared with showing several (Tohidi et al., CHI 2006, building on Wiklund, Thurrott and Dumas, 1992), so we weigh what people said over the scores.</a:t>
            </a:r>
            <a:endParaRPr sz="1150">
              <a:solidFill>
                <a:schemeClr val="dk1"/>
              </a:solidFill>
              <a:latin typeface="Lexend"/>
              <a:ea typeface="Lexend"/>
              <a:cs typeface="Lexend"/>
              <a:sym typeface="Lexen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3" name="Shape 1473"/>
        <p:cNvGrpSpPr/>
        <p:nvPr/>
      </p:nvGrpSpPr>
      <p:grpSpPr>
        <a:xfrm>
          <a:off x="0" y="0"/>
          <a:ext cx="0" cy="0"/>
          <a:chOff x="0" y="0"/>
          <a:chExt cx="0" cy="0"/>
        </a:xfrm>
      </p:grpSpPr>
      <p:sp>
        <p:nvSpPr>
          <p:cNvPr id="1474" name="Google Shape;1474;p134"/>
          <p:cNvSpPr txBox="1"/>
          <p:nvPr>
            <p:ph type="ctrTitle"/>
          </p:nvPr>
        </p:nvSpPr>
        <p:spPr>
          <a:xfrm>
            <a:off x="713225" y="1042416"/>
            <a:ext cx="7086600" cy="1766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latin typeface="Lexend Mega Black"/>
                <a:ea typeface="Lexend Mega Black"/>
                <a:cs typeface="Lexend Mega Black"/>
                <a:sym typeface="Lexend Mega Black"/>
              </a:rPr>
              <a:t>DISCUSSION</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8" name="Shape 1478"/>
        <p:cNvGrpSpPr/>
        <p:nvPr/>
      </p:nvGrpSpPr>
      <p:grpSpPr>
        <a:xfrm>
          <a:off x="0" y="0"/>
          <a:ext cx="0" cy="0"/>
          <a:chOff x="0" y="0"/>
          <a:chExt cx="0" cy="0"/>
        </a:xfrm>
      </p:grpSpPr>
      <p:sp>
        <p:nvSpPr>
          <p:cNvPr id="1479" name="Google Shape;1479;p135"/>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RETHINKING OUR IDEA</a:t>
            </a:r>
            <a:endParaRPr/>
          </a:p>
        </p:txBody>
      </p:sp>
      <p:sp>
        <p:nvSpPr>
          <p:cNvPr id="1480" name="Google Shape;1480;p135"/>
          <p:cNvSpPr txBox="1"/>
          <p:nvPr/>
        </p:nvSpPr>
        <p:spPr>
          <a:xfrm>
            <a:off x="723900" y="1498600"/>
            <a:ext cx="3810000" cy="685800"/>
          </a:xfrm>
          <a:prstGeom prst="rect">
            <a:avLst/>
          </a:prstGeom>
          <a:noFill/>
          <a:ln>
            <a:noFill/>
          </a:ln>
        </p:spPr>
        <p:txBody>
          <a:bodyPr anchorCtr="0" anchor="ctr" bIns="91425" lIns="91425" spcFirstLastPara="1" rIns="91425" wrap="square" tIns="91425">
            <a:noAutofit/>
          </a:bodyPr>
          <a:lstStyle/>
          <a:p>
            <a:pPr indent="0" lvl="0" marL="0" rtl="0" algn="l">
              <a:lnSpc>
                <a:spcPct val="112000"/>
              </a:lnSpc>
              <a:spcBef>
                <a:spcPts val="0"/>
              </a:spcBef>
              <a:spcAft>
                <a:spcPts val="0"/>
              </a:spcAft>
              <a:buNone/>
            </a:pPr>
            <a:r>
              <a:rPr b="1" lang="en" sz="1500">
                <a:solidFill>
                  <a:schemeClr val="dk1"/>
                </a:solidFill>
                <a:latin typeface="Lexend"/>
                <a:ea typeface="Lexend"/>
                <a:cs typeface="Lexend"/>
                <a:sym typeface="Lexend"/>
              </a:rPr>
              <a:t>People wanted to see the place itself</a:t>
            </a:r>
            <a:endParaRPr b="1" sz="1500">
              <a:solidFill>
                <a:schemeClr val="dk1"/>
              </a:solidFill>
              <a:latin typeface="Lexend"/>
              <a:ea typeface="Lexend"/>
              <a:cs typeface="Lexend"/>
              <a:sym typeface="Lexend"/>
            </a:endParaRPr>
          </a:p>
        </p:txBody>
      </p:sp>
      <p:sp>
        <p:nvSpPr>
          <p:cNvPr id="1481" name="Google Shape;1481;p135"/>
          <p:cNvSpPr txBox="1"/>
          <p:nvPr/>
        </p:nvSpPr>
        <p:spPr>
          <a:xfrm>
            <a:off x="723900" y="2438400"/>
            <a:ext cx="3810000" cy="685800"/>
          </a:xfrm>
          <a:prstGeom prst="rect">
            <a:avLst/>
          </a:prstGeom>
          <a:noFill/>
          <a:ln>
            <a:noFill/>
          </a:ln>
        </p:spPr>
        <p:txBody>
          <a:bodyPr anchorCtr="0" anchor="ctr" bIns="91425" lIns="91425" spcFirstLastPara="1" rIns="91425" wrap="square" tIns="91425">
            <a:noAutofit/>
          </a:bodyPr>
          <a:lstStyle/>
          <a:p>
            <a:pPr indent="0" lvl="0" marL="0" rtl="0" algn="l">
              <a:lnSpc>
                <a:spcPct val="112000"/>
              </a:lnSpc>
              <a:spcBef>
                <a:spcPts val="0"/>
              </a:spcBef>
              <a:spcAft>
                <a:spcPts val="0"/>
              </a:spcAft>
              <a:buNone/>
            </a:pPr>
            <a:r>
              <a:rPr b="1" lang="en" sz="1500">
                <a:solidFill>
                  <a:schemeClr val="dk1"/>
                </a:solidFill>
                <a:latin typeface="Lexend"/>
                <a:ea typeface="Lexend"/>
                <a:cs typeface="Lexend"/>
                <a:sym typeface="Lexend"/>
              </a:rPr>
              <a:t>Going somewhere new felt like too much work</a:t>
            </a:r>
            <a:endParaRPr b="1" sz="1500">
              <a:solidFill>
                <a:schemeClr val="dk1"/>
              </a:solidFill>
              <a:latin typeface="Lexend"/>
              <a:ea typeface="Lexend"/>
              <a:cs typeface="Lexend"/>
              <a:sym typeface="Lexend"/>
            </a:endParaRPr>
          </a:p>
        </p:txBody>
      </p:sp>
      <p:sp>
        <p:nvSpPr>
          <p:cNvPr id="1482" name="Google Shape;1482;p135"/>
          <p:cNvSpPr txBox="1"/>
          <p:nvPr/>
        </p:nvSpPr>
        <p:spPr>
          <a:xfrm>
            <a:off x="723900" y="3378200"/>
            <a:ext cx="3810000" cy="685800"/>
          </a:xfrm>
          <a:prstGeom prst="rect">
            <a:avLst/>
          </a:prstGeom>
          <a:noFill/>
          <a:ln>
            <a:noFill/>
          </a:ln>
        </p:spPr>
        <p:txBody>
          <a:bodyPr anchorCtr="0" anchor="ctr" bIns="91425" lIns="91425" spcFirstLastPara="1" rIns="91425" wrap="square" tIns="91425">
            <a:noAutofit/>
          </a:bodyPr>
          <a:lstStyle/>
          <a:p>
            <a:pPr indent="0" lvl="0" marL="0" rtl="0" algn="l">
              <a:lnSpc>
                <a:spcPct val="112000"/>
              </a:lnSpc>
              <a:spcBef>
                <a:spcPts val="0"/>
              </a:spcBef>
              <a:spcAft>
                <a:spcPts val="0"/>
              </a:spcAft>
              <a:buNone/>
            </a:pPr>
            <a:r>
              <a:rPr b="1" lang="en" sz="1500">
                <a:solidFill>
                  <a:schemeClr val="dk1"/>
                </a:solidFill>
                <a:latin typeface="Lexend"/>
                <a:ea typeface="Lexend"/>
                <a:cs typeface="Lexend"/>
                <a:sym typeface="Lexend"/>
              </a:rPr>
              <a:t>Making mattered more than the finished piece</a:t>
            </a:r>
            <a:endParaRPr b="1" sz="1500">
              <a:solidFill>
                <a:schemeClr val="dk1"/>
              </a:solidFill>
              <a:latin typeface="Lexend"/>
              <a:ea typeface="Lexend"/>
              <a:cs typeface="Lexend"/>
              <a:sym typeface="Lexend"/>
            </a:endParaRPr>
          </a:p>
        </p:txBody>
      </p:sp>
      <p:sp>
        <p:nvSpPr>
          <p:cNvPr id="1483" name="Google Shape;1483;p135"/>
          <p:cNvSpPr txBox="1"/>
          <p:nvPr/>
        </p:nvSpPr>
        <p:spPr>
          <a:xfrm>
            <a:off x="4724400" y="1498600"/>
            <a:ext cx="457200" cy="685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-&gt;</a:t>
            </a:r>
            <a:endParaRPr b="1" sz="1300">
              <a:solidFill>
                <a:schemeClr val="dk1"/>
              </a:solidFill>
              <a:latin typeface="Lexend"/>
              <a:ea typeface="Lexend"/>
              <a:cs typeface="Lexend"/>
              <a:sym typeface="Lexend"/>
            </a:endParaRPr>
          </a:p>
        </p:txBody>
      </p:sp>
      <p:sp>
        <p:nvSpPr>
          <p:cNvPr id="1484" name="Google Shape;1484;p135"/>
          <p:cNvSpPr txBox="1"/>
          <p:nvPr/>
        </p:nvSpPr>
        <p:spPr>
          <a:xfrm>
            <a:off x="4724400" y="2438400"/>
            <a:ext cx="457200" cy="685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-&gt;</a:t>
            </a:r>
            <a:endParaRPr b="1" sz="1300">
              <a:solidFill>
                <a:schemeClr val="dk1"/>
              </a:solidFill>
              <a:latin typeface="Lexend"/>
              <a:ea typeface="Lexend"/>
              <a:cs typeface="Lexend"/>
              <a:sym typeface="Lexend"/>
            </a:endParaRPr>
          </a:p>
        </p:txBody>
      </p:sp>
      <p:sp>
        <p:nvSpPr>
          <p:cNvPr id="1485" name="Google Shape;1485;p135"/>
          <p:cNvSpPr txBox="1"/>
          <p:nvPr/>
        </p:nvSpPr>
        <p:spPr>
          <a:xfrm>
            <a:off x="4724400" y="3378200"/>
            <a:ext cx="457200" cy="685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-&gt;</a:t>
            </a:r>
            <a:endParaRPr b="1" sz="1300">
              <a:solidFill>
                <a:schemeClr val="dk1"/>
              </a:solidFill>
              <a:latin typeface="Lexend"/>
              <a:ea typeface="Lexend"/>
              <a:cs typeface="Lexend"/>
              <a:sym typeface="Lexen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9" name="Shape 1489"/>
        <p:cNvGrpSpPr/>
        <p:nvPr/>
      </p:nvGrpSpPr>
      <p:grpSpPr>
        <a:xfrm>
          <a:off x="0" y="0"/>
          <a:ext cx="0" cy="0"/>
          <a:chOff x="0" y="0"/>
          <a:chExt cx="0" cy="0"/>
        </a:xfrm>
      </p:grpSpPr>
      <p:sp>
        <p:nvSpPr>
          <p:cNvPr id="1490" name="Google Shape;1490;p136"/>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RETHINKING OUR IDEA</a:t>
            </a:r>
            <a:endParaRPr/>
          </a:p>
        </p:txBody>
      </p:sp>
      <p:sp>
        <p:nvSpPr>
          <p:cNvPr id="1491" name="Google Shape;1491;p136"/>
          <p:cNvSpPr txBox="1"/>
          <p:nvPr/>
        </p:nvSpPr>
        <p:spPr>
          <a:xfrm>
            <a:off x="723900" y="1498600"/>
            <a:ext cx="3810000" cy="685800"/>
          </a:xfrm>
          <a:prstGeom prst="rect">
            <a:avLst/>
          </a:prstGeom>
          <a:noFill/>
          <a:ln>
            <a:noFill/>
          </a:ln>
        </p:spPr>
        <p:txBody>
          <a:bodyPr anchorCtr="0" anchor="ctr" bIns="91425" lIns="91425" spcFirstLastPara="1" rIns="91425" wrap="square" tIns="91425">
            <a:noAutofit/>
          </a:bodyPr>
          <a:lstStyle/>
          <a:p>
            <a:pPr indent="0" lvl="0" marL="0" rtl="0" algn="l">
              <a:lnSpc>
                <a:spcPct val="112000"/>
              </a:lnSpc>
              <a:spcBef>
                <a:spcPts val="0"/>
              </a:spcBef>
              <a:spcAft>
                <a:spcPts val="0"/>
              </a:spcAft>
              <a:buNone/>
            </a:pPr>
            <a:r>
              <a:rPr b="1" lang="en" sz="1500">
                <a:solidFill>
                  <a:schemeClr val="dk1"/>
                </a:solidFill>
                <a:latin typeface="Lexend"/>
                <a:ea typeface="Lexend"/>
                <a:cs typeface="Lexend"/>
                <a:sym typeface="Lexend"/>
              </a:rPr>
              <a:t>People wanted to see the place itself.</a:t>
            </a:r>
            <a:endParaRPr b="1" sz="1500">
              <a:solidFill>
                <a:schemeClr val="dk1"/>
              </a:solidFill>
              <a:latin typeface="Lexend"/>
              <a:ea typeface="Lexend"/>
              <a:cs typeface="Lexend"/>
              <a:sym typeface="Lexend"/>
            </a:endParaRPr>
          </a:p>
        </p:txBody>
      </p:sp>
      <p:sp>
        <p:nvSpPr>
          <p:cNvPr id="1492" name="Google Shape;1492;p136"/>
          <p:cNvSpPr txBox="1"/>
          <p:nvPr/>
        </p:nvSpPr>
        <p:spPr>
          <a:xfrm>
            <a:off x="723900" y="2438400"/>
            <a:ext cx="3810000" cy="685800"/>
          </a:xfrm>
          <a:prstGeom prst="rect">
            <a:avLst/>
          </a:prstGeom>
          <a:noFill/>
          <a:ln>
            <a:noFill/>
          </a:ln>
        </p:spPr>
        <p:txBody>
          <a:bodyPr anchorCtr="0" anchor="ctr" bIns="91425" lIns="91425" spcFirstLastPara="1" rIns="91425" wrap="square" tIns="91425">
            <a:noAutofit/>
          </a:bodyPr>
          <a:lstStyle/>
          <a:p>
            <a:pPr indent="0" lvl="0" marL="0" rtl="0" algn="l">
              <a:lnSpc>
                <a:spcPct val="112000"/>
              </a:lnSpc>
              <a:spcBef>
                <a:spcPts val="0"/>
              </a:spcBef>
              <a:spcAft>
                <a:spcPts val="0"/>
              </a:spcAft>
              <a:buNone/>
            </a:pPr>
            <a:r>
              <a:rPr b="1" lang="en" sz="1500">
                <a:solidFill>
                  <a:schemeClr val="dk1"/>
                </a:solidFill>
                <a:latin typeface="Lexend"/>
                <a:ea typeface="Lexend"/>
                <a:cs typeface="Lexend"/>
                <a:sym typeface="Lexend"/>
              </a:rPr>
              <a:t>Going somewhere new felt like too much work.</a:t>
            </a:r>
            <a:endParaRPr b="1" sz="1500">
              <a:solidFill>
                <a:schemeClr val="dk1"/>
              </a:solidFill>
              <a:latin typeface="Lexend"/>
              <a:ea typeface="Lexend"/>
              <a:cs typeface="Lexend"/>
              <a:sym typeface="Lexend"/>
            </a:endParaRPr>
          </a:p>
        </p:txBody>
      </p:sp>
      <p:sp>
        <p:nvSpPr>
          <p:cNvPr id="1493" name="Google Shape;1493;p136"/>
          <p:cNvSpPr txBox="1"/>
          <p:nvPr/>
        </p:nvSpPr>
        <p:spPr>
          <a:xfrm>
            <a:off x="723900" y="3378200"/>
            <a:ext cx="3810000" cy="685800"/>
          </a:xfrm>
          <a:prstGeom prst="rect">
            <a:avLst/>
          </a:prstGeom>
          <a:noFill/>
          <a:ln>
            <a:noFill/>
          </a:ln>
        </p:spPr>
        <p:txBody>
          <a:bodyPr anchorCtr="0" anchor="ctr" bIns="91425" lIns="91425" spcFirstLastPara="1" rIns="91425" wrap="square" tIns="91425">
            <a:noAutofit/>
          </a:bodyPr>
          <a:lstStyle/>
          <a:p>
            <a:pPr indent="0" lvl="0" marL="0" rtl="0" algn="l">
              <a:lnSpc>
                <a:spcPct val="112000"/>
              </a:lnSpc>
              <a:spcBef>
                <a:spcPts val="0"/>
              </a:spcBef>
              <a:spcAft>
                <a:spcPts val="0"/>
              </a:spcAft>
              <a:buNone/>
            </a:pPr>
            <a:r>
              <a:rPr b="1" lang="en" sz="1500">
                <a:solidFill>
                  <a:schemeClr val="dk1"/>
                </a:solidFill>
                <a:latin typeface="Lexend"/>
                <a:ea typeface="Lexend"/>
                <a:cs typeface="Lexend"/>
                <a:sym typeface="Lexend"/>
              </a:rPr>
              <a:t>Making mattered more than the finished piece.</a:t>
            </a:r>
            <a:endParaRPr b="1" sz="1500">
              <a:solidFill>
                <a:schemeClr val="dk1"/>
              </a:solidFill>
              <a:latin typeface="Lexend"/>
              <a:ea typeface="Lexend"/>
              <a:cs typeface="Lexend"/>
              <a:sym typeface="Lexend"/>
            </a:endParaRPr>
          </a:p>
        </p:txBody>
      </p:sp>
      <p:sp>
        <p:nvSpPr>
          <p:cNvPr id="1494" name="Google Shape;1494;p136"/>
          <p:cNvSpPr txBox="1"/>
          <p:nvPr/>
        </p:nvSpPr>
        <p:spPr>
          <a:xfrm>
            <a:off x="4724400" y="1498600"/>
            <a:ext cx="457200" cy="685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-&gt;</a:t>
            </a:r>
            <a:endParaRPr b="1" sz="1300">
              <a:solidFill>
                <a:schemeClr val="dk1"/>
              </a:solidFill>
              <a:latin typeface="Lexend"/>
              <a:ea typeface="Lexend"/>
              <a:cs typeface="Lexend"/>
              <a:sym typeface="Lexend"/>
            </a:endParaRPr>
          </a:p>
        </p:txBody>
      </p:sp>
      <p:sp>
        <p:nvSpPr>
          <p:cNvPr id="1495" name="Google Shape;1495;p136"/>
          <p:cNvSpPr txBox="1"/>
          <p:nvPr/>
        </p:nvSpPr>
        <p:spPr>
          <a:xfrm>
            <a:off x="4724400" y="2438400"/>
            <a:ext cx="457200" cy="685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-&gt;</a:t>
            </a:r>
            <a:endParaRPr b="1" sz="1300">
              <a:solidFill>
                <a:schemeClr val="dk1"/>
              </a:solidFill>
              <a:latin typeface="Lexend"/>
              <a:ea typeface="Lexend"/>
              <a:cs typeface="Lexend"/>
              <a:sym typeface="Lexend"/>
            </a:endParaRPr>
          </a:p>
        </p:txBody>
      </p:sp>
      <p:sp>
        <p:nvSpPr>
          <p:cNvPr id="1496" name="Google Shape;1496;p136"/>
          <p:cNvSpPr txBox="1"/>
          <p:nvPr/>
        </p:nvSpPr>
        <p:spPr>
          <a:xfrm>
            <a:off x="4724400" y="3378200"/>
            <a:ext cx="457200" cy="685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-&gt;</a:t>
            </a:r>
            <a:endParaRPr b="1" sz="1300">
              <a:solidFill>
                <a:schemeClr val="dk1"/>
              </a:solidFill>
              <a:latin typeface="Lexend"/>
              <a:ea typeface="Lexend"/>
              <a:cs typeface="Lexend"/>
              <a:sym typeface="Lexend"/>
            </a:endParaRPr>
          </a:p>
        </p:txBody>
      </p:sp>
      <p:sp>
        <p:nvSpPr>
          <p:cNvPr id="1497" name="Google Shape;1497;p136"/>
          <p:cNvSpPr/>
          <p:nvPr/>
        </p:nvSpPr>
        <p:spPr>
          <a:xfrm>
            <a:off x="-44825" y="-56025"/>
            <a:ext cx="9328800" cy="5257800"/>
          </a:xfrm>
          <a:prstGeom prst="rect">
            <a:avLst/>
          </a:prstGeom>
          <a:solidFill>
            <a:srgbClr val="212121">
              <a:alpha val="943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1498" name="Google Shape;1498;p136"/>
          <p:cNvSpPr txBox="1"/>
          <p:nvPr>
            <p:ph idx="1" type="subTitle"/>
          </p:nvPr>
        </p:nvSpPr>
        <p:spPr>
          <a:xfrm>
            <a:off x="1932900" y="1648225"/>
            <a:ext cx="5278200" cy="1052400"/>
          </a:xfrm>
          <a:prstGeom prst="rect">
            <a:avLst/>
          </a:prstGeom>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ctr">
              <a:lnSpc>
                <a:spcPct val="115000"/>
              </a:lnSpc>
              <a:spcBef>
                <a:spcPts val="1200"/>
              </a:spcBef>
              <a:spcAft>
                <a:spcPts val="0"/>
              </a:spcAft>
              <a:buNone/>
            </a:pPr>
            <a:r>
              <a:rPr lang="en" sz="1500">
                <a:solidFill>
                  <a:schemeClr val="lt1"/>
                </a:solidFill>
              </a:rPr>
              <a:t>This made us ask: </a:t>
            </a:r>
            <a:endParaRPr sz="1500">
              <a:solidFill>
                <a:schemeClr val="lt1"/>
              </a:solidFill>
            </a:endParaRPr>
          </a:p>
          <a:p>
            <a:pPr indent="0" lvl="0" marL="0" rtl="0" algn="ctr">
              <a:lnSpc>
                <a:spcPct val="115000"/>
              </a:lnSpc>
              <a:spcBef>
                <a:spcPts val="1200"/>
              </a:spcBef>
              <a:spcAft>
                <a:spcPts val="0"/>
              </a:spcAft>
              <a:buNone/>
            </a:pPr>
            <a:r>
              <a:rPr lang="en" sz="2200">
                <a:solidFill>
                  <a:schemeClr val="lt1"/>
                </a:solidFill>
              </a:rPr>
              <a:t>Could we bring some of that environment to people while they’re already making?</a:t>
            </a:r>
            <a:endParaRPr sz="2200">
              <a:solidFill>
                <a:schemeClr val="lt1"/>
              </a:solidFill>
            </a:endParaRPr>
          </a:p>
          <a:p>
            <a:pPr indent="0" lvl="0" marL="457200" rtl="0" algn="ctr">
              <a:spcBef>
                <a:spcPts val="1200"/>
              </a:spcBef>
              <a:spcAft>
                <a:spcPts val="0"/>
              </a:spcAft>
              <a:buNone/>
            </a:pPr>
            <a:r>
              <a:t/>
            </a:r>
            <a:endParaRPr b="1" sz="1500">
              <a:solidFill>
                <a:srgbClr val="000000"/>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2" name="Shape 1502"/>
        <p:cNvGrpSpPr/>
        <p:nvPr/>
      </p:nvGrpSpPr>
      <p:grpSpPr>
        <a:xfrm>
          <a:off x="0" y="0"/>
          <a:ext cx="0" cy="0"/>
          <a:chOff x="0" y="0"/>
          <a:chExt cx="0" cy="0"/>
        </a:xfrm>
      </p:grpSpPr>
      <p:sp>
        <p:nvSpPr>
          <p:cNvPr id="1503" name="Google Shape;1503;p137"/>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RETHINKING OUR IDEA</a:t>
            </a:r>
            <a:endParaRPr/>
          </a:p>
        </p:txBody>
      </p:sp>
      <p:sp>
        <p:nvSpPr>
          <p:cNvPr id="1504" name="Google Shape;1504;p137"/>
          <p:cNvSpPr txBox="1"/>
          <p:nvPr/>
        </p:nvSpPr>
        <p:spPr>
          <a:xfrm>
            <a:off x="5372100" y="1498600"/>
            <a:ext cx="3086100" cy="685800"/>
          </a:xfrm>
          <a:prstGeom prst="rect">
            <a:avLst/>
          </a:prstGeom>
          <a:noFill/>
          <a:ln>
            <a:noFill/>
          </a:ln>
        </p:spPr>
        <p:txBody>
          <a:bodyPr anchorCtr="0" anchor="ctr" bIns="91425" lIns="91425" spcFirstLastPara="1" rIns="91425" wrap="square" tIns="91425">
            <a:noAutofit/>
          </a:bodyPr>
          <a:lstStyle/>
          <a:p>
            <a:pPr indent="0" lvl="0" marL="0" rtl="0" algn="l">
              <a:lnSpc>
                <a:spcPct val="112000"/>
              </a:lnSpc>
              <a:spcBef>
                <a:spcPts val="0"/>
              </a:spcBef>
              <a:spcAft>
                <a:spcPts val="0"/>
              </a:spcAft>
              <a:buNone/>
            </a:pPr>
            <a:r>
              <a:rPr b="1" lang="en" sz="1500">
                <a:solidFill>
                  <a:schemeClr val="dk1"/>
                </a:solidFill>
                <a:latin typeface="Lexend"/>
                <a:ea typeface="Lexend"/>
                <a:cs typeface="Lexend"/>
                <a:sym typeface="Lexend"/>
              </a:rPr>
              <a:t>The environment is the inspiration</a:t>
            </a:r>
            <a:endParaRPr b="1" sz="1500">
              <a:solidFill>
                <a:schemeClr val="dk1"/>
              </a:solidFill>
              <a:latin typeface="Lexend"/>
              <a:ea typeface="Lexend"/>
              <a:cs typeface="Lexend"/>
              <a:sym typeface="Lexend"/>
            </a:endParaRPr>
          </a:p>
        </p:txBody>
      </p:sp>
      <p:sp>
        <p:nvSpPr>
          <p:cNvPr id="1505" name="Google Shape;1505;p137"/>
          <p:cNvSpPr txBox="1"/>
          <p:nvPr/>
        </p:nvSpPr>
        <p:spPr>
          <a:xfrm>
            <a:off x="5372100" y="2438400"/>
            <a:ext cx="3086100" cy="685800"/>
          </a:xfrm>
          <a:prstGeom prst="rect">
            <a:avLst/>
          </a:prstGeom>
          <a:noFill/>
          <a:ln>
            <a:noFill/>
          </a:ln>
        </p:spPr>
        <p:txBody>
          <a:bodyPr anchorCtr="0" anchor="ctr" bIns="91425" lIns="91425" spcFirstLastPara="1" rIns="91425" wrap="square" tIns="91425">
            <a:noAutofit/>
          </a:bodyPr>
          <a:lstStyle/>
          <a:p>
            <a:pPr indent="0" lvl="0" marL="0" rtl="0" algn="l">
              <a:lnSpc>
                <a:spcPct val="112000"/>
              </a:lnSpc>
              <a:spcBef>
                <a:spcPts val="0"/>
              </a:spcBef>
              <a:spcAft>
                <a:spcPts val="0"/>
              </a:spcAft>
              <a:buNone/>
            </a:pPr>
            <a:r>
              <a:rPr b="1" lang="en" sz="1500">
                <a:solidFill>
                  <a:schemeClr val="dk1"/>
                </a:solidFill>
                <a:latin typeface="Lexend"/>
                <a:ea typeface="Lexend"/>
                <a:cs typeface="Lexend"/>
                <a:sym typeface="Lexend"/>
              </a:rPr>
              <a:t>Bring the environment to the person</a:t>
            </a:r>
            <a:endParaRPr b="1" sz="1500">
              <a:solidFill>
                <a:schemeClr val="dk1"/>
              </a:solidFill>
              <a:latin typeface="Lexend"/>
              <a:ea typeface="Lexend"/>
              <a:cs typeface="Lexend"/>
              <a:sym typeface="Lexend"/>
            </a:endParaRPr>
          </a:p>
        </p:txBody>
      </p:sp>
      <p:sp>
        <p:nvSpPr>
          <p:cNvPr id="1506" name="Google Shape;1506;p137"/>
          <p:cNvSpPr txBox="1"/>
          <p:nvPr/>
        </p:nvSpPr>
        <p:spPr>
          <a:xfrm>
            <a:off x="5372100" y="3378200"/>
            <a:ext cx="3086100" cy="685800"/>
          </a:xfrm>
          <a:prstGeom prst="rect">
            <a:avLst/>
          </a:prstGeom>
          <a:noFill/>
          <a:ln>
            <a:noFill/>
          </a:ln>
        </p:spPr>
        <p:txBody>
          <a:bodyPr anchorCtr="0" anchor="ctr" bIns="91425" lIns="91425" spcFirstLastPara="1" rIns="91425" wrap="square" tIns="91425">
            <a:noAutofit/>
          </a:bodyPr>
          <a:lstStyle/>
          <a:p>
            <a:pPr indent="0" lvl="0" marL="0" rtl="0" algn="l">
              <a:lnSpc>
                <a:spcPct val="112000"/>
              </a:lnSpc>
              <a:spcBef>
                <a:spcPts val="0"/>
              </a:spcBef>
              <a:spcAft>
                <a:spcPts val="0"/>
              </a:spcAft>
              <a:buNone/>
            </a:pPr>
            <a:r>
              <a:rPr b="1" lang="en" sz="1500">
                <a:solidFill>
                  <a:schemeClr val="dk1"/>
                </a:solidFill>
                <a:latin typeface="Lexend"/>
                <a:ea typeface="Lexend"/>
                <a:cs typeface="Lexend"/>
                <a:sym typeface="Lexend"/>
              </a:rPr>
              <a:t>Center the act of making</a:t>
            </a:r>
            <a:endParaRPr b="1" sz="1500">
              <a:solidFill>
                <a:schemeClr val="dk1"/>
              </a:solidFill>
              <a:latin typeface="Lexend"/>
              <a:ea typeface="Lexend"/>
              <a:cs typeface="Lexend"/>
              <a:sym typeface="Lexend"/>
            </a:endParaRPr>
          </a:p>
        </p:txBody>
      </p:sp>
      <p:sp>
        <p:nvSpPr>
          <p:cNvPr id="1507" name="Google Shape;1507;p137"/>
          <p:cNvSpPr txBox="1"/>
          <p:nvPr/>
        </p:nvSpPr>
        <p:spPr>
          <a:xfrm>
            <a:off x="723900" y="1498600"/>
            <a:ext cx="3810000" cy="685800"/>
          </a:xfrm>
          <a:prstGeom prst="rect">
            <a:avLst/>
          </a:prstGeom>
          <a:noFill/>
          <a:ln>
            <a:noFill/>
          </a:ln>
        </p:spPr>
        <p:txBody>
          <a:bodyPr anchorCtr="0" anchor="ctr" bIns="91425" lIns="91425" spcFirstLastPara="1" rIns="91425" wrap="square" tIns="91425">
            <a:noAutofit/>
          </a:bodyPr>
          <a:lstStyle/>
          <a:p>
            <a:pPr indent="0" lvl="0" marL="0" rtl="0" algn="l">
              <a:lnSpc>
                <a:spcPct val="112000"/>
              </a:lnSpc>
              <a:spcBef>
                <a:spcPts val="0"/>
              </a:spcBef>
              <a:spcAft>
                <a:spcPts val="0"/>
              </a:spcAft>
              <a:buNone/>
            </a:pPr>
            <a:r>
              <a:rPr b="1" lang="en" sz="1500">
                <a:solidFill>
                  <a:srgbClr val="999999"/>
                </a:solidFill>
                <a:latin typeface="Lexend"/>
                <a:ea typeface="Lexend"/>
                <a:cs typeface="Lexend"/>
                <a:sym typeface="Lexend"/>
              </a:rPr>
              <a:t>People wanted to see the place itself</a:t>
            </a:r>
            <a:endParaRPr b="1" sz="1500">
              <a:solidFill>
                <a:srgbClr val="999999"/>
              </a:solidFill>
              <a:latin typeface="Lexend"/>
              <a:ea typeface="Lexend"/>
              <a:cs typeface="Lexend"/>
              <a:sym typeface="Lexend"/>
            </a:endParaRPr>
          </a:p>
        </p:txBody>
      </p:sp>
      <p:sp>
        <p:nvSpPr>
          <p:cNvPr id="1508" name="Google Shape;1508;p137"/>
          <p:cNvSpPr txBox="1"/>
          <p:nvPr/>
        </p:nvSpPr>
        <p:spPr>
          <a:xfrm>
            <a:off x="723900" y="2438400"/>
            <a:ext cx="3810000" cy="685800"/>
          </a:xfrm>
          <a:prstGeom prst="rect">
            <a:avLst/>
          </a:prstGeom>
          <a:noFill/>
          <a:ln>
            <a:noFill/>
          </a:ln>
        </p:spPr>
        <p:txBody>
          <a:bodyPr anchorCtr="0" anchor="ctr" bIns="91425" lIns="91425" spcFirstLastPara="1" rIns="91425" wrap="square" tIns="91425">
            <a:noAutofit/>
          </a:bodyPr>
          <a:lstStyle/>
          <a:p>
            <a:pPr indent="0" lvl="0" marL="0" rtl="0" algn="l">
              <a:lnSpc>
                <a:spcPct val="112000"/>
              </a:lnSpc>
              <a:spcBef>
                <a:spcPts val="0"/>
              </a:spcBef>
              <a:spcAft>
                <a:spcPts val="0"/>
              </a:spcAft>
              <a:buNone/>
            </a:pPr>
            <a:r>
              <a:rPr b="1" lang="en" sz="1500">
                <a:solidFill>
                  <a:srgbClr val="999999"/>
                </a:solidFill>
                <a:latin typeface="Lexend"/>
                <a:ea typeface="Lexend"/>
                <a:cs typeface="Lexend"/>
                <a:sym typeface="Lexend"/>
              </a:rPr>
              <a:t>Going somewhere new felt like too much work</a:t>
            </a:r>
            <a:endParaRPr b="1" sz="1500">
              <a:solidFill>
                <a:srgbClr val="999999"/>
              </a:solidFill>
              <a:latin typeface="Lexend"/>
              <a:ea typeface="Lexend"/>
              <a:cs typeface="Lexend"/>
              <a:sym typeface="Lexend"/>
            </a:endParaRPr>
          </a:p>
        </p:txBody>
      </p:sp>
      <p:sp>
        <p:nvSpPr>
          <p:cNvPr id="1509" name="Google Shape;1509;p137"/>
          <p:cNvSpPr txBox="1"/>
          <p:nvPr/>
        </p:nvSpPr>
        <p:spPr>
          <a:xfrm>
            <a:off x="723900" y="3378200"/>
            <a:ext cx="3810000" cy="685800"/>
          </a:xfrm>
          <a:prstGeom prst="rect">
            <a:avLst/>
          </a:prstGeom>
          <a:noFill/>
          <a:ln>
            <a:noFill/>
          </a:ln>
        </p:spPr>
        <p:txBody>
          <a:bodyPr anchorCtr="0" anchor="ctr" bIns="91425" lIns="91425" spcFirstLastPara="1" rIns="91425" wrap="square" tIns="91425">
            <a:noAutofit/>
          </a:bodyPr>
          <a:lstStyle/>
          <a:p>
            <a:pPr indent="0" lvl="0" marL="0" rtl="0" algn="l">
              <a:lnSpc>
                <a:spcPct val="112000"/>
              </a:lnSpc>
              <a:spcBef>
                <a:spcPts val="0"/>
              </a:spcBef>
              <a:spcAft>
                <a:spcPts val="0"/>
              </a:spcAft>
              <a:buNone/>
            </a:pPr>
            <a:r>
              <a:rPr b="1" lang="en" sz="1500">
                <a:solidFill>
                  <a:srgbClr val="999999"/>
                </a:solidFill>
                <a:latin typeface="Lexend"/>
                <a:ea typeface="Lexend"/>
                <a:cs typeface="Lexend"/>
                <a:sym typeface="Lexend"/>
              </a:rPr>
              <a:t>Making mattered more than the finished piece</a:t>
            </a:r>
            <a:endParaRPr b="1" sz="1500">
              <a:solidFill>
                <a:srgbClr val="999999"/>
              </a:solidFill>
              <a:latin typeface="Lexend"/>
              <a:ea typeface="Lexend"/>
              <a:cs typeface="Lexend"/>
              <a:sym typeface="Lexend"/>
            </a:endParaRPr>
          </a:p>
        </p:txBody>
      </p:sp>
      <p:sp>
        <p:nvSpPr>
          <p:cNvPr id="1510" name="Google Shape;1510;p137"/>
          <p:cNvSpPr txBox="1"/>
          <p:nvPr/>
        </p:nvSpPr>
        <p:spPr>
          <a:xfrm>
            <a:off x="4724400" y="1498600"/>
            <a:ext cx="457200" cy="685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–&gt;</a:t>
            </a:r>
            <a:endParaRPr b="1" sz="1300">
              <a:solidFill>
                <a:schemeClr val="dk1"/>
              </a:solidFill>
              <a:latin typeface="Lexend"/>
              <a:ea typeface="Lexend"/>
              <a:cs typeface="Lexend"/>
              <a:sym typeface="Lexend"/>
            </a:endParaRPr>
          </a:p>
        </p:txBody>
      </p:sp>
      <p:sp>
        <p:nvSpPr>
          <p:cNvPr id="1511" name="Google Shape;1511;p137"/>
          <p:cNvSpPr txBox="1"/>
          <p:nvPr/>
        </p:nvSpPr>
        <p:spPr>
          <a:xfrm>
            <a:off x="4724400" y="2438400"/>
            <a:ext cx="457200" cy="685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-&gt;</a:t>
            </a:r>
            <a:endParaRPr b="1" sz="1300">
              <a:solidFill>
                <a:schemeClr val="dk1"/>
              </a:solidFill>
              <a:latin typeface="Lexend"/>
              <a:ea typeface="Lexend"/>
              <a:cs typeface="Lexend"/>
              <a:sym typeface="Lexend"/>
            </a:endParaRPr>
          </a:p>
        </p:txBody>
      </p:sp>
      <p:sp>
        <p:nvSpPr>
          <p:cNvPr id="1512" name="Google Shape;1512;p137"/>
          <p:cNvSpPr txBox="1"/>
          <p:nvPr/>
        </p:nvSpPr>
        <p:spPr>
          <a:xfrm>
            <a:off x="4724400" y="3378200"/>
            <a:ext cx="457200" cy="685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-&gt;</a:t>
            </a:r>
            <a:endParaRPr b="1" sz="1300">
              <a:solidFill>
                <a:schemeClr val="dk1"/>
              </a:solidFill>
              <a:latin typeface="Lexend"/>
              <a:ea typeface="Lexend"/>
              <a:cs typeface="Lexend"/>
              <a:sym typeface="Lexen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16" name="Shape 1516"/>
        <p:cNvGrpSpPr/>
        <p:nvPr/>
      </p:nvGrpSpPr>
      <p:grpSpPr>
        <a:xfrm>
          <a:off x="0" y="0"/>
          <a:ext cx="0" cy="0"/>
          <a:chOff x="0" y="0"/>
          <a:chExt cx="0" cy="0"/>
        </a:xfrm>
      </p:grpSpPr>
      <p:sp>
        <p:nvSpPr>
          <p:cNvPr id="1517" name="Google Shape;1517;p138"/>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Made Us Rethink Our Idea</a:t>
            </a:r>
            <a:endParaRPr/>
          </a:p>
        </p:txBody>
      </p:sp>
      <p:sp>
        <p:nvSpPr>
          <p:cNvPr id="1518" name="Google Shape;1518;p138"/>
          <p:cNvSpPr txBox="1"/>
          <p:nvPr>
            <p:ph idx="1" type="subTitle"/>
          </p:nvPr>
        </p:nvSpPr>
        <p:spPr>
          <a:xfrm>
            <a:off x="503825" y="1233600"/>
            <a:ext cx="3204600" cy="35529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100">
                <a:solidFill>
                  <a:srgbClr val="000000"/>
                </a:solidFill>
              </a:rPr>
              <a:t>People wanted to see the place itself.</a:t>
            </a:r>
            <a:br>
              <a:rPr b="1" lang="en" sz="1100">
                <a:solidFill>
                  <a:srgbClr val="000000"/>
                </a:solidFill>
              </a:rPr>
            </a:br>
            <a:r>
              <a:rPr lang="en" sz="1100">
                <a:solidFill>
                  <a:srgbClr val="000000"/>
                </a:solidFill>
              </a:rPr>
              <a:t>P4 wanted to picture being there, not just see artwork someone had made there</a:t>
            </a:r>
            <a:endParaRPr sz="1100">
              <a:solidFill>
                <a:srgbClr val="000000"/>
              </a:solidFill>
            </a:endParaRPr>
          </a:p>
          <a:p>
            <a:pPr indent="0" lvl="0" marL="0" rtl="0" algn="l">
              <a:lnSpc>
                <a:spcPct val="115000"/>
              </a:lnSpc>
              <a:spcBef>
                <a:spcPts val="1200"/>
              </a:spcBef>
              <a:spcAft>
                <a:spcPts val="0"/>
              </a:spcAft>
              <a:buNone/>
            </a:pPr>
            <a:r>
              <a:t/>
            </a:r>
            <a:endParaRPr sz="1100">
              <a:solidFill>
                <a:srgbClr val="000000"/>
              </a:solidFill>
            </a:endParaRPr>
          </a:p>
          <a:p>
            <a:pPr indent="0" lvl="0" marL="0" rtl="0" algn="l">
              <a:lnSpc>
                <a:spcPct val="115000"/>
              </a:lnSpc>
              <a:spcBef>
                <a:spcPts val="1200"/>
              </a:spcBef>
              <a:spcAft>
                <a:spcPts val="0"/>
              </a:spcAft>
              <a:buNone/>
            </a:pPr>
            <a:r>
              <a:rPr b="1" lang="en" sz="1100">
                <a:solidFill>
                  <a:srgbClr val="000000"/>
                </a:solidFill>
              </a:rPr>
              <a:t>Going somewhere new felt like too much work.</a:t>
            </a:r>
            <a:br>
              <a:rPr b="1" lang="en" sz="1100">
                <a:solidFill>
                  <a:srgbClr val="000000"/>
                </a:solidFill>
              </a:rPr>
            </a:br>
            <a:r>
              <a:rPr lang="en" sz="1100">
                <a:solidFill>
                  <a:srgbClr val="000000"/>
                </a:solidFill>
              </a:rPr>
              <a:t>P4 wanted to browse more freely. Going somewhere else wasn’t helpful when they wanted inspiration right then</a:t>
            </a:r>
            <a:endParaRPr sz="1100">
              <a:solidFill>
                <a:srgbClr val="000000"/>
              </a:solidFill>
            </a:endParaRPr>
          </a:p>
          <a:p>
            <a:pPr indent="0" lvl="0" marL="0" rtl="0" algn="l">
              <a:lnSpc>
                <a:spcPct val="115000"/>
              </a:lnSpc>
              <a:spcBef>
                <a:spcPts val="1200"/>
              </a:spcBef>
              <a:spcAft>
                <a:spcPts val="0"/>
              </a:spcAft>
              <a:buNone/>
            </a:pPr>
            <a:r>
              <a:t/>
            </a:r>
            <a:endParaRPr sz="1100">
              <a:solidFill>
                <a:srgbClr val="000000"/>
              </a:solidFill>
            </a:endParaRPr>
          </a:p>
          <a:p>
            <a:pPr indent="0" lvl="0" marL="0" rtl="0" algn="l">
              <a:lnSpc>
                <a:spcPct val="115000"/>
              </a:lnSpc>
              <a:spcBef>
                <a:spcPts val="1200"/>
              </a:spcBef>
              <a:spcAft>
                <a:spcPts val="0"/>
              </a:spcAft>
              <a:buNone/>
            </a:pPr>
            <a:r>
              <a:rPr b="1" lang="en" sz="1100">
                <a:solidFill>
                  <a:srgbClr val="000000"/>
                </a:solidFill>
              </a:rPr>
              <a:t>Making mattered more than the finished piece.</a:t>
            </a:r>
            <a:br>
              <a:rPr b="1" lang="en" sz="1100">
                <a:solidFill>
                  <a:srgbClr val="000000"/>
                </a:solidFill>
              </a:rPr>
            </a:br>
            <a:r>
              <a:rPr lang="en" sz="1100">
                <a:solidFill>
                  <a:srgbClr val="000000"/>
                </a:solidFill>
              </a:rPr>
              <a:t>P1 questioned why they would share, and P1 and P2 chose to save privately</a:t>
            </a:r>
            <a:endParaRPr sz="1100">
              <a:solidFill>
                <a:srgbClr val="000000"/>
              </a:solidFill>
            </a:endParaRPr>
          </a:p>
          <a:p>
            <a:pPr indent="0" lvl="0" marL="457200" rtl="0" algn="l">
              <a:spcBef>
                <a:spcPts val="1200"/>
              </a:spcBef>
              <a:spcAft>
                <a:spcPts val="0"/>
              </a:spcAft>
              <a:buNone/>
            </a:pPr>
            <a:r>
              <a:t/>
            </a:r>
            <a:endParaRPr sz="1100"/>
          </a:p>
        </p:txBody>
      </p:sp>
      <p:sp>
        <p:nvSpPr>
          <p:cNvPr id="1519" name="Google Shape;1519;p138"/>
          <p:cNvSpPr txBox="1"/>
          <p:nvPr>
            <p:ph idx="1" type="subTitle"/>
          </p:nvPr>
        </p:nvSpPr>
        <p:spPr>
          <a:xfrm>
            <a:off x="3316050" y="1640350"/>
            <a:ext cx="1597200" cy="26763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rPr b="1" lang="en" sz="1300">
                <a:solidFill>
                  <a:srgbClr val="000000"/>
                </a:solidFill>
              </a:rPr>
              <a:t>-&gt;</a:t>
            </a:r>
            <a:endParaRPr b="1" sz="1300">
              <a:solidFill>
                <a:srgbClr val="000000"/>
              </a:solidFill>
            </a:endParaRPr>
          </a:p>
          <a:p>
            <a:pPr indent="0" lvl="0" marL="457200" rtl="0" algn="l">
              <a:spcBef>
                <a:spcPts val="0"/>
              </a:spcBef>
              <a:spcAft>
                <a:spcPts val="0"/>
              </a:spcAft>
              <a:buNone/>
            </a:pPr>
            <a:r>
              <a:t/>
            </a:r>
            <a:endParaRPr b="1" sz="1300">
              <a:solidFill>
                <a:srgbClr val="000000"/>
              </a:solidFill>
            </a:endParaRPr>
          </a:p>
          <a:p>
            <a:pPr indent="0" lvl="0" marL="457200" rtl="0" algn="l">
              <a:spcBef>
                <a:spcPts val="0"/>
              </a:spcBef>
              <a:spcAft>
                <a:spcPts val="0"/>
              </a:spcAft>
              <a:buNone/>
            </a:pPr>
            <a:r>
              <a:t/>
            </a:r>
            <a:endParaRPr b="1" sz="1300">
              <a:solidFill>
                <a:srgbClr val="000000"/>
              </a:solidFill>
            </a:endParaRPr>
          </a:p>
          <a:p>
            <a:pPr indent="0" lvl="0" marL="457200" rtl="0" algn="l">
              <a:spcBef>
                <a:spcPts val="0"/>
              </a:spcBef>
              <a:spcAft>
                <a:spcPts val="0"/>
              </a:spcAft>
              <a:buNone/>
            </a:pPr>
            <a:r>
              <a:t/>
            </a:r>
            <a:endParaRPr b="1" sz="1300">
              <a:solidFill>
                <a:srgbClr val="000000"/>
              </a:solidFill>
            </a:endParaRPr>
          </a:p>
          <a:p>
            <a:pPr indent="0" lvl="0" marL="457200" rtl="0" algn="l">
              <a:spcBef>
                <a:spcPts val="0"/>
              </a:spcBef>
              <a:spcAft>
                <a:spcPts val="0"/>
              </a:spcAft>
              <a:buNone/>
            </a:pPr>
            <a:r>
              <a:rPr b="1" lang="en" sz="1300">
                <a:solidFill>
                  <a:srgbClr val="000000"/>
                </a:solidFill>
              </a:rPr>
              <a:t>-&gt;</a:t>
            </a:r>
            <a:endParaRPr b="1" sz="1300">
              <a:solidFill>
                <a:srgbClr val="000000"/>
              </a:solidFill>
            </a:endParaRPr>
          </a:p>
          <a:p>
            <a:pPr indent="0" lvl="0" marL="457200" rtl="0" algn="l">
              <a:spcBef>
                <a:spcPts val="0"/>
              </a:spcBef>
              <a:spcAft>
                <a:spcPts val="0"/>
              </a:spcAft>
              <a:buNone/>
            </a:pPr>
            <a:r>
              <a:t/>
            </a:r>
            <a:endParaRPr b="1" sz="1300">
              <a:solidFill>
                <a:srgbClr val="000000"/>
              </a:solidFill>
            </a:endParaRPr>
          </a:p>
          <a:p>
            <a:pPr indent="0" lvl="0" marL="457200" rtl="0" algn="l">
              <a:spcBef>
                <a:spcPts val="0"/>
              </a:spcBef>
              <a:spcAft>
                <a:spcPts val="0"/>
              </a:spcAft>
              <a:buNone/>
            </a:pPr>
            <a:r>
              <a:t/>
            </a:r>
            <a:endParaRPr b="1" sz="1300">
              <a:solidFill>
                <a:srgbClr val="000000"/>
              </a:solidFill>
            </a:endParaRPr>
          </a:p>
          <a:p>
            <a:pPr indent="0" lvl="0" marL="457200" rtl="0" algn="l">
              <a:spcBef>
                <a:spcPts val="0"/>
              </a:spcBef>
              <a:spcAft>
                <a:spcPts val="0"/>
              </a:spcAft>
              <a:buNone/>
            </a:pPr>
            <a:r>
              <a:t/>
            </a:r>
            <a:endParaRPr b="1" sz="1300">
              <a:solidFill>
                <a:srgbClr val="000000"/>
              </a:solidFill>
            </a:endParaRPr>
          </a:p>
          <a:p>
            <a:pPr indent="0" lvl="0" marL="457200" rtl="0" algn="l">
              <a:spcBef>
                <a:spcPts val="0"/>
              </a:spcBef>
              <a:spcAft>
                <a:spcPts val="0"/>
              </a:spcAft>
              <a:buNone/>
            </a:pPr>
            <a:r>
              <a:t/>
            </a:r>
            <a:endParaRPr b="1" sz="1300">
              <a:solidFill>
                <a:srgbClr val="000000"/>
              </a:solidFill>
            </a:endParaRPr>
          </a:p>
          <a:p>
            <a:pPr indent="0" lvl="0" marL="457200" rtl="0" algn="l">
              <a:spcBef>
                <a:spcPts val="0"/>
              </a:spcBef>
              <a:spcAft>
                <a:spcPts val="0"/>
              </a:spcAft>
              <a:buNone/>
            </a:pPr>
            <a:r>
              <a:t/>
            </a:r>
            <a:endParaRPr b="1" sz="1300">
              <a:solidFill>
                <a:srgbClr val="000000"/>
              </a:solidFill>
            </a:endParaRPr>
          </a:p>
          <a:p>
            <a:pPr indent="0" lvl="0" marL="457200" rtl="0" algn="l">
              <a:spcBef>
                <a:spcPts val="0"/>
              </a:spcBef>
              <a:spcAft>
                <a:spcPts val="0"/>
              </a:spcAft>
              <a:buNone/>
            </a:pPr>
            <a:r>
              <a:t/>
            </a:r>
            <a:endParaRPr b="1" sz="1300">
              <a:solidFill>
                <a:srgbClr val="000000"/>
              </a:solidFill>
            </a:endParaRPr>
          </a:p>
          <a:p>
            <a:pPr indent="0" lvl="0" marL="0" rtl="0" algn="l">
              <a:spcBef>
                <a:spcPts val="0"/>
              </a:spcBef>
              <a:spcAft>
                <a:spcPts val="0"/>
              </a:spcAft>
              <a:buNone/>
            </a:pPr>
            <a:r>
              <a:rPr b="1" lang="en" sz="1300">
                <a:solidFill>
                  <a:srgbClr val="000000"/>
                </a:solidFill>
              </a:rPr>
              <a:t>	-&gt;</a:t>
            </a:r>
            <a:endParaRPr b="1" sz="1300">
              <a:solidFill>
                <a:srgbClr val="000000"/>
              </a:solidFill>
            </a:endParaRPr>
          </a:p>
        </p:txBody>
      </p:sp>
      <p:sp>
        <p:nvSpPr>
          <p:cNvPr id="1520" name="Google Shape;1520;p138"/>
          <p:cNvSpPr txBox="1"/>
          <p:nvPr>
            <p:ph idx="1" type="subTitle"/>
          </p:nvPr>
        </p:nvSpPr>
        <p:spPr>
          <a:xfrm>
            <a:off x="4305575" y="1140925"/>
            <a:ext cx="4536000" cy="40836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100">
                <a:solidFill>
                  <a:srgbClr val="000000"/>
                </a:solidFill>
              </a:rPr>
              <a:t>The environment is the inspiration</a:t>
            </a:r>
            <a:br>
              <a:rPr b="1" lang="en" sz="1100">
                <a:solidFill>
                  <a:srgbClr val="000000"/>
                </a:solidFill>
              </a:rPr>
            </a:br>
            <a:r>
              <a:rPr lang="en" sz="1100">
                <a:solidFill>
                  <a:srgbClr val="000000"/>
                </a:solidFill>
              </a:rPr>
              <a:t>P4 wanted to understand the environment and access inspiration without traveling elsewhere.</a:t>
            </a:r>
            <a:br>
              <a:rPr lang="en" sz="1100">
                <a:solidFill>
                  <a:srgbClr val="000000"/>
                </a:solidFill>
              </a:rPr>
            </a:br>
            <a:r>
              <a:rPr lang="en" sz="1100">
                <a:solidFill>
                  <a:srgbClr val="000000"/>
                </a:solidFill>
              </a:rPr>
              <a:t>→ Explore bringing the surroundings into the user’s creative space.</a:t>
            </a:r>
            <a:endParaRPr sz="1100">
              <a:solidFill>
                <a:srgbClr val="000000"/>
              </a:solidFill>
            </a:endParaRPr>
          </a:p>
          <a:p>
            <a:pPr indent="0" lvl="0" marL="0" rtl="0" algn="l">
              <a:lnSpc>
                <a:spcPct val="115000"/>
              </a:lnSpc>
              <a:spcBef>
                <a:spcPts val="1200"/>
              </a:spcBef>
              <a:spcAft>
                <a:spcPts val="0"/>
              </a:spcAft>
              <a:buNone/>
            </a:pPr>
            <a:r>
              <a:rPr b="1" lang="en" sz="1100">
                <a:solidFill>
                  <a:srgbClr val="000000"/>
                </a:solidFill>
              </a:rPr>
              <a:t>Bring the environment to the person</a:t>
            </a:r>
            <a:br>
              <a:rPr b="1" lang="en" sz="1100">
                <a:solidFill>
                  <a:srgbClr val="000000"/>
                </a:solidFill>
              </a:rPr>
            </a:br>
            <a:r>
              <a:rPr lang="en" sz="1100">
                <a:solidFill>
                  <a:srgbClr val="000000"/>
                </a:solidFill>
              </a:rPr>
              <a:t>P4 wanted to browse multiple images without repeated clicks.</a:t>
            </a:r>
            <a:br>
              <a:rPr lang="en" sz="1100">
                <a:solidFill>
                  <a:srgbClr val="000000"/>
                </a:solidFill>
              </a:rPr>
            </a:br>
            <a:r>
              <a:rPr lang="en" sz="1100">
                <a:solidFill>
                  <a:srgbClr val="000000"/>
                </a:solidFill>
              </a:rPr>
              <a:t>→ Offer quick environment previews and fewer steps before starting.</a:t>
            </a:r>
            <a:endParaRPr sz="1100">
              <a:solidFill>
                <a:srgbClr val="000000"/>
              </a:solidFill>
            </a:endParaRPr>
          </a:p>
          <a:p>
            <a:pPr indent="0" lvl="0" marL="0" rtl="0" algn="l">
              <a:lnSpc>
                <a:spcPct val="115000"/>
              </a:lnSpc>
              <a:spcBef>
                <a:spcPts val="1200"/>
              </a:spcBef>
              <a:spcAft>
                <a:spcPts val="0"/>
              </a:spcAft>
              <a:buNone/>
            </a:pPr>
            <a:r>
              <a:t/>
            </a:r>
            <a:endParaRPr sz="1100">
              <a:solidFill>
                <a:srgbClr val="000000"/>
              </a:solidFill>
            </a:endParaRPr>
          </a:p>
          <a:p>
            <a:pPr indent="0" lvl="0" marL="0" rtl="0" algn="l">
              <a:lnSpc>
                <a:spcPct val="115000"/>
              </a:lnSpc>
              <a:spcBef>
                <a:spcPts val="1200"/>
              </a:spcBef>
              <a:spcAft>
                <a:spcPts val="0"/>
              </a:spcAft>
              <a:buNone/>
            </a:pPr>
            <a:r>
              <a:rPr b="1" lang="en" sz="1100">
                <a:solidFill>
                  <a:srgbClr val="000000"/>
                </a:solidFill>
              </a:rPr>
              <a:t>Center the act of making</a:t>
            </a:r>
            <a:br>
              <a:rPr b="1" lang="en" sz="1100">
                <a:solidFill>
                  <a:srgbClr val="000000"/>
                </a:solidFill>
              </a:rPr>
            </a:br>
            <a:r>
              <a:rPr lang="en" sz="1100">
                <a:solidFill>
                  <a:srgbClr val="000000"/>
                </a:solidFill>
              </a:rPr>
              <a:t>P1 questioned sharing; P1 and P2 chose private saving. Reflection preferences also varied.</a:t>
            </a:r>
            <a:br>
              <a:rPr lang="en" sz="1100">
                <a:solidFill>
                  <a:srgbClr val="000000"/>
                </a:solidFill>
              </a:rPr>
            </a:br>
            <a:r>
              <a:rPr lang="en" sz="1100">
                <a:solidFill>
                  <a:srgbClr val="000000"/>
                </a:solidFill>
              </a:rPr>
              <a:t>→ Make the experience useful without requiring an upload, a recording, or public sharing.</a:t>
            </a:r>
            <a:endParaRPr sz="1100">
              <a:solidFill>
                <a:srgbClr val="000000"/>
              </a:solidFill>
            </a:endParaRPr>
          </a:p>
          <a:p>
            <a:pPr indent="0" lvl="0" marL="457200" rtl="0" algn="l">
              <a:spcBef>
                <a:spcPts val="1200"/>
              </a:spcBef>
              <a:spcAft>
                <a:spcPts val="0"/>
              </a:spcAft>
              <a:buNone/>
            </a:pPr>
            <a:r>
              <a:t/>
            </a:r>
            <a:endParaRPr sz="1100"/>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4" name="Shape 1524"/>
        <p:cNvGrpSpPr/>
        <p:nvPr/>
      </p:nvGrpSpPr>
      <p:grpSpPr>
        <a:xfrm>
          <a:off x="0" y="0"/>
          <a:ext cx="0" cy="0"/>
          <a:chOff x="0" y="0"/>
          <a:chExt cx="0" cy="0"/>
        </a:xfrm>
      </p:grpSpPr>
      <p:pic>
        <p:nvPicPr>
          <p:cNvPr id="1525" name="Google Shape;1525;p139"/>
          <p:cNvPicPr preferRelativeResize="0"/>
          <p:nvPr/>
        </p:nvPicPr>
        <p:blipFill rotWithShape="1">
          <a:blip r:embed="rId3">
            <a:alphaModFix/>
          </a:blip>
          <a:srcRect b="0" l="0" r="0" t="15390"/>
          <a:stretch/>
        </p:blipFill>
        <p:spPr>
          <a:xfrm>
            <a:off x="623800" y="1253100"/>
            <a:ext cx="4615500" cy="2637300"/>
          </a:xfrm>
          <a:prstGeom prst="roundRect">
            <a:avLst>
              <a:gd fmla="val 4704" name="adj"/>
            </a:avLst>
          </a:prstGeom>
          <a:noFill/>
          <a:ln>
            <a:noFill/>
          </a:ln>
        </p:spPr>
      </p:pic>
      <p:sp>
        <p:nvSpPr>
          <p:cNvPr id="1526" name="Google Shape;1526;p139"/>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We Want to Try Next</a:t>
            </a:r>
            <a:endParaRPr/>
          </a:p>
        </p:txBody>
      </p:sp>
      <p:sp>
        <p:nvSpPr>
          <p:cNvPr id="1527" name="Google Shape;1527;p139"/>
          <p:cNvSpPr txBox="1"/>
          <p:nvPr>
            <p:ph idx="1" type="subTitle"/>
          </p:nvPr>
        </p:nvSpPr>
        <p:spPr>
          <a:xfrm>
            <a:off x="5523750" y="1573500"/>
            <a:ext cx="3101100" cy="21306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400"/>
              <a:t>Think about sketching in a park or looking out the window on a train. Your surroundings keep changing, and you can look up whenever something catches your attention</a:t>
            </a:r>
            <a:endParaRPr sz="1400"/>
          </a:p>
          <a:p>
            <a:pPr indent="0" lvl="0" marL="0" rtl="0" algn="l">
              <a:spcBef>
                <a:spcPts val="1200"/>
              </a:spcBef>
              <a:spcAft>
                <a:spcPts val="0"/>
              </a:spcAft>
              <a:buNone/>
            </a:pPr>
            <a:r>
              <a:t/>
            </a:r>
            <a:endParaRPr sz="1400"/>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1" name="Shape 1531"/>
        <p:cNvGrpSpPr/>
        <p:nvPr/>
      </p:nvGrpSpPr>
      <p:grpSpPr>
        <a:xfrm>
          <a:off x="0" y="0"/>
          <a:ext cx="0" cy="0"/>
          <a:chOff x="0" y="0"/>
          <a:chExt cx="0" cy="0"/>
        </a:xfrm>
      </p:grpSpPr>
      <p:sp>
        <p:nvSpPr>
          <p:cNvPr id="1532" name="Google Shape;1532;p140"/>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TRY NEXT</a:t>
            </a:r>
            <a:endParaRPr/>
          </a:p>
        </p:txBody>
      </p:sp>
      <p:pic>
        <p:nvPicPr>
          <p:cNvPr id="1533" name="Google Shape;1533;p140"/>
          <p:cNvPicPr preferRelativeResize="0"/>
          <p:nvPr/>
        </p:nvPicPr>
        <p:blipFill>
          <a:blip r:embed="rId3">
            <a:alphaModFix/>
          </a:blip>
          <a:stretch>
            <a:fillRect/>
          </a:stretch>
        </p:blipFill>
        <p:spPr>
          <a:xfrm>
            <a:off x="5025425" y="1426300"/>
            <a:ext cx="3182400" cy="2557800"/>
          </a:xfrm>
          <a:prstGeom prst="roundRect">
            <a:avLst>
              <a:gd fmla="val 5419" name="adj"/>
            </a:avLst>
          </a:prstGeom>
          <a:noFill/>
          <a:ln>
            <a:noFill/>
          </a:ln>
        </p:spPr>
      </p:pic>
      <p:sp>
        <p:nvSpPr>
          <p:cNvPr id="1534" name="Google Shape;1534;p140"/>
          <p:cNvSpPr txBox="1"/>
          <p:nvPr>
            <p:ph idx="1" type="subTitle"/>
          </p:nvPr>
        </p:nvSpPr>
        <p:spPr>
          <a:xfrm>
            <a:off x="646425" y="1861750"/>
            <a:ext cx="4060800" cy="16869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400"/>
              <a:t>We want to bring that feeling to someone’s workspace</a:t>
            </a:r>
            <a:endParaRPr b="1" sz="1400"/>
          </a:p>
          <a:p>
            <a:pPr indent="0" lvl="0" marL="0" rtl="0" algn="l">
              <a:lnSpc>
                <a:spcPct val="115000"/>
              </a:lnSpc>
              <a:spcBef>
                <a:spcPts val="1200"/>
              </a:spcBef>
              <a:spcAft>
                <a:spcPts val="0"/>
              </a:spcAft>
              <a:buNone/>
            </a:pPr>
            <a:r>
              <a:rPr lang="en" sz="1400"/>
              <a:t>Hologram video + spatial sound → to create immersive observation for creation</a:t>
            </a:r>
            <a:endParaRPr sz="1200"/>
          </a:p>
          <a:p>
            <a:pPr indent="0" lvl="0" marL="0" rtl="0" algn="l">
              <a:spcBef>
                <a:spcPts val="1200"/>
              </a:spcBef>
              <a:spcAft>
                <a:spcPts val="0"/>
              </a:spcAft>
              <a:buNone/>
            </a:pPr>
            <a:r>
              <a:t/>
            </a:r>
            <a:endParaRPr sz="1200"/>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38" name="Shape 1538"/>
        <p:cNvGrpSpPr/>
        <p:nvPr/>
      </p:nvGrpSpPr>
      <p:grpSpPr>
        <a:xfrm>
          <a:off x="0" y="0"/>
          <a:ext cx="0" cy="0"/>
          <a:chOff x="0" y="0"/>
          <a:chExt cx="0" cy="0"/>
        </a:xfrm>
      </p:grpSpPr>
      <p:sp>
        <p:nvSpPr>
          <p:cNvPr id="1539" name="Google Shape;1539;p141"/>
          <p:cNvSpPr txBox="1"/>
          <p:nvPr>
            <p:ph idx="1" type="subTitle"/>
          </p:nvPr>
        </p:nvSpPr>
        <p:spPr>
          <a:xfrm>
            <a:off x="543450" y="1224900"/>
            <a:ext cx="7704000" cy="33792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300">
                <a:solidFill>
                  <a:srgbClr val="000000"/>
                </a:solidFill>
              </a:rPr>
              <a:t>An ambient window into another place</a:t>
            </a:r>
            <a:endParaRPr b="1" sz="1300">
              <a:solidFill>
                <a:srgbClr val="000000"/>
              </a:solidFill>
            </a:endParaRPr>
          </a:p>
          <a:p>
            <a:pPr indent="0" lvl="0" marL="0" rtl="0" algn="l">
              <a:lnSpc>
                <a:spcPct val="115000"/>
              </a:lnSpc>
              <a:spcBef>
                <a:spcPts val="1200"/>
              </a:spcBef>
              <a:spcAft>
                <a:spcPts val="0"/>
              </a:spcAft>
              <a:buNone/>
            </a:pPr>
            <a:r>
              <a:rPr lang="en" sz="1300">
                <a:solidFill>
                  <a:srgbClr val="000000"/>
                </a:solidFill>
              </a:rPr>
              <a:t>Inspired by painting in a museum, sketching in a park, and watching scenery pass from a train.</a:t>
            </a:r>
            <a:endParaRPr sz="1300">
              <a:solidFill>
                <a:srgbClr val="000000"/>
              </a:solidFill>
            </a:endParaRPr>
          </a:p>
          <a:p>
            <a:pPr indent="-311150" lvl="0" marL="457200" rtl="0" algn="l">
              <a:lnSpc>
                <a:spcPct val="115000"/>
              </a:lnSpc>
              <a:spcBef>
                <a:spcPts val="1200"/>
              </a:spcBef>
              <a:spcAft>
                <a:spcPts val="0"/>
              </a:spcAft>
              <a:buClr>
                <a:srgbClr val="000000"/>
              </a:buClr>
              <a:buSzPts val="1300"/>
              <a:buFont typeface="Epilogue"/>
              <a:buChar char="●"/>
            </a:pPr>
            <a:r>
              <a:rPr lang="en" sz="1300">
                <a:solidFill>
                  <a:srgbClr val="000000"/>
                </a:solidFill>
              </a:rPr>
              <a:t>A phone-and-plastic display creates a floating-image effect</a:t>
            </a:r>
            <a:endParaRPr sz="1300">
              <a:solidFill>
                <a:srgbClr val="000000"/>
              </a:solidFill>
            </a:endParaRPr>
          </a:p>
          <a:p>
            <a:pPr indent="-311150" lvl="0" marL="457200" rtl="0" algn="l">
              <a:lnSpc>
                <a:spcPct val="115000"/>
              </a:lnSpc>
              <a:spcBef>
                <a:spcPts val="0"/>
              </a:spcBef>
              <a:spcAft>
                <a:spcPts val="0"/>
              </a:spcAft>
              <a:buClr>
                <a:srgbClr val="000000"/>
              </a:buClr>
              <a:buSzPts val="1300"/>
              <a:buFont typeface="Epilogue"/>
              <a:buChar char="●"/>
            </a:pPr>
            <a:r>
              <a:rPr lang="en" sz="1300">
                <a:solidFill>
                  <a:srgbClr val="000000"/>
                </a:solidFill>
              </a:rPr>
              <a:t>A one-way environmental view provides changing scenery</a:t>
            </a:r>
            <a:endParaRPr sz="1300">
              <a:solidFill>
                <a:srgbClr val="000000"/>
              </a:solidFill>
            </a:endParaRPr>
          </a:p>
          <a:p>
            <a:pPr indent="-311150" lvl="0" marL="457200" rtl="0" algn="l">
              <a:lnSpc>
                <a:spcPct val="115000"/>
              </a:lnSpc>
              <a:spcBef>
                <a:spcPts val="0"/>
              </a:spcBef>
              <a:spcAft>
                <a:spcPts val="0"/>
              </a:spcAft>
              <a:buClr>
                <a:srgbClr val="000000"/>
              </a:buClr>
              <a:buSzPts val="1300"/>
              <a:buFont typeface="Epilogue"/>
              <a:buChar char="●"/>
            </a:pPr>
            <a:r>
              <a:rPr lang="en" sz="1300">
                <a:solidFill>
                  <a:srgbClr val="000000"/>
                </a:solidFill>
              </a:rPr>
              <a:t>Optional spatial audio adds a sense of place</a:t>
            </a:r>
            <a:endParaRPr sz="1300">
              <a:solidFill>
                <a:srgbClr val="000000"/>
              </a:solidFill>
            </a:endParaRPr>
          </a:p>
          <a:p>
            <a:pPr indent="-311150" lvl="0" marL="457200" rtl="0" algn="l">
              <a:lnSpc>
                <a:spcPct val="115000"/>
              </a:lnSpc>
              <a:spcBef>
                <a:spcPts val="0"/>
              </a:spcBef>
              <a:spcAft>
                <a:spcPts val="0"/>
              </a:spcAft>
              <a:buClr>
                <a:srgbClr val="000000"/>
              </a:buClr>
              <a:buSzPts val="1300"/>
              <a:buFont typeface="Epilogue"/>
              <a:buChar char="●"/>
            </a:pPr>
            <a:r>
              <a:rPr lang="en" sz="1300">
                <a:solidFill>
                  <a:srgbClr val="000000"/>
                </a:solidFill>
              </a:rPr>
              <a:t>Simple controls let the user choose a scene, adjust it, and return to making</a:t>
            </a:r>
            <a:endParaRPr sz="1300">
              <a:solidFill>
                <a:srgbClr val="000000"/>
              </a:solidFill>
            </a:endParaRPr>
          </a:p>
          <a:p>
            <a:pPr indent="0" lvl="0" marL="0" rtl="0" algn="l">
              <a:lnSpc>
                <a:spcPct val="115000"/>
              </a:lnSpc>
              <a:spcBef>
                <a:spcPts val="1200"/>
              </a:spcBef>
              <a:spcAft>
                <a:spcPts val="0"/>
              </a:spcAft>
              <a:buNone/>
            </a:pPr>
            <a:r>
              <a:rPr b="1" lang="en" sz="1300">
                <a:solidFill>
                  <a:srgbClr val="000000"/>
                </a:solidFill>
              </a:rPr>
              <a:t>Our hypothesis:</a:t>
            </a:r>
            <a:r>
              <a:rPr lang="en" sz="1300">
                <a:solidFill>
                  <a:srgbClr val="000000"/>
                </a:solidFill>
              </a:rPr>
              <a:t> changing surroundings can support creative exploration without demanding sustained attention</a:t>
            </a:r>
            <a:endParaRPr i="1" sz="1300">
              <a:solidFill>
                <a:srgbClr val="000000"/>
              </a:solidFill>
            </a:endParaRPr>
          </a:p>
          <a:p>
            <a:pPr indent="0" lvl="0" marL="0" rtl="0" algn="l">
              <a:spcBef>
                <a:spcPts val="1200"/>
              </a:spcBef>
              <a:spcAft>
                <a:spcPts val="0"/>
              </a:spcAft>
              <a:buNone/>
            </a:pPr>
            <a:r>
              <a:t/>
            </a:r>
            <a:endParaRPr b="1" sz="1600">
              <a:solidFill>
                <a:srgbClr val="000000"/>
              </a:solidFill>
            </a:endParaRPr>
          </a:p>
        </p:txBody>
      </p:sp>
      <p:sp>
        <p:nvSpPr>
          <p:cNvPr id="1540" name="Google Shape;1540;p141"/>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IDEA</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44" name="Shape 1544"/>
        <p:cNvGrpSpPr/>
        <p:nvPr/>
      </p:nvGrpSpPr>
      <p:grpSpPr>
        <a:xfrm>
          <a:off x="0" y="0"/>
          <a:ext cx="0" cy="0"/>
          <a:chOff x="0" y="0"/>
          <a:chExt cx="0" cy="0"/>
        </a:xfrm>
      </p:grpSpPr>
      <p:sp>
        <p:nvSpPr>
          <p:cNvPr id="1545" name="Google Shape;1545;p142"/>
          <p:cNvSpPr txBox="1"/>
          <p:nvPr>
            <p:ph idx="1" type="subTitle"/>
          </p:nvPr>
        </p:nvSpPr>
        <p:spPr>
          <a:xfrm>
            <a:off x="541475" y="1224900"/>
            <a:ext cx="7704000" cy="32772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300">
                <a:solidFill>
                  <a:srgbClr val="000000"/>
                </a:solidFill>
              </a:rPr>
              <a:t>Our tests showed where people got confused and what they wanted more control over. They didn’t show whether our idea actually helped someone with their craft.</a:t>
            </a:r>
            <a:endParaRPr sz="1300">
              <a:solidFill>
                <a:srgbClr val="000000"/>
              </a:solidFill>
            </a:endParaRPr>
          </a:p>
          <a:p>
            <a:pPr indent="0" lvl="0" marL="0" rtl="0" algn="l">
              <a:lnSpc>
                <a:spcPct val="115000"/>
              </a:lnSpc>
              <a:spcBef>
                <a:spcPts val="1200"/>
              </a:spcBef>
              <a:spcAft>
                <a:spcPts val="0"/>
              </a:spcAft>
              <a:buNone/>
            </a:pPr>
            <a:r>
              <a:rPr lang="en" sz="1300">
                <a:solidFill>
                  <a:srgbClr val="000000"/>
                </a:solidFill>
              </a:rPr>
              <a:t>We also changed how we explained Task 3, so those results are harder to compare.</a:t>
            </a:r>
            <a:endParaRPr sz="1300">
              <a:solidFill>
                <a:srgbClr val="000000"/>
              </a:solidFill>
            </a:endParaRPr>
          </a:p>
          <a:p>
            <a:pPr indent="0" lvl="0" marL="0" rtl="0" algn="l">
              <a:lnSpc>
                <a:spcPct val="115000"/>
              </a:lnSpc>
              <a:spcBef>
                <a:spcPts val="1200"/>
              </a:spcBef>
              <a:spcAft>
                <a:spcPts val="0"/>
              </a:spcAft>
              <a:buNone/>
            </a:pPr>
            <a:r>
              <a:rPr lang="en" sz="1300">
                <a:solidFill>
                  <a:srgbClr val="000000"/>
                </a:solidFill>
              </a:rPr>
              <a:t>Next, we’ll try the ambient prototype while people are actually making something. We’ll look for when they pause, what draws their attention, and whether they find the scene enjoyable or distracting.</a:t>
            </a:r>
            <a:endParaRPr sz="1300">
              <a:solidFill>
                <a:srgbClr val="000000"/>
              </a:solidFill>
            </a:endParaRPr>
          </a:p>
          <a:p>
            <a:pPr indent="0" lvl="0" marL="0" rtl="0" algn="l">
              <a:lnSpc>
                <a:spcPct val="115000"/>
              </a:lnSpc>
              <a:spcBef>
                <a:spcPts val="1200"/>
              </a:spcBef>
              <a:spcAft>
                <a:spcPts val="0"/>
              </a:spcAft>
              <a:buNone/>
            </a:pPr>
            <a:r>
              <a:rPr lang="en" sz="1300">
                <a:solidFill>
                  <a:srgbClr val="000000"/>
                </a:solidFill>
              </a:rPr>
              <a:t>We still need to find out:</a:t>
            </a:r>
            <a:endParaRPr sz="1300">
              <a:solidFill>
                <a:srgbClr val="000000"/>
              </a:solidFill>
            </a:endParaRPr>
          </a:p>
          <a:p>
            <a:pPr indent="-311150" lvl="0" marL="457200" rtl="0" algn="l">
              <a:lnSpc>
                <a:spcPct val="115000"/>
              </a:lnSpc>
              <a:spcBef>
                <a:spcPts val="1200"/>
              </a:spcBef>
              <a:spcAft>
                <a:spcPts val="0"/>
              </a:spcAft>
              <a:buClr>
                <a:srgbClr val="000000"/>
              </a:buClr>
              <a:buSzPts val="1300"/>
              <a:buFont typeface="Epilogue"/>
              <a:buChar char="●"/>
            </a:pPr>
            <a:r>
              <a:rPr lang="en" sz="1300">
                <a:solidFill>
                  <a:srgbClr val="000000"/>
                </a:solidFill>
              </a:rPr>
              <a:t>Does the floating display add anything over a regular phone screen?</a:t>
            </a:r>
            <a:endParaRPr sz="1300">
              <a:solidFill>
                <a:srgbClr val="000000"/>
              </a:solidFill>
            </a:endParaRPr>
          </a:p>
          <a:p>
            <a:pPr indent="-311150" lvl="0" marL="457200" rtl="0" algn="l">
              <a:lnSpc>
                <a:spcPct val="115000"/>
              </a:lnSpc>
              <a:spcBef>
                <a:spcPts val="0"/>
              </a:spcBef>
              <a:spcAft>
                <a:spcPts val="0"/>
              </a:spcAft>
              <a:buClr>
                <a:srgbClr val="000000"/>
              </a:buClr>
              <a:buSzPts val="1300"/>
              <a:buFont typeface="Epilogue"/>
              <a:buChar char="●"/>
            </a:pPr>
            <a:r>
              <a:rPr lang="en" sz="1300">
                <a:solidFill>
                  <a:srgbClr val="000000"/>
                </a:solidFill>
              </a:rPr>
              <a:t>Does live footage feel different from recorded footage?</a:t>
            </a:r>
            <a:endParaRPr sz="1300">
              <a:solidFill>
                <a:srgbClr val="000000"/>
              </a:solidFill>
            </a:endParaRPr>
          </a:p>
          <a:p>
            <a:pPr indent="-311150" lvl="0" marL="457200" rtl="0" algn="l">
              <a:lnSpc>
                <a:spcPct val="115000"/>
              </a:lnSpc>
              <a:spcBef>
                <a:spcPts val="0"/>
              </a:spcBef>
              <a:spcAft>
                <a:spcPts val="0"/>
              </a:spcAft>
              <a:buClr>
                <a:srgbClr val="000000"/>
              </a:buClr>
              <a:buSzPts val="1300"/>
              <a:buFont typeface="Epilogue"/>
              <a:buChar char="●"/>
            </a:pPr>
            <a:r>
              <a:rPr lang="en" sz="1300">
                <a:solidFill>
                  <a:srgbClr val="000000"/>
                </a:solidFill>
              </a:rPr>
              <a:t>Would people keep using it after the novelty wears off?</a:t>
            </a:r>
            <a:endParaRPr sz="1300">
              <a:solidFill>
                <a:srgbClr val="000000"/>
              </a:solidFill>
            </a:endParaRPr>
          </a:p>
          <a:p>
            <a:pPr indent="0" lvl="0" marL="0" rtl="0" algn="l">
              <a:spcBef>
                <a:spcPts val="1200"/>
              </a:spcBef>
              <a:spcAft>
                <a:spcPts val="0"/>
              </a:spcAft>
              <a:buNone/>
            </a:pPr>
            <a:r>
              <a:t/>
            </a:r>
            <a:endParaRPr sz="1300">
              <a:solidFill>
                <a:srgbClr val="000000"/>
              </a:solidFill>
            </a:endParaRPr>
          </a:p>
        </p:txBody>
      </p:sp>
      <p:sp>
        <p:nvSpPr>
          <p:cNvPr id="1546" name="Google Shape;1546;p142"/>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UNKNOWNS</a:t>
            </a:r>
            <a:r>
              <a:rPr lang="en"/>
              <a:t> </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50" name="Shape 1550"/>
        <p:cNvGrpSpPr/>
        <p:nvPr/>
      </p:nvGrpSpPr>
      <p:grpSpPr>
        <a:xfrm>
          <a:off x="0" y="0"/>
          <a:ext cx="0" cy="0"/>
          <a:chOff x="0" y="0"/>
          <a:chExt cx="0" cy="0"/>
        </a:xfrm>
      </p:grpSpPr>
      <p:sp>
        <p:nvSpPr>
          <p:cNvPr id="1551" name="Google Shape;1551;p143"/>
          <p:cNvSpPr txBox="1"/>
          <p:nvPr>
            <p:ph idx="1" type="subTitle"/>
          </p:nvPr>
        </p:nvSpPr>
        <p:spPr>
          <a:xfrm>
            <a:off x="610375" y="1224900"/>
            <a:ext cx="7704000" cy="2305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300">
                <a:solidFill>
                  <a:srgbClr val="000000"/>
                </a:solidFill>
              </a:rPr>
              <a:t>What we could not establish:</a:t>
            </a:r>
            <a:r>
              <a:rPr lang="en" sz="1300">
                <a:solidFill>
                  <a:srgbClr val="000000"/>
                </a:solidFill>
              </a:rPr>
              <a:t> whether the experience supports someone’s </a:t>
            </a:r>
            <a:r>
              <a:rPr lang="en" sz="1300">
                <a:solidFill>
                  <a:srgbClr val="000000"/>
                </a:solidFill>
              </a:rPr>
              <a:t>minecraft</a:t>
            </a:r>
            <a:r>
              <a:rPr lang="en" sz="1300">
                <a:solidFill>
                  <a:srgbClr val="000000"/>
                </a:solidFill>
              </a:rPr>
              <a:t>. Task 3 instructions were reframed, and the paper prototype did not simulate actual making</a:t>
            </a:r>
            <a:endParaRPr sz="1300">
              <a:solidFill>
                <a:srgbClr val="000000"/>
              </a:solidFill>
            </a:endParaRPr>
          </a:p>
          <a:p>
            <a:pPr indent="0" lvl="0" marL="0" rtl="0" algn="l">
              <a:lnSpc>
                <a:spcPct val="115000"/>
              </a:lnSpc>
              <a:spcBef>
                <a:spcPts val="1200"/>
              </a:spcBef>
              <a:spcAft>
                <a:spcPts val="0"/>
              </a:spcAft>
              <a:buNone/>
            </a:pPr>
            <a:r>
              <a:rPr b="1" lang="en" sz="1300">
                <a:solidFill>
                  <a:srgbClr val="000000"/>
                </a:solidFill>
              </a:rPr>
              <a:t>Next:</a:t>
            </a:r>
            <a:r>
              <a:rPr lang="en" sz="1300">
                <a:solidFill>
                  <a:srgbClr val="000000"/>
                </a:solidFill>
              </a:rPr>
              <a:t> test an ambient prototype while participants do a familiar craft</a:t>
            </a:r>
            <a:endParaRPr sz="1300">
              <a:solidFill>
                <a:srgbClr val="000000"/>
              </a:solidFill>
            </a:endParaRPr>
          </a:p>
          <a:p>
            <a:pPr indent="0" lvl="0" marL="0" rtl="0" algn="l">
              <a:lnSpc>
                <a:spcPct val="115000"/>
              </a:lnSpc>
              <a:spcBef>
                <a:spcPts val="1200"/>
              </a:spcBef>
              <a:spcAft>
                <a:spcPts val="0"/>
              </a:spcAft>
              <a:buNone/>
            </a:pPr>
            <a:r>
              <a:rPr lang="en" sz="1300">
                <a:solidFill>
                  <a:srgbClr val="000000"/>
                </a:solidFill>
              </a:rPr>
              <a:t>Compare making with and without the scene. Observe interruptions and ask about enjoyment, distraction, and sense of presence.</a:t>
            </a:r>
            <a:endParaRPr sz="1300">
              <a:solidFill>
                <a:srgbClr val="000000"/>
              </a:solidFill>
            </a:endParaRPr>
          </a:p>
          <a:p>
            <a:pPr indent="0" lvl="0" marL="0" rtl="0" algn="l">
              <a:lnSpc>
                <a:spcPct val="115000"/>
              </a:lnSpc>
              <a:spcBef>
                <a:spcPts val="1200"/>
              </a:spcBef>
              <a:spcAft>
                <a:spcPts val="0"/>
              </a:spcAft>
              <a:buNone/>
            </a:pPr>
            <a:r>
              <a:rPr b="1" lang="en" sz="1300">
                <a:solidFill>
                  <a:srgbClr val="000000"/>
                </a:solidFill>
              </a:rPr>
              <a:t>Then test separately:</a:t>
            </a:r>
            <a:r>
              <a:rPr lang="en" sz="1300">
                <a:solidFill>
                  <a:srgbClr val="000000"/>
                </a:solidFill>
              </a:rPr>
              <a:t> whether the floating display adds value, and whether live footage differs from recorded footage.</a:t>
            </a:r>
            <a:endParaRPr sz="1300">
              <a:solidFill>
                <a:srgbClr val="000000"/>
              </a:solidFill>
            </a:endParaRPr>
          </a:p>
          <a:p>
            <a:pPr indent="0" lvl="0" marL="0" rtl="0" algn="l">
              <a:spcBef>
                <a:spcPts val="1200"/>
              </a:spcBef>
              <a:spcAft>
                <a:spcPts val="0"/>
              </a:spcAft>
              <a:buNone/>
            </a:pPr>
            <a:r>
              <a:t/>
            </a:r>
            <a:endParaRPr b="1" sz="1300">
              <a:solidFill>
                <a:srgbClr val="000000"/>
              </a:solidFill>
            </a:endParaRPr>
          </a:p>
        </p:txBody>
      </p:sp>
      <p:sp>
        <p:nvSpPr>
          <p:cNvPr id="1552" name="Google Shape;1552;p143"/>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STILL NEED TO TEST</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56" name="Shape 1556"/>
        <p:cNvGrpSpPr/>
        <p:nvPr/>
      </p:nvGrpSpPr>
      <p:grpSpPr>
        <a:xfrm>
          <a:off x="0" y="0"/>
          <a:ext cx="0" cy="0"/>
          <a:chOff x="0" y="0"/>
          <a:chExt cx="0" cy="0"/>
        </a:xfrm>
      </p:grpSpPr>
      <p:sp>
        <p:nvSpPr>
          <p:cNvPr id="1557" name="Google Shape;1557;p144"/>
          <p:cNvSpPr txBox="1"/>
          <p:nvPr>
            <p:ph type="ctrTitle"/>
          </p:nvPr>
        </p:nvSpPr>
        <p:spPr>
          <a:xfrm>
            <a:off x="713225" y="1042416"/>
            <a:ext cx="7086600" cy="1766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latin typeface="Lexend Mega Black"/>
                <a:ea typeface="Lexend Mega Black"/>
                <a:cs typeface="Lexend Mega Black"/>
                <a:sym typeface="Lexend Mega Black"/>
              </a:rPr>
              <a:t>APPENDIX</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1" name="Shape 1561"/>
        <p:cNvGrpSpPr/>
        <p:nvPr/>
      </p:nvGrpSpPr>
      <p:grpSpPr>
        <a:xfrm>
          <a:off x="0" y="0"/>
          <a:ext cx="0" cy="0"/>
          <a:chOff x="0" y="0"/>
          <a:chExt cx="0" cy="0"/>
        </a:xfrm>
      </p:grpSpPr>
      <p:sp>
        <p:nvSpPr>
          <p:cNvPr id="1562" name="Google Shape;1562;p145"/>
          <p:cNvSpPr txBox="1"/>
          <p:nvPr>
            <p:ph type="title"/>
          </p:nvPr>
        </p:nvSpPr>
        <p:spPr>
          <a:xfrm>
            <a:off x="635000"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ALL WATCH PROS AND CONS</a:t>
            </a:r>
            <a:endParaRPr/>
          </a:p>
        </p:txBody>
      </p:sp>
      <p:sp>
        <p:nvSpPr>
          <p:cNvPr id="1563" name="Google Shape;1563;p145"/>
          <p:cNvSpPr txBox="1"/>
          <p:nvPr/>
        </p:nvSpPr>
        <p:spPr>
          <a:xfrm>
            <a:off x="723900" y="1168400"/>
            <a:ext cx="3708300" cy="3759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200">
                <a:solidFill>
                  <a:schemeClr val="dk1"/>
                </a:solidFill>
                <a:latin typeface="Lexend"/>
                <a:ea typeface="Lexend"/>
                <a:cs typeface="Lexend"/>
                <a:sym typeface="Lexend"/>
              </a:rPr>
              <a:t>Pros</a:t>
            </a:r>
            <a:endParaRPr b="1" sz="1200">
              <a:solidFill>
                <a:schemeClr val="dk1"/>
              </a:solidFill>
              <a:latin typeface="Lexend"/>
              <a:ea typeface="Lexend"/>
              <a:cs typeface="Lexend"/>
              <a:sym typeface="Lexend"/>
            </a:endParaRPr>
          </a:p>
          <a:p>
            <a:pPr indent="0" lvl="0" marL="0" rtl="0" algn="l">
              <a:lnSpc>
                <a:spcPct val="110000"/>
              </a:lnSpc>
              <a:spcBef>
                <a:spcPts val="600"/>
              </a:spcBef>
              <a:spcAft>
                <a:spcPts val="0"/>
              </a:spcAft>
              <a:buNone/>
            </a:pPr>
            <a:r>
              <a:rPr lang="en" sz="1000">
                <a:solidFill>
                  <a:schemeClr val="dk1"/>
                </a:solidFill>
                <a:latin typeface="Lexend"/>
                <a:ea typeface="Lexend"/>
                <a:cs typeface="Lexend"/>
                <a:sym typeface="Lexend"/>
              </a:rPr>
              <a:t>Haptic turn-by-turn directions let people find a spot without staring at a screen</a:t>
            </a:r>
            <a:r>
              <a:rPr i="1" lang="en" sz="1000">
                <a:solidFill>
                  <a:srgbClr val="6B6B6B"/>
                </a:solidFill>
                <a:latin typeface="Lexend"/>
                <a:ea typeface="Lexend"/>
                <a:cs typeface="Lexend"/>
                <a:sym typeface="Lexend"/>
              </a:rPr>
              <a:t> (A2 ethics)</a:t>
            </a:r>
            <a:endParaRPr i="1" sz="1000">
              <a:solidFill>
                <a:srgbClr val="6B6B6B"/>
              </a:solidFill>
              <a:latin typeface="Lexend"/>
              <a:ea typeface="Lexend"/>
              <a:cs typeface="Lexend"/>
              <a:sym typeface="Lexend"/>
            </a:endParaRPr>
          </a:p>
          <a:p>
            <a:pPr indent="0" lvl="0" marL="0" rtl="0" algn="l">
              <a:lnSpc>
                <a:spcPct val="110000"/>
              </a:lnSpc>
              <a:spcBef>
                <a:spcPts val="600"/>
              </a:spcBef>
              <a:spcAft>
                <a:spcPts val="0"/>
              </a:spcAft>
              <a:buNone/>
            </a:pPr>
            <a:r>
              <a:rPr lang="en" sz="1000">
                <a:solidFill>
                  <a:schemeClr val="dk1"/>
                </a:solidFill>
                <a:latin typeface="Lexend"/>
                <a:ea typeface="Lexend"/>
                <a:cs typeface="Lexend"/>
                <a:sym typeface="Lexend"/>
              </a:rPr>
              <a:t>A glance at the wrist fits a short break better than unlocking a phone</a:t>
            </a:r>
            <a:endParaRPr sz="1000">
              <a:solidFill>
                <a:schemeClr val="dk1"/>
              </a:solidFill>
              <a:latin typeface="Lexend"/>
              <a:ea typeface="Lexend"/>
              <a:cs typeface="Lexend"/>
              <a:sym typeface="Lexend"/>
            </a:endParaRPr>
          </a:p>
          <a:p>
            <a:pPr indent="0" lvl="0" marL="0" rtl="0" algn="l">
              <a:lnSpc>
                <a:spcPct val="110000"/>
              </a:lnSpc>
              <a:spcBef>
                <a:spcPts val="600"/>
              </a:spcBef>
              <a:spcAft>
                <a:spcPts val="0"/>
              </a:spcAft>
              <a:buNone/>
            </a:pPr>
            <a:r>
              <a:rPr lang="en" sz="1000">
                <a:solidFill>
                  <a:schemeClr val="dk1"/>
                </a:solidFill>
                <a:latin typeface="Lexend"/>
                <a:ea typeface="Lexend"/>
                <a:cs typeface="Lexend"/>
                <a:sym typeface="Lexend"/>
              </a:rPr>
              <a:t>Without a camera, there's less pull toward a polished final photo</a:t>
            </a:r>
            <a:r>
              <a:rPr i="1" lang="en" sz="1000">
                <a:solidFill>
                  <a:srgbClr val="6B6B6B"/>
                </a:solidFill>
                <a:latin typeface="Lexend"/>
                <a:ea typeface="Lexend"/>
                <a:cs typeface="Lexend"/>
                <a:sym typeface="Lexend"/>
              </a:rPr>
              <a:t> (A2: meaning is in the process)</a:t>
            </a:r>
            <a:endParaRPr i="1" sz="1000">
              <a:solidFill>
                <a:srgbClr val="6B6B6B"/>
              </a:solidFill>
              <a:latin typeface="Lexend"/>
              <a:ea typeface="Lexend"/>
              <a:cs typeface="Lexend"/>
              <a:sym typeface="Lexend"/>
            </a:endParaRPr>
          </a:p>
          <a:p>
            <a:pPr indent="0" lvl="0" marL="0" rtl="0" algn="l">
              <a:lnSpc>
                <a:spcPct val="110000"/>
              </a:lnSpc>
              <a:spcBef>
                <a:spcPts val="600"/>
              </a:spcBef>
              <a:spcAft>
                <a:spcPts val="0"/>
              </a:spcAft>
              <a:buNone/>
            </a:pPr>
            <a:r>
              <a:rPr lang="en" sz="1000">
                <a:solidFill>
                  <a:schemeClr val="dk1"/>
                </a:solidFill>
                <a:latin typeface="Lexend"/>
                <a:ea typeface="Lexend"/>
                <a:cs typeface="Lexend"/>
                <a:sym typeface="Lexend"/>
              </a:rPr>
              <a:t>Following a compass to an unknown spot makes discovery feel like an adventure</a:t>
            </a:r>
            <a:r>
              <a:rPr i="1" lang="en" sz="1000">
                <a:solidFill>
                  <a:srgbClr val="6B6B6B"/>
                </a:solidFill>
                <a:latin typeface="Lexend"/>
                <a:ea typeface="Lexend"/>
                <a:cs typeface="Lexend"/>
                <a:sym typeface="Lexend"/>
              </a:rPr>
              <a:t> (A2 experience prototype 1)</a:t>
            </a:r>
            <a:endParaRPr i="1" sz="1000">
              <a:solidFill>
                <a:srgbClr val="6B6B6B"/>
              </a:solidFill>
              <a:latin typeface="Lexend"/>
              <a:ea typeface="Lexend"/>
              <a:cs typeface="Lexend"/>
              <a:sym typeface="Lexend"/>
            </a:endParaRPr>
          </a:p>
          <a:p>
            <a:pPr indent="0" lvl="0" marL="0" rtl="0" algn="l">
              <a:lnSpc>
                <a:spcPct val="110000"/>
              </a:lnSpc>
              <a:spcBef>
                <a:spcPts val="600"/>
              </a:spcBef>
              <a:spcAft>
                <a:spcPts val="0"/>
              </a:spcAft>
              <a:buNone/>
            </a:pPr>
            <a:r>
              <a:rPr lang="en" sz="1000">
                <a:solidFill>
                  <a:schemeClr val="dk1"/>
                </a:solidFill>
                <a:latin typeface="Lexend"/>
                <a:ea typeface="Lexend"/>
                <a:cs typeface="Lexend"/>
                <a:sym typeface="Lexend"/>
              </a:rPr>
              <a:t>Wrist notifications get noticed while walking, even with the phone put away</a:t>
            </a:r>
            <a:endParaRPr sz="1000">
              <a:solidFill>
                <a:schemeClr val="dk1"/>
              </a:solidFill>
              <a:latin typeface="Lexend"/>
              <a:ea typeface="Lexend"/>
              <a:cs typeface="Lexend"/>
              <a:sym typeface="Lexend"/>
            </a:endParaRPr>
          </a:p>
          <a:p>
            <a:pPr indent="0" lvl="0" marL="0" rtl="0" algn="l">
              <a:lnSpc>
                <a:spcPct val="110000"/>
              </a:lnSpc>
              <a:spcBef>
                <a:spcPts val="600"/>
              </a:spcBef>
              <a:spcAft>
                <a:spcPts val="600"/>
              </a:spcAft>
              <a:buNone/>
            </a:pPr>
            <a:r>
              <a:rPr lang="en" sz="1000">
                <a:solidFill>
                  <a:schemeClr val="dk1"/>
                </a:solidFill>
                <a:latin typeface="Lexend"/>
                <a:ea typeface="Lexend"/>
                <a:cs typeface="Lexend"/>
                <a:sym typeface="Lexend"/>
              </a:rPr>
              <a:t>Hands stay free while painting</a:t>
            </a:r>
            <a:endParaRPr sz="1000">
              <a:solidFill>
                <a:schemeClr val="dk1"/>
              </a:solidFill>
              <a:latin typeface="Lexend"/>
              <a:ea typeface="Lexend"/>
              <a:cs typeface="Lexend"/>
              <a:sym typeface="Lexend"/>
            </a:endParaRPr>
          </a:p>
        </p:txBody>
      </p:sp>
      <p:sp>
        <p:nvSpPr>
          <p:cNvPr id="1564" name="Google Shape;1564;p145"/>
          <p:cNvSpPr txBox="1"/>
          <p:nvPr/>
        </p:nvSpPr>
        <p:spPr>
          <a:xfrm>
            <a:off x="4711700" y="1168400"/>
            <a:ext cx="3708300" cy="3759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200">
                <a:solidFill>
                  <a:schemeClr val="dk1"/>
                </a:solidFill>
                <a:latin typeface="Lexend"/>
                <a:ea typeface="Lexend"/>
                <a:cs typeface="Lexend"/>
                <a:sym typeface="Lexend"/>
              </a:rPr>
              <a:t>Cons</a:t>
            </a:r>
            <a:endParaRPr b="1" sz="1200">
              <a:solidFill>
                <a:schemeClr val="dk1"/>
              </a:solidFill>
              <a:latin typeface="Lexend"/>
              <a:ea typeface="Lexend"/>
              <a:cs typeface="Lexend"/>
              <a:sym typeface="Lexend"/>
            </a:endParaRPr>
          </a:p>
          <a:p>
            <a:pPr indent="0" lvl="0" marL="0" rtl="0" algn="l">
              <a:lnSpc>
                <a:spcPct val="110000"/>
              </a:lnSpc>
              <a:spcBef>
                <a:spcPts val="600"/>
              </a:spcBef>
              <a:spcAft>
                <a:spcPts val="0"/>
              </a:spcAft>
              <a:buNone/>
            </a:pPr>
            <a:r>
              <a:rPr lang="en" sz="1000">
                <a:solidFill>
                  <a:schemeClr val="dk1"/>
                </a:solidFill>
                <a:latin typeface="Lexend"/>
                <a:ea typeface="Lexend"/>
                <a:cs typeface="Lexend"/>
                <a:sym typeface="Lexend"/>
              </a:rPr>
              <a:t>No camera, so saving art means switching to the phone anyway</a:t>
            </a:r>
            <a:endParaRPr sz="1000">
              <a:solidFill>
                <a:schemeClr val="dk1"/>
              </a:solidFill>
              <a:latin typeface="Lexend"/>
              <a:ea typeface="Lexend"/>
              <a:cs typeface="Lexend"/>
              <a:sym typeface="Lexend"/>
            </a:endParaRPr>
          </a:p>
          <a:p>
            <a:pPr indent="0" lvl="0" marL="0" rtl="0" algn="l">
              <a:lnSpc>
                <a:spcPct val="110000"/>
              </a:lnSpc>
              <a:spcBef>
                <a:spcPts val="600"/>
              </a:spcBef>
              <a:spcAft>
                <a:spcPts val="0"/>
              </a:spcAft>
              <a:buNone/>
            </a:pPr>
            <a:r>
              <a:rPr lang="en" sz="1000">
                <a:solidFill>
                  <a:schemeClr val="dk1"/>
                </a:solidFill>
                <a:latin typeface="Lexend"/>
                <a:ea typeface="Lexend"/>
                <a:cs typeface="Lexend"/>
                <a:sym typeface="Lexend"/>
              </a:rPr>
              <a:t>Small screen makes others' art hard to see, and small targets are slower to hit</a:t>
            </a:r>
            <a:r>
              <a:rPr i="1" lang="en" sz="1000">
                <a:solidFill>
                  <a:srgbClr val="6B6B6B"/>
                </a:solidFill>
                <a:latin typeface="Lexend"/>
                <a:ea typeface="Lexend"/>
                <a:cs typeface="Lexend"/>
                <a:sym typeface="Lexend"/>
              </a:rPr>
              <a:t> (Fitts's law)</a:t>
            </a:r>
            <a:endParaRPr i="1" sz="1000">
              <a:solidFill>
                <a:srgbClr val="6B6B6B"/>
              </a:solidFill>
              <a:latin typeface="Lexend"/>
              <a:ea typeface="Lexend"/>
              <a:cs typeface="Lexend"/>
              <a:sym typeface="Lexend"/>
            </a:endParaRPr>
          </a:p>
          <a:p>
            <a:pPr indent="0" lvl="0" marL="0" rtl="0" algn="l">
              <a:lnSpc>
                <a:spcPct val="110000"/>
              </a:lnSpc>
              <a:spcBef>
                <a:spcPts val="600"/>
              </a:spcBef>
              <a:spcAft>
                <a:spcPts val="0"/>
              </a:spcAft>
              <a:buNone/>
            </a:pPr>
            <a:r>
              <a:rPr lang="en" sz="1000">
                <a:solidFill>
                  <a:schemeClr val="dk1"/>
                </a:solidFill>
                <a:latin typeface="Lexend"/>
                <a:ea typeface="Lexend"/>
                <a:cs typeface="Lexend"/>
                <a:sym typeface="Lexend"/>
              </a:rPr>
              <a:t>Too little room to browse past work or record and review reflections</a:t>
            </a:r>
            <a:r>
              <a:rPr i="1" lang="en" sz="1000">
                <a:solidFill>
                  <a:srgbClr val="6B6B6B"/>
                </a:solidFill>
                <a:latin typeface="Lexend"/>
                <a:ea typeface="Lexend"/>
                <a:cs typeface="Lexend"/>
                <a:sym typeface="Lexend"/>
              </a:rPr>
              <a:t> (needfinding, Lola)</a:t>
            </a:r>
            <a:endParaRPr i="1" sz="1000">
              <a:solidFill>
                <a:srgbClr val="6B6B6B"/>
              </a:solidFill>
              <a:latin typeface="Lexend"/>
              <a:ea typeface="Lexend"/>
              <a:cs typeface="Lexend"/>
              <a:sym typeface="Lexend"/>
            </a:endParaRPr>
          </a:p>
          <a:p>
            <a:pPr indent="0" lvl="0" marL="0" rtl="0" algn="l">
              <a:lnSpc>
                <a:spcPct val="110000"/>
              </a:lnSpc>
              <a:spcBef>
                <a:spcPts val="600"/>
              </a:spcBef>
              <a:spcAft>
                <a:spcPts val="0"/>
              </a:spcAft>
              <a:buNone/>
            </a:pPr>
            <a:r>
              <a:rPr lang="en" sz="1000">
                <a:solidFill>
                  <a:schemeClr val="dk1"/>
                </a:solidFill>
                <a:latin typeface="Lexend"/>
                <a:ea typeface="Lexend"/>
                <a:cs typeface="Lexend"/>
                <a:sym typeface="Lexend"/>
              </a:rPr>
              <a:t>Splitting one break across two devices adds handoffs and steps</a:t>
            </a:r>
            <a:r>
              <a:rPr i="1" lang="en" sz="1000">
                <a:solidFill>
                  <a:srgbClr val="6B6B6B"/>
                </a:solidFill>
                <a:latin typeface="Lexend"/>
                <a:ea typeface="Lexend"/>
                <a:cs typeface="Lexend"/>
                <a:sym typeface="Lexend"/>
              </a:rPr>
              <a:t> (gulf of execution)</a:t>
            </a:r>
            <a:endParaRPr i="1" sz="1000">
              <a:solidFill>
                <a:srgbClr val="6B6B6B"/>
              </a:solidFill>
              <a:latin typeface="Lexend"/>
              <a:ea typeface="Lexend"/>
              <a:cs typeface="Lexend"/>
              <a:sym typeface="Lexend"/>
            </a:endParaRPr>
          </a:p>
          <a:p>
            <a:pPr indent="0" lvl="0" marL="0" rtl="0" algn="l">
              <a:lnSpc>
                <a:spcPct val="110000"/>
              </a:lnSpc>
              <a:spcBef>
                <a:spcPts val="600"/>
              </a:spcBef>
              <a:spcAft>
                <a:spcPts val="0"/>
              </a:spcAft>
              <a:buNone/>
            </a:pPr>
            <a:r>
              <a:rPr lang="en" sz="1000">
                <a:solidFill>
                  <a:schemeClr val="dk1"/>
                </a:solidFill>
                <a:latin typeface="Lexend"/>
                <a:ea typeface="Lexend"/>
                <a:cs typeface="Lexend"/>
                <a:sym typeface="Lexend"/>
              </a:rPr>
              <a:t>Fewer people own a smartwatch, which limits who can use etch</a:t>
            </a:r>
            <a:r>
              <a:rPr i="1" lang="en" sz="1000">
                <a:solidFill>
                  <a:srgbClr val="6B6B6B"/>
                </a:solidFill>
                <a:latin typeface="Lexend"/>
                <a:ea typeface="Lexend"/>
                <a:cs typeface="Lexend"/>
                <a:sym typeface="Lexend"/>
              </a:rPr>
              <a:t> (accessibility)</a:t>
            </a:r>
            <a:endParaRPr i="1" sz="1000">
              <a:solidFill>
                <a:srgbClr val="6B6B6B"/>
              </a:solidFill>
              <a:latin typeface="Lexend"/>
              <a:ea typeface="Lexend"/>
              <a:cs typeface="Lexend"/>
              <a:sym typeface="Lexend"/>
            </a:endParaRPr>
          </a:p>
          <a:p>
            <a:pPr indent="0" lvl="0" marL="0" rtl="0" algn="l">
              <a:lnSpc>
                <a:spcPct val="110000"/>
              </a:lnSpc>
              <a:spcBef>
                <a:spcPts val="600"/>
              </a:spcBef>
              <a:spcAft>
                <a:spcPts val="0"/>
              </a:spcAft>
              <a:buNone/>
            </a:pPr>
            <a:r>
              <a:rPr lang="en" sz="1000">
                <a:solidFill>
                  <a:schemeClr val="dk1"/>
                </a:solidFill>
                <a:latin typeface="Lexend"/>
                <a:ea typeface="Lexend"/>
                <a:cs typeface="Lexend"/>
                <a:sym typeface="Lexend"/>
              </a:rPr>
              <a:t>Haptic patterns have to be memorized</a:t>
            </a:r>
            <a:r>
              <a:rPr i="1" lang="en" sz="1000">
                <a:solidFill>
                  <a:srgbClr val="6B6B6B"/>
                </a:solidFill>
                <a:latin typeface="Lexend"/>
                <a:ea typeface="Lexend"/>
                <a:cs typeface="Lexend"/>
                <a:sym typeface="Lexend"/>
              </a:rPr>
              <a:t> (recognition over recall)</a:t>
            </a:r>
            <a:endParaRPr i="1" sz="1000">
              <a:solidFill>
                <a:srgbClr val="6B6B6B"/>
              </a:solidFill>
              <a:latin typeface="Lexend"/>
              <a:ea typeface="Lexend"/>
              <a:cs typeface="Lexend"/>
              <a:sym typeface="Lexend"/>
            </a:endParaRPr>
          </a:p>
          <a:p>
            <a:pPr indent="0" lvl="0" marL="0" rtl="0" algn="l">
              <a:lnSpc>
                <a:spcPct val="110000"/>
              </a:lnSpc>
              <a:spcBef>
                <a:spcPts val="600"/>
              </a:spcBef>
              <a:spcAft>
                <a:spcPts val="600"/>
              </a:spcAft>
              <a:buNone/>
            </a:pPr>
            <a:r>
              <a:rPr lang="en" sz="1000">
                <a:solidFill>
                  <a:schemeClr val="dk1"/>
                </a:solidFill>
                <a:latin typeface="Lexend"/>
                <a:ea typeface="Lexend"/>
                <a:cs typeface="Lexend"/>
                <a:sym typeface="Lexend"/>
              </a:rPr>
              <a:t>The supplies live on the phone case, so the phone comes out regardless</a:t>
            </a:r>
            <a:endParaRPr sz="1000">
              <a:solidFill>
                <a:schemeClr val="dk1"/>
              </a:solidFill>
              <a:latin typeface="Lexend"/>
              <a:ea typeface="Lexend"/>
              <a:cs typeface="Lexend"/>
              <a:sym typeface="Lexen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8" name="Shape 1568"/>
        <p:cNvGrpSpPr/>
        <p:nvPr/>
      </p:nvGrpSpPr>
      <p:grpSpPr>
        <a:xfrm>
          <a:off x="0" y="0"/>
          <a:ext cx="0" cy="0"/>
          <a:chOff x="0" y="0"/>
          <a:chExt cx="0" cy="0"/>
        </a:xfrm>
      </p:grpSpPr>
      <p:sp>
        <p:nvSpPr>
          <p:cNvPr id="1569" name="Google Shape;1569;p146"/>
          <p:cNvSpPr txBox="1"/>
          <p:nvPr>
            <p:ph type="title"/>
          </p:nvPr>
        </p:nvSpPr>
        <p:spPr>
          <a:xfrm>
            <a:off x="635000"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ALL PHONE PROS AND CONS</a:t>
            </a:r>
            <a:endParaRPr/>
          </a:p>
        </p:txBody>
      </p:sp>
      <p:sp>
        <p:nvSpPr>
          <p:cNvPr id="1570" name="Google Shape;1570;p146"/>
          <p:cNvSpPr txBox="1"/>
          <p:nvPr/>
        </p:nvSpPr>
        <p:spPr>
          <a:xfrm>
            <a:off x="723900" y="1168400"/>
            <a:ext cx="3708300" cy="3759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200">
                <a:solidFill>
                  <a:schemeClr val="dk1"/>
                </a:solidFill>
                <a:latin typeface="Lexend"/>
                <a:ea typeface="Lexend"/>
                <a:cs typeface="Lexend"/>
                <a:sym typeface="Lexend"/>
              </a:rPr>
              <a:t>Pros</a:t>
            </a:r>
            <a:endParaRPr b="1" sz="1200">
              <a:solidFill>
                <a:schemeClr val="dk1"/>
              </a:solidFill>
              <a:latin typeface="Lexend"/>
              <a:ea typeface="Lexend"/>
              <a:cs typeface="Lexend"/>
              <a:sym typeface="Lexend"/>
            </a:endParaRPr>
          </a:p>
          <a:p>
            <a:pPr indent="0" lvl="0" marL="0" rtl="0" algn="l">
              <a:lnSpc>
                <a:spcPct val="110000"/>
              </a:lnSpc>
              <a:spcBef>
                <a:spcPts val="450"/>
              </a:spcBef>
              <a:spcAft>
                <a:spcPts val="0"/>
              </a:spcAft>
              <a:buNone/>
            </a:pPr>
            <a:r>
              <a:rPr lang="en" sz="950">
                <a:solidFill>
                  <a:schemeClr val="dk1"/>
                </a:solidFill>
                <a:latin typeface="Lexend"/>
                <a:ea typeface="Lexend"/>
                <a:cs typeface="Lexend"/>
                <a:sym typeface="Lexend"/>
              </a:rPr>
              <a:t>The phone case holds the paints and brush, so the phone is already in hand when someone starts</a:t>
            </a:r>
            <a:r>
              <a:rPr i="1" lang="en" sz="950">
                <a:solidFill>
                  <a:srgbClr val="6B6B6B"/>
                </a:solidFill>
                <a:latin typeface="Lexend"/>
                <a:ea typeface="Lexend"/>
                <a:cs typeface="Lexend"/>
                <a:sym typeface="Lexend"/>
              </a:rPr>
              <a:t> (A2, supplies close at hand)</a:t>
            </a:r>
            <a:endParaRPr i="1" sz="950">
              <a:solidFill>
                <a:srgbClr val="6B6B6B"/>
              </a:solidFill>
              <a:latin typeface="Lexend"/>
              <a:ea typeface="Lexend"/>
              <a:cs typeface="Lexend"/>
              <a:sym typeface="Lexend"/>
            </a:endParaRPr>
          </a:p>
          <a:p>
            <a:pPr indent="0" lvl="0" marL="0" rtl="0" algn="l">
              <a:lnSpc>
                <a:spcPct val="110000"/>
              </a:lnSpc>
              <a:spcBef>
                <a:spcPts val="450"/>
              </a:spcBef>
              <a:spcAft>
                <a:spcPts val="0"/>
              </a:spcAft>
              <a:buNone/>
            </a:pPr>
            <a:r>
              <a:rPr lang="en" sz="950">
                <a:solidFill>
                  <a:schemeClr val="dk1"/>
                </a:solidFill>
                <a:latin typeface="Lexend"/>
                <a:ea typeface="Lexend"/>
                <a:cs typeface="Lexend"/>
                <a:sym typeface="Lexend"/>
              </a:rPr>
              <a:t>The camera is built in, so capturing and saving art happen on one device</a:t>
            </a:r>
            <a:endParaRPr sz="950">
              <a:solidFill>
                <a:schemeClr val="dk1"/>
              </a:solidFill>
              <a:latin typeface="Lexend"/>
              <a:ea typeface="Lexend"/>
              <a:cs typeface="Lexend"/>
              <a:sym typeface="Lexend"/>
            </a:endParaRPr>
          </a:p>
          <a:p>
            <a:pPr indent="0" lvl="0" marL="0" rtl="0" algn="l">
              <a:lnSpc>
                <a:spcPct val="110000"/>
              </a:lnSpc>
              <a:spcBef>
                <a:spcPts val="450"/>
              </a:spcBef>
              <a:spcAft>
                <a:spcPts val="0"/>
              </a:spcAft>
              <a:buNone/>
            </a:pPr>
            <a:r>
              <a:rPr lang="en" sz="950">
                <a:solidFill>
                  <a:schemeClr val="dk1"/>
                </a:solidFill>
                <a:latin typeface="Lexend"/>
                <a:ea typeface="Lexend"/>
                <a:cs typeface="Lexend"/>
                <a:sym typeface="Lexend"/>
              </a:rPr>
              <a:t>Room for both a map and a gallery, giving more than one way to explore</a:t>
            </a:r>
            <a:endParaRPr sz="950">
              <a:solidFill>
                <a:schemeClr val="dk1"/>
              </a:solidFill>
              <a:latin typeface="Lexend"/>
              <a:ea typeface="Lexend"/>
              <a:cs typeface="Lexend"/>
              <a:sym typeface="Lexend"/>
            </a:endParaRPr>
          </a:p>
          <a:p>
            <a:pPr indent="0" lvl="0" marL="0" rtl="0" algn="l">
              <a:lnSpc>
                <a:spcPct val="110000"/>
              </a:lnSpc>
              <a:spcBef>
                <a:spcPts val="450"/>
              </a:spcBef>
              <a:spcAft>
                <a:spcPts val="0"/>
              </a:spcAft>
              <a:buNone/>
            </a:pPr>
            <a:r>
              <a:rPr lang="en" sz="950">
                <a:solidFill>
                  <a:schemeClr val="dk1"/>
                </a:solidFill>
                <a:latin typeface="Lexend"/>
                <a:ea typeface="Lexend"/>
                <a:cs typeface="Lexend"/>
                <a:sym typeface="Lexend"/>
              </a:rPr>
              <a:t>The whole loop fits on one device: discover, create and save, then reflect</a:t>
            </a:r>
            <a:endParaRPr sz="950">
              <a:solidFill>
                <a:schemeClr val="dk1"/>
              </a:solidFill>
              <a:latin typeface="Lexend"/>
              <a:ea typeface="Lexend"/>
              <a:cs typeface="Lexend"/>
              <a:sym typeface="Lexend"/>
            </a:endParaRPr>
          </a:p>
          <a:p>
            <a:pPr indent="0" lvl="0" marL="0" rtl="0" algn="l">
              <a:lnSpc>
                <a:spcPct val="110000"/>
              </a:lnSpc>
              <a:spcBef>
                <a:spcPts val="450"/>
              </a:spcBef>
              <a:spcAft>
                <a:spcPts val="0"/>
              </a:spcAft>
              <a:buNone/>
            </a:pPr>
            <a:r>
              <a:rPr lang="en" sz="950">
                <a:solidFill>
                  <a:schemeClr val="dk1"/>
                </a:solidFill>
                <a:latin typeface="Lexend"/>
                <a:ea typeface="Lexend"/>
                <a:cs typeface="Lexend"/>
                <a:sym typeface="Lexend"/>
              </a:rPr>
              <a:t>Big enough to look closely at others' art, and seeing others create gives permission to take a break</a:t>
            </a:r>
            <a:r>
              <a:rPr i="1" lang="en" sz="950">
                <a:solidFill>
                  <a:srgbClr val="6B6B6B"/>
                </a:solidFill>
                <a:latin typeface="Lexend"/>
                <a:ea typeface="Lexend"/>
                <a:cs typeface="Lexend"/>
                <a:sym typeface="Lexend"/>
              </a:rPr>
              <a:t> (A2 takeaway)</a:t>
            </a:r>
            <a:endParaRPr i="1" sz="950">
              <a:solidFill>
                <a:srgbClr val="6B6B6B"/>
              </a:solidFill>
              <a:latin typeface="Lexend"/>
              <a:ea typeface="Lexend"/>
              <a:cs typeface="Lexend"/>
              <a:sym typeface="Lexend"/>
            </a:endParaRPr>
          </a:p>
          <a:p>
            <a:pPr indent="0" lvl="0" marL="0" rtl="0" algn="l">
              <a:lnSpc>
                <a:spcPct val="110000"/>
              </a:lnSpc>
              <a:spcBef>
                <a:spcPts val="450"/>
              </a:spcBef>
              <a:spcAft>
                <a:spcPts val="0"/>
              </a:spcAft>
              <a:buNone/>
            </a:pPr>
            <a:r>
              <a:rPr lang="en" sz="950">
                <a:solidFill>
                  <a:schemeClr val="dk1"/>
                </a:solidFill>
                <a:latin typeface="Lexend"/>
                <a:ea typeface="Lexend"/>
                <a:cs typeface="Lexend"/>
                <a:sym typeface="Lexend"/>
              </a:rPr>
              <a:t>Most people already own one, so no extra hardware is needed</a:t>
            </a:r>
            <a:r>
              <a:rPr i="1" lang="en" sz="950">
                <a:solidFill>
                  <a:srgbClr val="6B6B6B"/>
                </a:solidFill>
                <a:latin typeface="Lexend"/>
                <a:ea typeface="Lexend"/>
                <a:cs typeface="Lexend"/>
                <a:sym typeface="Lexend"/>
              </a:rPr>
              <a:t> (accessibility)</a:t>
            </a:r>
            <a:endParaRPr i="1" sz="950">
              <a:solidFill>
                <a:srgbClr val="6B6B6B"/>
              </a:solidFill>
              <a:latin typeface="Lexend"/>
              <a:ea typeface="Lexend"/>
              <a:cs typeface="Lexend"/>
              <a:sym typeface="Lexend"/>
            </a:endParaRPr>
          </a:p>
          <a:p>
            <a:pPr indent="0" lvl="0" marL="0" rtl="0" algn="l">
              <a:lnSpc>
                <a:spcPct val="110000"/>
              </a:lnSpc>
              <a:spcBef>
                <a:spcPts val="450"/>
              </a:spcBef>
              <a:spcAft>
                <a:spcPts val="0"/>
              </a:spcAft>
              <a:buNone/>
            </a:pPr>
            <a:r>
              <a:rPr lang="en" sz="950">
                <a:solidFill>
                  <a:schemeClr val="dk1"/>
                </a:solidFill>
                <a:latin typeface="Lexend"/>
                <a:ea typeface="Lexend"/>
                <a:cs typeface="Lexend"/>
                <a:sym typeface="Lexend"/>
              </a:rPr>
              <a:t>Voice and text reflections capture how a session felt, along with the piece</a:t>
            </a:r>
            <a:endParaRPr sz="950">
              <a:solidFill>
                <a:schemeClr val="dk1"/>
              </a:solidFill>
              <a:latin typeface="Lexend"/>
              <a:ea typeface="Lexend"/>
              <a:cs typeface="Lexend"/>
              <a:sym typeface="Lexend"/>
            </a:endParaRPr>
          </a:p>
          <a:p>
            <a:pPr indent="0" lvl="0" marL="0" rtl="0" algn="l">
              <a:lnSpc>
                <a:spcPct val="110000"/>
              </a:lnSpc>
              <a:spcBef>
                <a:spcPts val="450"/>
              </a:spcBef>
              <a:spcAft>
                <a:spcPts val="450"/>
              </a:spcAft>
              <a:buNone/>
            </a:pPr>
            <a:r>
              <a:rPr lang="en" sz="950">
                <a:solidFill>
                  <a:schemeClr val="dk1"/>
                </a:solidFill>
                <a:latin typeface="Lexend"/>
                <a:ea typeface="Lexend"/>
                <a:cs typeface="Lexend"/>
                <a:sym typeface="Lexend"/>
              </a:rPr>
              <a:t>Lock screen notifications reach people as </a:t>
            </a:r>
            <a:r>
              <a:rPr lang="en" sz="1000">
                <a:solidFill>
                  <a:schemeClr val="dk1"/>
                </a:solidFill>
                <a:latin typeface="Lexend"/>
                <a:ea typeface="Lexend"/>
                <a:cs typeface="Lexend"/>
                <a:sym typeface="Lexend"/>
              </a:rPr>
              <a:t>they pass a spot</a:t>
            </a:r>
            <a:endParaRPr sz="1000">
              <a:solidFill>
                <a:schemeClr val="dk1"/>
              </a:solidFill>
              <a:latin typeface="Lexend"/>
              <a:ea typeface="Lexend"/>
              <a:cs typeface="Lexend"/>
              <a:sym typeface="Lexend"/>
            </a:endParaRPr>
          </a:p>
        </p:txBody>
      </p:sp>
      <p:sp>
        <p:nvSpPr>
          <p:cNvPr id="1571" name="Google Shape;1571;p146"/>
          <p:cNvSpPr txBox="1"/>
          <p:nvPr/>
        </p:nvSpPr>
        <p:spPr>
          <a:xfrm>
            <a:off x="4711700" y="1168400"/>
            <a:ext cx="3708300" cy="3759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200">
                <a:solidFill>
                  <a:schemeClr val="dk1"/>
                </a:solidFill>
                <a:latin typeface="Lexend"/>
                <a:ea typeface="Lexend"/>
                <a:cs typeface="Lexend"/>
                <a:sym typeface="Lexend"/>
              </a:rPr>
              <a:t>Cons</a:t>
            </a:r>
            <a:endParaRPr b="1" sz="1200">
              <a:solidFill>
                <a:schemeClr val="dk1"/>
              </a:solidFill>
              <a:latin typeface="Lexend"/>
              <a:ea typeface="Lexend"/>
              <a:cs typeface="Lexend"/>
              <a:sym typeface="Lexend"/>
            </a:endParaRPr>
          </a:p>
          <a:p>
            <a:pPr indent="0" lvl="0" marL="0" rtl="0" algn="l">
              <a:lnSpc>
                <a:spcPct val="110000"/>
              </a:lnSpc>
              <a:spcBef>
                <a:spcPts val="600"/>
              </a:spcBef>
              <a:spcAft>
                <a:spcPts val="0"/>
              </a:spcAft>
              <a:buNone/>
            </a:pPr>
            <a:r>
              <a:rPr lang="en" sz="1000">
                <a:solidFill>
                  <a:schemeClr val="dk1"/>
                </a:solidFill>
                <a:latin typeface="Lexend"/>
                <a:ea typeface="Lexend"/>
                <a:cs typeface="Lexend"/>
                <a:sym typeface="Lexend"/>
              </a:rPr>
              <a:t>Following a map while walking competes with noticing the surroundings and can be unsafe</a:t>
            </a:r>
            <a:r>
              <a:rPr i="1" lang="en" sz="1000">
                <a:solidFill>
                  <a:srgbClr val="6B6B6B"/>
                </a:solidFill>
                <a:latin typeface="Lexend"/>
                <a:ea typeface="Lexend"/>
                <a:cs typeface="Lexend"/>
                <a:sym typeface="Lexend"/>
              </a:rPr>
              <a:t> (A2 ethics)</a:t>
            </a:r>
            <a:endParaRPr i="1" sz="1000">
              <a:solidFill>
                <a:srgbClr val="6B6B6B"/>
              </a:solidFill>
              <a:latin typeface="Lexend"/>
              <a:ea typeface="Lexend"/>
              <a:cs typeface="Lexend"/>
              <a:sym typeface="Lexend"/>
            </a:endParaRPr>
          </a:p>
          <a:p>
            <a:pPr indent="0" lvl="0" marL="0" rtl="0" algn="l">
              <a:lnSpc>
                <a:spcPct val="110000"/>
              </a:lnSpc>
              <a:spcBef>
                <a:spcPts val="600"/>
              </a:spcBef>
              <a:spcAft>
                <a:spcPts val="0"/>
              </a:spcAft>
              <a:buNone/>
            </a:pPr>
            <a:r>
              <a:rPr lang="en" sz="1000">
                <a:solidFill>
                  <a:schemeClr val="dk1"/>
                </a:solidFill>
                <a:latin typeface="Lexend"/>
                <a:ea typeface="Lexend"/>
                <a:cs typeface="Lexend"/>
                <a:sym typeface="Lexend"/>
              </a:rPr>
              <a:t>A camera-first flow can put the focus on a polished final photo</a:t>
            </a:r>
            <a:r>
              <a:rPr i="1" lang="en" sz="1000">
                <a:solidFill>
                  <a:srgbClr val="6B6B6B"/>
                </a:solidFill>
                <a:latin typeface="Lexend"/>
                <a:ea typeface="Lexend"/>
                <a:cs typeface="Lexend"/>
                <a:sym typeface="Lexend"/>
              </a:rPr>
              <a:t> (A2: meaning is in the process)</a:t>
            </a:r>
            <a:endParaRPr i="1" sz="1000">
              <a:solidFill>
                <a:srgbClr val="6B6B6B"/>
              </a:solidFill>
              <a:latin typeface="Lexend"/>
              <a:ea typeface="Lexend"/>
              <a:cs typeface="Lexend"/>
              <a:sym typeface="Lexend"/>
            </a:endParaRPr>
          </a:p>
          <a:p>
            <a:pPr indent="0" lvl="0" marL="0" rtl="0" algn="l">
              <a:lnSpc>
                <a:spcPct val="110000"/>
              </a:lnSpc>
              <a:spcBef>
                <a:spcPts val="600"/>
              </a:spcBef>
              <a:spcAft>
                <a:spcPts val="0"/>
              </a:spcAft>
              <a:buNone/>
            </a:pPr>
            <a:r>
              <a:rPr lang="en" sz="1000">
                <a:solidFill>
                  <a:schemeClr val="dk1"/>
                </a:solidFill>
                <a:latin typeface="Lexend"/>
                <a:ea typeface="Lexend"/>
                <a:cs typeface="Lexend"/>
                <a:sym typeface="Lexend"/>
              </a:rPr>
              <a:t>Less novel than a wearable</a:t>
            </a:r>
            <a:endParaRPr sz="1000">
              <a:solidFill>
                <a:schemeClr val="dk1"/>
              </a:solidFill>
              <a:latin typeface="Lexend"/>
              <a:ea typeface="Lexend"/>
              <a:cs typeface="Lexend"/>
              <a:sym typeface="Lexend"/>
            </a:endParaRPr>
          </a:p>
          <a:p>
            <a:pPr indent="0" lvl="0" marL="0" rtl="0" algn="l">
              <a:lnSpc>
                <a:spcPct val="110000"/>
              </a:lnSpc>
              <a:spcBef>
                <a:spcPts val="600"/>
              </a:spcBef>
              <a:spcAft>
                <a:spcPts val="0"/>
              </a:spcAft>
              <a:buNone/>
            </a:pPr>
            <a:r>
              <a:rPr lang="en" sz="1000">
                <a:solidFill>
                  <a:schemeClr val="dk1"/>
                </a:solidFill>
                <a:latin typeface="Lexend"/>
                <a:ea typeface="Lexend"/>
                <a:cs typeface="Lexend"/>
                <a:sym typeface="Lexend"/>
              </a:rPr>
              <a:t>Opening the phone makes it easy to drift into other apps</a:t>
            </a:r>
            <a:endParaRPr sz="1000">
              <a:solidFill>
                <a:schemeClr val="dk1"/>
              </a:solidFill>
              <a:latin typeface="Lexend"/>
              <a:ea typeface="Lexend"/>
              <a:cs typeface="Lexend"/>
              <a:sym typeface="Lexend"/>
            </a:endParaRPr>
          </a:p>
          <a:p>
            <a:pPr indent="0" lvl="0" marL="0" rtl="0" algn="l">
              <a:lnSpc>
                <a:spcPct val="110000"/>
              </a:lnSpc>
              <a:spcBef>
                <a:spcPts val="600"/>
              </a:spcBef>
              <a:spcAft>
                <a:spcPts val="0"/>
              </a:spcAft>
              <a:buNone/>
            </a:pPr>
            <a:r>
              <a:rPr lang="en" sz="1000">
                <a:solidFill>
                  <a:schemeClr val="dk1"/>
                </a:solidFill>
                <a:latin typeface="Lexend"/>
                <a:ea typeface="Lexend"/>
                <a:cs typeface="Lexend"/>
                <a:sym typeface="Lexend"/>
              </a:rPr>
              <a:t>More screen time works against the feeling of taking a break</a:t>
            </a:r>
            <a:endParaRPr sz="1000">
              <a:solidFill>
                <a:schemeClr val="dk1"/>
              </a:solidFill>
              <a:latin typeface="Lexend"/>
              <a:ea typeface="Lexend"/>
              <a:cs typeface="Lexend"/>
              <a:sym typeface="Lexend"/>
            </a:endParaRPr>
          </a:p>
          <a:p>
            <a:pPr indent="0" lvl="0" marL="0" rtl="0" algn="l">
              <a:lnSpc>
                <a:spcPct val="110000"/>
              </a:lnSpc>
              <a:spcBef>
                <a:spcPts val="600"/>
              </a:spcBef>
              <a:spcAft>
                <a:spcPts val="600"/>
              </a:spcAft>
              <a:buNone/>
            </a:pPr>
            <a:r>
              <a:rPr lang="en" sz="1000">
                <a:solidFill>
                  <a:schemeClr val="dk1"/>
                </a:solidFill>
                <a:latin typeface="Lexend"/>
                <a:ea typeface="Lexend"/>
                <a:cs typeface="Lexend"/>
                <a:sym typeface="Lexend"/>
              </a:rPr>
              <a:t>A public gallery invites comparing your piece to others'</a:t>
            </a:r>
            <a:r>
              <a:rPr i="1" lang="en" sz="1000">
                <a:solidFill>
                  <a:srgbClr val="6B6B6B"/>
                </a:solidFill>
                <a:latin typeface="Lexend"/>
                <a:ea typeface="Lexend"/>
                <a:cs typeface="Lexend"/>
                <a:sym typeface="Lexend"/>
              </a:rPr>
              <a:t> (value proposition)</a:t>
            </a:r>
            <a:endParaRPr i="1" sz="1000">
              <a:solidFill>
                <a:srgbClr val="6B6B6B"/>
              </a:solidFill>
              <a:latin typeface="Lexend"/>
              <a:ea typeface="Lexend"/>
              <a:cs typeface="Lexend"/>
              <a:sym typeface="Lexend"/>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75" name="Shape 1575"/>
        <p:cNvGrpSpPr/>
        <p:nvPr/>
      </p:nvGrpSpPr>
      <p:grpSpPr>
        <a:xfrm>
          <a:off x="0" y="0"/>
          <a:ext cx="0" cy="0"/>
          <a:chOff x="0" y="0"/>
          <a:chExt cx="0" cy="0"/>
        </a:xfrm>
      </p:grpSpPr>
      <p:sp>
        <p:nvSpPr>
          <p:cNvPr id="1576" name="Google Shape;1576;p147"/>
          <p:cNvSpPr txBox="1"/>
          <p:nvPr/>
        </p:nvSpPr>
        <p:spPr>
          <a:xfrm>
            <a:off x="503825" y="1224900"/>
            <a:ext cx="8205900" cy="1830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100">
                <a:latin typeface="Epilogue"/>
                <a:ea typeface="Epilogue"/>
                <a:cs typeface="Epilogue"/>
                <a:sym typeface="Epilogue"/>
              </a:rPr>
              <a:t>Introduction and brief demo</a:t>
            </a:r>
            <a:endParaRPr sz="1100">
              <a:latin typeface="Epilogue"/>
              <a:ea typeface="Epilogue"/>
              <a:cs typeface="Epilogue"/>
              <a:sym typeface="Epilogue"/>
            </a:endParaRPr>
          </a:p>
          <a:p>
            <a:pPr indent="0" lvl="0" marL="0" rtl="0" algn="l">
              <a:lnSpc>
                <a:spcPct val="115000"/>
              </a:lnSpc>
              <a:spcBef>
                <a:spcPts val="1200"/>
              </a:spcBef>
              <a:spcAft>
                <a:spcPts val="0"/>
              </a:spcAft>
              <a:buNone/>
            </a:pPr>
            <a:r>
              <a:rPr lang="en" sz="1100">
                <a:latin typeface="Epilogue"/>
                <a:ea typeface="Epilogue"/>
                <a:cs typeface="Epilogue"/>
                <a:sym typeface="Epilogue"/>
              </a:rPr>
              <a:t>Thanks for helping us test Etch! Etch supports low-stress creative breaks outdoors and helps you carry inspiration back to your main craft. We’re testing a low-fi design so there are no right or wrong reactions, and honest feedback will help us improve.</a:t>
            </a:r>
            <a:endParaRPr sz="1100">
              <a:latin typeface="Epilogue"/>
              <a:ea typeface="Epilogue"/>
              <a:cs typeface="Epilogue"/>
              <a:sym typeface="Epilogue"/>
            </a:endParaRPr>
          </a:p>
          <a:p>
            <a:pPr indent="0" lvl="0" marL="0" rtl="0" algn="l">
              <a:lnSpc>
                <a:spcPct val="115000"/>
              </a:lnSpc>
              <a:spcBef>
                <a:spcPts val="1200"/>
              </a:spcBef>
              <a:spcAft>
                <a:spcPts val="1200"/>
              </a:spcAft>
              <a:buNone/>
            </a:pPr>
            <a:r>
              <a:rPr lang="en" sz="1100">
                <a:latin typeface="Epilogue"/>
                <a:ea typeface="Epilogue"/>
                <a:cs typeface="Epilogue"/>
                <a:sym typeface="Epilogue"/>
              </a:rPr>
              <a:t>This is a paper prototype. You can tap buttons and features will be simulated with moving paper screens. As you use it, please think aloud by telling us what you’re looking at, what you expect, and anything that feels confusing or enjoyable.</a:t>
            </a:r>
            <a:endParaRPr sz="1100">
              <a:latin typeface="Epilogue"/>
              <a:ea typeface="Epilogue"/>
              <a:cs typeface="Epilogue"/>
              <a:sym typeface="Epilogue"/>
            </a:endParaRPr>
          </a:p>
        </p:txBody>
      </p:sp>
      <p:sp>
        <p:nvSpPr>
          <p:cNvPr id="1577" name="Google Shape;1577;p147"/>
          <p:cNvSpPr txBox="1"/>
          <p:nvPr>
            <p:ph type="title"/>
          </p:nvPr>
        </p:nvSpPr>
        <p:spPr>
          <a:xfrm>
            <a:off x="503825" y="652200"/>
            <a:ext cx="8367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SCRIPT</a:t>
            </a:r>
            <a:endParaRPr/>
          </a:p>
          <a:p>
            <a:pPr indent="0" lvl="0" marL="0" rtl="0" algn="l">
              <a:spcBef>
                <a:spcPts val="0"/>
              </a:spcBef>
              <a:spcAft>
                <a:spcPts val="0"/>
              </a:spcAft>
              <a:buNone/>
            </a:pPr>
            <a:r>
              <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81" name="Shape 1581"/>
        <p:cNvGrpSpPr/>
        <p:nvPr/>
      </p:nvGrpSpPr>
      <p:grpSpPr>
        <a:xfrm>
          <a:off x="0" y="0"/>
          <a:ext cx="0" cy="0"/>
          <a:chOff x="0" y="0"/>
          <a:chExt cx="0" cy="0"/>
        </a:xfrm>
      </p:grpSpPr>
      <p:sp>
        <p:nvSpPr>
          <p:cNvPr id="1582" name="Google Shape;1582;p148"/>
          <p:cNvSpPr txBox="1"/>
          <p:nvPr/>
        </p:nvSpPr>
        <p:spPr>
          <a:xfrm>
            <a:off x="503825" y="1224900"/>
            <a:ext cx="8205900" cy="252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100">
                <a:latin typeface="Epilogue"/>
                <a:ea typeface="Epilogue"/>
                <a:cs typeface="Epilogue"/>
                <a:sym typeface="Epilogue"/>
              </a:rPr>
              <a:t>Task 1 — Discover inspiration</a:t>
            </a:r>
            <a:endParaRPr b="1" sz="1100">
              <a:latin typeface="Epilogue"/>
              <a:ea typeface="Epilogue"/>
              <a:cs typeface="Epilogue"/>
              <a:sym typeface="Epilogue"/>
            </a:endParaRPr>
          </a:p>
          <a:p>
            <a:pPr indent="0" lvl="0" marL="0" rtl="0" algn="l">
              <a:lnSpc>
                <a:spcPct val="115000"/>
              </a:lnSpc>
              <a:spcBef>
                <a:spcPts val="1200"/>
              </a:spcBef>
              <a:spcAft>
                <a:spcPts val="0"/>
              </a:spcAft>
              <a:buNone/>
            </a:pPr>
            <a:r>
              <a:rPr lang="en" sz="1100">
                <a:latin typeface="Epilogue"/>
                <a:ea typeface="Epilogue"/>
                <a:cs typeface="Epilogue"/>
                <a:sym typeface="Epilogue"/>
              </a:rPr>
              <a:t>Imagine you have a short break and want to spend some time outside. You’d like to find somewhere nearby where other people have made art.</a:t>
            </a:r>
            <a:endParaRPr sz="1100">
              <a:latin typeface="Epilogue"/>
              <a:ea typeface="Epilogue"/>
              <a:cs typeface="Epilogue"/>
              <a:sym typeface="Epilogue"/>
            </a:endParaRPr>
          </a:p>
          <a:p>
            <a:pPr indent="0" lvl="0" marL="0" rtl="0" algn="l">
              <a:lnSpc>
                <a:spcPct val="115000"/>
              </a:lnSpc>
              <a:spcBef>
                <a:spcPts val="1200"/>
              </a:spcBef>
              <a:spcAft>
                <a:spcPts val="0"/>
              </a:spcAft>
              <a:buNone/>
            </a:pPr>
            <a:r>
              <a:rPr lang="en" sz="1100">
                <a:latin typeface="Epilogue"/>
                <a:ea typeface="Epilogue"/>
                <a:cs typeface="Epilogue"/>
                <a:sym typeface="Epilogue"/>
              </a:rPr>
              <a:t>Use Etch to</a:t>
            </a:r>
            <a:r>
              <a:rPr b="1" lang="en" sz="1100">
                <a:latin typeface="Epilogue"/>
                <a:ea typeface="Epilogue"/>
                <a:cs typeface="Epilogue"/>
                <a:sym typeface="Epilogue"/>
              </a:rPr>
              <a:t> find a spot you’d consider visiting to create artwork</a:t>
            </a:r>
            <a:r>
              <a:rPr lang="en" sz="1100">
                <a:latin typeface="Epilogue"/>
                <a:ea typeface="Epilogue"/>
                <a:cs typeface="Epilogue"/>
                <a:sym typeface="Epilogue"/>
              </a:rPr>
              <a:t>. Tell us when you feel finished.</a:t>
            </a:r>
            <a:endParaRPr i="1" sz="1100">
              <a:latin typeface="Epilogue"/>
              <a:ea typeface="Epilogue"/>
              <a:cs typeface="Epilogue"/>
              <a:sym typeface="Epilogue"/>
            </a:endParaRPr>
          </a:p>
          <a:p>
            <a:pPr indent="0" lvl="0" marL="0" rtl="0" algn="l">
              <a:lnSpc>
                <a:spcPct val="115000"/>
              </a:lnSpc>
              <a:spcBef>
                <a:spcPts val="1200"/>
              </a:spcBef>
              <a:spcAft>
                <a:spcPts val="0"/>
              </a:spcAft>
              <a:buNone/>
            </a:pPr>
            <a:r>
              <a:rPr lang="en" sz="1100">
                <a:latin typeface="Epilogue"/>
                <a:ea typeface="Epilogue"/>
                <a:cs typeface="Epilogue"/>
                <a:sym typeface="Epilogue"/>
              </a:rPr>
              <a:t>After completion metrics: </a:t>
            </a:r>
            <a:endParaRPr sz="1100">
              <a:latin typeface="Epilogue"/>
              <a:ea typeface="Epilogue"/>
              <a:cs typeface="Epilogue"/>
              <a:sym typeface="Epilogue"/>
            </a:endParaRPr>
          </a:p>
          <a:p>
            <a:pPr indent="-298450" lvl="0" marL="457200" rtl="0" algn="l">
              <a:lnSpc>
                <a:spcPct val="115000"/>
              </a:lnSpc>
              <a:spcBef>
                <a:spcPts val="1200"/>
              </a:spcBef>
              <a:spcAft>
                <a:spcPts val="0"/>
              </a:spcAft>
              <a:buSzPts val="1100"/>
              <a:buFont typeface="Epilogue"/>
              <a:buAutoNum type="arabicPeriod"/>
            </a:pPr>
            <a:r>
              <a:rPr i="1" lang="en" sz="1100">
                <a:latin typeface="Epilogue"/>
                <a:ea typeface="Epilogue"/>
                <a:cs typeface="Epilogue"/>
                <a:sym typeface="Epilogue"/>
              </a:rPr>
              <a:t>How satisfied were you with that experience, from 1 to 7, where 1 is very dissatisfied and 7 is very satisfied? What contributed to your rating?</a:t>
            </a:r>
            <a:endParaRPr i="1" sz="1100">
              <a:latin typeface="Epilogue"/>
              <a:ea typeface="Epilogue"/>
              <a:cs typeface="Epilogue"/>
              <a:sym typeface="Epilogue"/>
            </a:endParaRPr>
          </a:p>
          <a:p>
            <a:pPr indent="-298450" lvl="0" marL="457200" rtl="0" algn="l">
              <a:lnSpc>
                <a:spcPct val="115000"/>
              </a:lnSpc>
              <a:spcBef>
                <a:spcPts val="0"/>
              </a:spcBef>
              <a:spcAft>
                <a:spcPts val="0"/>
              </a:spcAft>
              <a:buSzPts val="1100"/>
              <a:buFont typeface="Epilogue"/>
              <a:buAutoNum type="arabicPeriod"/>
            </a:pPr>
            <a:r>
              <a:rPr i="1" lang="en" sz="1100">
                <a:latin typeface="Epilogue"/>
                <a:ea typeface="Epilogue"/>
                <a:cs typeface="Epilogue"/>
                <a:sym typeface="Epilogue"/>
              </a:rPr>
              <a:t>On a scale of 1 to 7, where one is not at all and 7 is completely, how well did Etch let you complete this task in the way you preferred? What contributed to your rating?</a:t>
            </a:r>
            <a:endParaRPr sz="1100">
              <a:latin typeface="Epilogue"/>
              <a:ea typeface="Epilogue"/>
              <a:cs typeface="Epilogue"/>
              <a:sym typeface="Epilogue"/>
            </a:endParaRPr>
          </a:p>
        </p:txBody>
      </p:sp>
      <p:sp>
        <p:nvSpPr>
          <p:cNvPr id="1583" name="Google Shape;1583;p148"/>
          <p:cNvSpPr txBox="1"/>
          <p:nvPr>
            <p:ph type="title"/>
          </p:nvPr>
        </p:nvSpPr>
        <p:spPr>
          <a:xfrm>
            <a:off x="503825" y="652200"/>
            <a:ext cx="8367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SCRIPT</a:t>
            </a:r>
            <a:endParaRPr/>
          </a:p>
          <a:p>
            <a:pPr indent="0" lvl="0" marL="0" rtl="0" algn="l">
              <a:spcBef>
                <a:spcPts val="0"/>
              </a:spcBef>
              <a:spcAft>
                <a:spcPts val="0"/>
              </a:spcAft>
              <a:buNone/>
            </a:pPr>
            <a:r>
              <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87" name="Shape 1587"/>
        <p:cNvGrpSpPr/>
        <p:nvPr/>
      </p:nvGrpSpPr>
      <p:grpSpPr>
        <a:xfrm>
          <a:off x="0" y="0"/>
          <a:ext cx="0" cy="0"/>
          <a:chOff x="0" y="0"/>
          <a:chExt cx="0" cy="0"/>
        </a:xfrm>
      </p:grpSpPr>
      <p:sp>
        <p:nvSpPr>
          <p:cNvPr id="1588" name="Google Shape;1588;p149"/>
          <p:cNvSpPr txBox="1"/>
          <p:nvPr/>
        </p:nvSpPr>
        <p:spPr>
          <a:xfrm>
            <a:off x="503825" y="1224900"/>
            <a:ext cx="8205900" cy="217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100">
                <a:latin typeface="Epilogue"/>
                <a:ea typeface="Epilogue"/>
                <a:cs typeface="Epilogue"/>
                <a:sym typeface="Epilogue"/>
              </a:rPr>
              <a:t>Task 2 — Create and save</a:t>
            </a:r>
            <a:endParaRPr b="1" sz="1100">
              <a:latin typeface="Epilogue"/>
              <a:ea typeface="Epilogue"/>
              <a:cs typeface="Epilogue"/>
              <a:sym typeface="Epilogue"/>
            </a:endParaRPr>
          </a:p>
          <a:p>
            <a:pPr indent="0" lvl="0" marL="0" rtl="0" algn="l">
              <a:lnSpc>
                <a:spcPct val="115000"/>
              </a:lnSpc>
              <a:spcBef>
                <a:spcPts val="1200"/>
              </a:spcBef>
              <a:spcAft>
                <a:spcPts val="0"/>
              </a:spcAft>
              <a:buNone/>
            </a:pPr>
            <a:r>
              <a:rPr lang="en" sz="1100">
                <a:latin typeface="Epilogue"/>
                <a:ea typeface="Epilogue"/>
                <a:cs typeface="Epilogue"/>
                <a:sym typeface="Epilogue"/>
              </a:rPr>
              <a:t>Imagine you’ve arrived at an outdoor spot and created an artwork inspired by the location. Now you want to share what you make with others, use the app to do this</a:t>
            </a:r>
            <a:endParaRPr sz="1100">
              <a:latin typeface="Epilogue"/>
              <a:ea typeface="Epilogue"/>
              <a:cs typeface="Epilogue"/>
              <a:sym typeface="Epilogue"/>
            </a:endParaRPr>
          </a:p>
          <a:p>
            <a:pPr indent="0" lvl="0" marL="0" rtl="0" algn="l">
              <a:lnSpc>
                <a:spcPct val="115000"/>
              </a:lnSpc>
              <a:spcBef>
                <a:spcPts val="1200"/>
              </a:spcBef>
              <a:spcAft>
                <a:spcPts val="0"/>
              </a:spcAft>
              <a:buNone/>
            </a:pPr>
            <a:r>
              <a:rPr lang="en" sz="1100">
                <a:latin typeface="Epilogue"/>
                <a:ea typeface="Epilogue"/>
                <a:cs typeface="Epilogue"/>
                <a:sym typeface="Epilogue"/>
              </a:rPr>
              <a:t>After completion metrics: </a:t>
            </a:r>
            <a:endParaRPr sz="1100">
              <a:latin typeface="Epilogue"/>
              <a:ea typeface="Epilogue"/>
              <a:cs typeface="Epilogue"/>
              <a:sym typeface="Epilogue"/>
            </a:endParaRPr>
          </a:p>
          <a:p>
            <a:pPr indent="-298450" lvl="0" marL="457200" rtl="0" algn="l">
              <a:lnSpc>
                <a:spcPct val="115000"/>
              </a:lnSpc>
              <a:spcBef>
                <a:spcPts val="1200"/>
              </a:spcBef>
              <a:spcAft>
                <a:spcPts val="0"/>
              </a:spcAft>
              <a:buSzPts val="1100"/>
              <a:buFont typeface="Epilogue"/>
              <a:buAutoNum type="arabicPeriod"/>
            </a:pPr>
            <a:r>
              <a:rPr i="1" lang="en" sz="1100">
                <a:latin typeface="Epilogue"/>
                <a:ea typeface="Epilogue"/>
                <a:cs typeface="Epilogue"/>
                <a:sym typeface="Epilogue"/>
              </a:rPr>
              <a:t>How satisfied were you with that experience, from 1 to 7, where 1 is very dissatisfied and 7 is very satisfied? What contributed to your rating?</a:t>
            </a:r>
            <a:endParaRPr i="1" sz="1100">
              <a:latin typeface="Epilogue"/>
              <a:ea typeface="Epilogue"/>
              <a:cs typeface="Epilogue"/>
              <a:sym typeface="Epilogue"/>
            </a:endParaRPr>
          </a:p>
          <a:p>
            <a:pPr indent="-298450" lvl="0" marL="457200" rtl="0" algn="l">
              <a:lnSpc>
                <a:spcPct val="115000"/>
              </a:lnSpc>
              <a:spcBef>
                <a:spcPts val="0"/>
              </a:spcBef>
              <a:spcAft>
                <a:spcPts val="0"/>
              </a:spcAft>
              <a:buSzPts val="1100"/>
              <a:buFont typeface="Epilogue"/>
              <a:buAutoNum type="arabicPeriod"/>
            </a:pPr>
            <a:r>
              <a:rPr i="1" lang="en" sz="1100">
                <a:latin typeface="Epilogue"/>
                <a:ea typeface="Epilogue"/>
                <a:cs typeface="Epilogue"/>
                <a:sym typeface="Epilogue"/>
              </a:rPr>
              <a:t>On a scale of 1 to 7, where one is not at all and 7 is completely, how well did Etch let you complete this task in the way you preferred? What contributed to your rating?</a:t>
            </a:r>
            <a:endParaRPr sz="1100">
              <a:latin typeface="Epilogue"/>
              <a:ea typeface="Epilogue"/>
              <a:cs typeface="Epilogue"/>
              <a:sym typeface="Epilogue"/>
            </a:endParaRPr>
          </a:p>
        </p:txBody>
      </p:sp>
      <p:sp>
        <p:nvSpPr>
          <p:cNvPr id="1589" name="Google Shape;1589;p149"/>
          <p:cNvSpPr txBox="1"/>
          <p:nvPr>
            <p:ph type="title"/>
          </p:nvPr>
        </p:nvSpPr>
        <p:spPr>
          <a:xfrm>
            <a:off x="503825" y="652200"/>
            <a:ext cx="8367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SCRIPT</a:t>
            </a:r>
            <a:endParaRPr/>
          </a:p>
          <a:p>
            <a:pPr indent="0" lvl="0" marL="0" rtl="0" algn="l">
              <a:spcBef>
                <a:spcPts val="0"/>
              </a:spcBef>
              <a:spcAft>
                <a:spcPts val="0"/>
              </a:spcAft>
              <a:buNone/>
            </a:pPr>
            <a:r>
              <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93" name="Shape 1593"/>
        <p:cNvGrpSpPr/>
        <p:nvPr/>
      </p:nvGrpSpPr>
      <p:grpSpPr>
        <a:xfrm>
          <a:off x="0" y="0"/>
          <a:ext cx="0" cy="0"/>
          <a:chOff x="0" y="0"/>
          <a:chExt cx="0" cy="0"/>
        </a:xfrm>
      </p:grpSpPr>
      <p:sp>
        <p:nvSpPr>
          <p:cNvPr id="1594" name="Google Shape;1594;p150"/>
          <p:cNvSpPr txBox="1"/>
          <p:nvPr/>
        </p:nvSpPr>
        <p:spPr>
          <a:xfrm>
            <a:off x="503825" y="1224900"/>
            <a:ext cx="8205900" cy="307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100">
                <a:latin typeface="Epilogue"/>
                <a:ea typeface="Epilogue"/>
                <a:cs typeface="Epilogue"/>
                <a:sym typeface="Epilogue"/>
              </a:rPr>
              <a:t>Task 3 — Connect inspiration to your main craft</a:t>
            </a:r>
            <a:endParaRPr b="1" sz="1100">
              <a:latin typeface="Epilogue"/>
              <a:ea typeface="Epilogue"/>
              <a:cs typeface="Epilogue"/>
              <a:sym typeface="Epilogue"/>
            </a:endParaRPr>
          </a:p>
          <a:p>
            <a:pPr indent="0" lvl="0" marL="0" rtl="0" algn="l">
              <a:lnSpc>
                <a:spcPct val="115000"/>
              </a:lnSpc>
              <a:spcBef>
                <a:spcPts val="1200"/>
              </a:spcBef>
              <a:spcAft>
                <a:spcPts val="0"/>
              </a:spcAft>
              <a:buNone/>
            </a:pPr>
            <a:r>
              <a:rPr lang="en" sz="1100">
                <a:latin typeface="Epilogue"/>
                <a:ea typeface="Epilogue"/>
                <a:cs typeface="Epilogue"/>
                <a:sym typeface="Epilogue"/>
              </a:rPr>
              <a:t>What is a creative craft or practice you enjoy?</a:t>
            </a:r>
            <a:endParaRPr i="1" sz="1100">
              <a:latin typeface="Epilogue"/>
              <a:ea typeface="Epilogue"/>
              <a:cs typeface="Epilogue"/>
              <a:sym typeface="Epilogue"/>
            </a:endParaRPr>
          </a:p>
          <a:p>
            <a:pPr indent="0" lvl="0" marL="0" rtl="0" algn="l">
              <a:lnSpc>
                <a:spcPct val="115000"/>
              </a:lnSpc>
              <a:spcBef>
                <a:spcPts val="1200"/>
              </a:spcBef>
              <a:spcAft>
                <a:spcPts val="0"/>
              </a:spcAft>
              <a:buNone/>
            </a:pPr>
            <a:r>
              <a:rPr lang="en" sz="1100">
                <a:latin typeface="Epilogue"/>
                <a:ea typeface="Epilogue"/>
                <a:cs typeface="Epilogue"/>
                <a:sym typeface="Epilogue"/>
              </a:rPr>
              <a:t>Imagine you’re starting a new project in that craft. You’ve made several small pieces during past creative breaks, and you want to see whether anything in them could inspire this project.</a:t>
            </a:r>
            <a:endParaRPr sz="1100">
              <a:latin typeface="Epilogue"/>
              <a:ea typeface="Epilogue"/>
              <a:cs typeface="Epilogue"/>
              <a:sym typeface="Epilogue"/>
            </a:endParaRPr>
          </a:p>
          <a:p>
            <a:pPr indent="0" lvl="0" marL="0" rtl="0" algn="l">
              <a:lnSpc>
                <a:spcPct val="115000"/>
              </a:lnSpc>
              <a:spcBef>
                <a:spcPts val="1200"/>
              </a:spcBef>
              <a:spcAft>
                <a:spcPts val="0"/>
              </a:spcAft>
              <a:buNone/>
            </a:pPr>
            <a:r>
              <a:rPr lang="en" sz="1100">
                <a:latin typeface="Epilogue"/>
                <a:ea typeface="Epilogue"/>
                <a:cs typeface="Epilogue"/>
                <a:sym typeface="Epilogue"/>
              </a:rPr>
              <a:t>Use app to revisit your past work and reflect on how it can connect to your craft and how you might use it. Tell us when you feel finished.</a:t>
            </a:r>
            <a:endParaRPr sz="1100">
              <a:latin typeface="Epilogue"/>
              <a:ea typeface="Epilogue"/>
              <a:cs typeface="Epilogue"/>
              <a:sym typeface="Epilogue"/>
            </a:endParaRPr>
          </a:p>
          <a:p>
            <a:pPr indent="0" lvl="0" marL="0" rtl="0" algn="l">
              <a:lnSpc>
                <a:spcPct val="115000"/>
              </a:lnSpc>
              <a:spcBef>
                <a:spcPts val="1200"/>
              </a:spcBef>
              <a:spcAft>
                <a:spcPts val="0"/>
              </a:spcAft>
              <a:buNone/>
            </a:pPr>
            <a:r>
              <a:rPr lang="en" sz="1100">
                <a:latin typeface="Epilogue"/>
                <a:ea typeface="Epilogue"/>
                <a:cs typeface="Epilogue"/>
                <a:sym typeface="Epilogue"/>
              </a:rPr>
              <a:t>After completion metrics: </a:t>
            </a:r>
            <a:endParaRPr sz="1100">
              <a:latin typeface="Epilogue"/>
              <a:ea typeface="Epilogue"/>
              <a:cs typeface="Epilogue"/>
              <a:sym typeface="Epilogue"/>
            </a:endParaRPr>
          </a:p>
          <a:p>
            <a:pPr indent="-298450" lvl="0" marL="457200" rtl="0" algn="l">
              <a:lnSpc>
                <a:spcPct val="115000"/>
              </a:lnSpc>
              <a:spcBef>
                <a:spcPts val="1200"/>
              </a:spcBef>
              <a:spcAft>
                <a:spcPts val="0"/>
              </a:spcAft>
              <a:buSzPts val="1100"/>
              <a:buFont typeface="Epilogue"/>
              <a:buAutoNum type="arabicPeriod"/>
            </a:pPr>
            <a:r>
              <a:rPr i="1" lang="en" sz="1100">
                <a:latin typeface="Epilogue"/>
                <a:ea typeface="Epilogue"/>
                <a:cs typeface="Epilogue"/>
                <a:sym typeface="Epilogue"/>
              </a:rPr>
              <a:t>How satisfied were you with that experience, from 1 to 7, where 1 is very dissatisfied and 7 is very satisfied? What contributed to your rating?</a:t>
            </a:r>
            <a:endParaRPr i="1" sz="1100">
              <a:latin typeface="Epilogue"/>
              <a:ea typeface="Epilogue"/>
              <a:cs typeface="Epilogue"/>
              <a:sym typeface="Epilogue"/>
            </a:endParaRPr>
          </a:p>
          <a:p>
            <a:pPr indent="-298450" lvl="0" marL="457200" rtl="0" algn="l">
              <a:lnSpc>
                <a:spcPct val="115000"/>
              </a:lnSpc>
              <a:spcBef>
                <a:spcPts val="0"/>
              </a:spcBef>
              <a:spcAft>
                <a:spcPts val="0"/>
              </a:spcAft>
              <a:buSzPts val="1100"/>
              <a:buFont typeface="Epilogue"/>
              <a:buAutoNum type="arabicPeriod"/>
            </a:pPr>
            <a:r>
              <a:rPr i="1" lang="en" sz="1100">
                <a:latin typeface="Epilogue"/>
                <a:ea typeface="Epilogue"/>
                <a:cs typeface="Epilogue"/>
                <a:sym typeface="Epilogue"/>
              </a:rPr>
              <a:t>On a scale of 1 to 7, where one is not at all and 7 is completely, how well did Etch let you complete this task in the way you preferred? What contributed to your rating?</a:t>
            </a:r>
            <a:endParaRPr sz="1100">
              <a:latin typeface="Epilogue"/>
              <a:ea typeface="Epilogue"/>
              <a:cs typeface="Epilogue"/>
              <a:sym typeface="Epilogue"/>
            </a:endParaRPr>
          </a:p>
        </p:txBody>
      </p:sp>
      <p:sp>
        <p:nvSpPr>
          <p:cNvPr id="1595" name="Google Shape;1595;p150"/>
          <p:cNvSpPr txBox="1"/>
          <p:nvPr>
            <p:ph type="title"/>
          </p:nvPr>
        </p:nvSpPr>
        <p:spPr>
          <a:xfrm>
            <a:off x="503825" y="652200"/>
            <a:ext cx="8367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SCRIPT</a:t>
            </a:r>
            <a:endParaRPr/>
          </a:p>
          <a:p>
            <a:pPr indent="0" lvl="0" marL="0" rtl="0" algn="l">
              <a:spcBef>
                <a:spcPts val="0"/>
              </a:spcBef>
              <a:spcAft>
                <a:spcPts val="0"/>
              </a:spcAft>
              <a:buNone/>
            </a:pPr>
            <a:r>
              <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99" name="Shape 1599"/>
        <p:cNvGrpSpPr/>
        <p:nvPr/>
      </p:nvGrpSpPr>
      <p:grpSpPr>
        <a:xfrm>
          <a:off x="0" y="0"/>
          <a:ext cx="0" cy="0"/>
          <a:chOff x="0" y="0"/>
          <a:chExt cx="0" cy="0"/>
        </a:xfrm>
      </p:grpSpPr>
      <p:sp>
        <p:nvSpPr>
          <p:cNvPr id="1600" name="Google Shape;1600;p151"/>
          <p:cNvSpPr txBox="1"/>
          <p:nvPr/>
        </p:nvSpPr>
        <p:spPr>
          <a:xfrm>
            <a:off x="503825" y="1224900"/>
            <a:ext cx="8205900" cy="2414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100">
                <a:latin typeface="Epilogue"/>
                <a:ea typeface="Epilogue"/>
                <a:cs typeface="Epilogue"/>
                <a:sym typeface="Epilogue"/>
              </a:rPr>
              <a:t>Observer notes </a:t>
            </a:r>
            <a:endParaRPr b="1" sz="1100">
              <a:latin typeface="Epilogue"/>
              <a:ea typeface="Epilogue"/>
              <a:cs typeface="Epilogue"/>
              <a:sym typeface="Epilogue"/>
            </a:endParaRPr>
          </a:p>
          <a:p>
            <a:pPr indent="0" lvl="0" marL="0" rtl="0" algn="l">
              <a:lnSpc>
                <a:spcPct val="115000"/>
              </a:lnSpc>
              <a:spcBef>
                <a:spcPts val="1200"/>
              </a:spcBef>
              <a:spcAft>
                <a:spcPts val="0"/>
              </a:spcAft>
              <a:buNone/>
            </a:pPr>
            <a:r>
              <a:rPr lang="en" sz="1100">
                <a:latin typeface="Epilogue"/>
                <a:ea typeface="Epilogue"/>
                <a:cs typeface="Epilogue"/>
                <a:sym typeface="Epilogue"/>
              </a:rPr>
              <a:t>For each task, record:</a:t>
            </a:r>
            <a:endParaRPr sz="1100">
              <a:latin typeface="Epilogue"/>
              <a:ea typeface="Epilogue"/>
              <a:cs typeface="Epilogue"/>
              <a:sym typeface="Epilogue"/>
            </a:endParaRPr>
          </a:p>
          <a:p>
            <a:pPr indent="-298450" lvl="0" marL="457200" rtl="0" algn="l">
              <a:lnSpc>
                <a:spcPct val="115000"/>
              </a:lnSpc>
              <a:spcBef>
                <a:spcPts val="1200"/>
              </a:spcBef>
              <a:spcAft>
                <a:spcPts val="0"/>
              </a:spcAft>
              <a:buSzPts val="1100"/>
              <a:buFont typeface="Epilogue"/>
              <a:buChar char="●"/>
            </a:pPr>
            <a:r>
              <a:rPr lang="en" sz="1100">
                <a:latin typeface="Epilogue"/>
                <a:ea typeface="Epilogue"/>
                <a:cs typeface="Epilogue"/>
                <a:sym typeface="Epilogue"/>
              </a:rPr>
              <a:t>Whether the participant finishes independently or needs assistance</a:t>
            </a:r>
            <a:endParaRPr sz="1100">
              <a:latin typeface="Epilogue"/>
              <a:ea typeface="Epilogue"/>
              <a:cs typeface="Epilogue"/>
              <a:sym typeface="Epilogue"/>
            </a:endParaRPr>
          </a:p>
          <a:p>
            <a:pPr indent="-298450" lvl="1" marL="914400" rtl="0" algn="l">
              <a:lnSpc>
                <a:spcPct val="115000"/>
              </a:lnSpc>
              <a:spcBef>
                <a:spcPts val="0"/>
              </a:spcBef>
              <a:spcAft>
                <a:spcPts val="0"/>
              </a:spcAft>
              <a:buSzPts val="1100"/>
              <a:buFont typeface="Epilogue"/>
              <a:buChar char="○"/>
            </a:pPr>
            <a:r>
              <a:rPr lang="en" sz="1100">
                <a:latin typeface="Epilogue"/>
                <a:ea typeface="Epilogue"/>
                <a:cs typeface="Epilogue"/>
                <a:sym typeface="Epilogue"/>
              </a:rPr>
              <a:t>Number of times they need assistance and where/when</a:t>
            </a:r>
            <a:endParaRPr sz="1100">
              <a:latin typeface="Epilogue"/>
              <a:ea typeface="Epilogue"/>
              <a:cs typeface="Epilogue"/>
              <a:sym typeface="Epilogue"/>
            </a:endParaRPr>
          </a:p>
          <a:p>
            <a:pPr indent="-298450" lvl="0" marL="457200" rtl="0" algn="l">
              <a:lnSpc>
                <a:spcPct val="115000"/>
              </a:lnSpc>
              <a:spcBef>
                <a:spcPts val="0"/>
              </a:spcBef>
              <a:spcAft>
                <a:spcPts val="0"/>
              </a:spcAft>
              <a:buSzPts val="1100"/>
              <a:buFont typeface="Epilogue"/>
              <a:buChar char="●"/>
            </a:pPr>
            <a:r>
              <a:rPr lang="en" sz="1100">
                <a:latin typeface="Epilogue"/>
                <a:ea typeface="Epilogue"/>
                <a:cs typeface="Epilogue"/>
                <a:sym typeface="Epilogue"/>
              </a:rPr>
              <a:t>The path they choose, any switching between approaches, and alternatives they look for</a:t>
            </a:r>
            <a:endParaRPr sz="1100">
              <a:latin typeface="Epilogue"/>
              <a:ea typeface="Epilogue"/>
              <a:cs typeface="Epilogue"/>
              <a:sym typeface="Epilogue"/>
            </a:endParaRPr>
          </a:p>
          <a:p>
            <a:pPr indent="-298450" lvl="0" marL="457200" rtl="0" algn="l">
              <a:lnSpc>
                <a:spcPct val="115000"/>
              </a:lnSpc>
              <a:spcBef>
                <a:spcPts val="0"/>
              </a:spcBef>
              <a:spcAft>
                <a:spcPts val="0"/>
              </a:spcAft>
              <a:buSzPts val="1100"/>
              <a:buFont typeface="Epilogue"/>
              <a:buChar char="●"/>
            </a:pPr>
            <a:r>
              <a:rPr lang="en" sz="1100">
                <a:latin typeface="Epilogue"/>
                <a:ea typeface="Epilogue"/>
                <a:cs typeface="Epilogue"/>
                <a:sym typeface="Epilogue"/>
              </a:rPr>
              <a:t>Positive incidents, clear expectations, successful discoveries, delight, or relief</a:t>
            </a:r>
            <a:endParaRPr sz="1100">
              <a:latin typeface="Epilogue"/>
              <a:ea typeface="Epilogue"/>
              <a:cs typeface="Epilogue"/>
              <a:sym typeface="Epilogue"/>
            </a:endParaRPr>
          </a:p>
          <a:p>
            <a:pPr indent="-298450" lvl="0" marL="457200" rtl="0" algn="l">
              <a:lnSpc>
                <a:spcPct val="115000"/>
              </a:lnSpc>
              <a:spcBef>
                <a:spcPts val="0"/>
              </a:spcBef>
              <a:spcAft>
                <a:spcPts val="0"/>
              </a:spcAft>
              <a:buSzPts val="1100"/>
              <a:buFont typeface="Epilogue"/>
              <a:buChar char="●"/>
            </a:pPr>
            <a:r>
              <a:rPr lang="en" sz="1100">
                <a:latin typeface="Epilogue"/>
                <a:ea typeface="Epilogue"/>
                <a:cs typeface="Epilogue"/>
                <a:sym typeface="Epilogue"/>
              </a:rPr>
              <a:t>Negative incidents, mistakes, backtracking, confusion, frustration, or unexpected behavior</a:t>
            </a:r>
            <a:endParaRPr sz="1100">
              <a:latin typeface="Epilogue"/>
              <a:ea typeface="Epilogue"/>
              <a:cs typeface="Epilogue"/>
              <a:sym typeface="Epilogue"/>
            </a:endParaRPr>
          </a:p>
          <a:p>
            <a:pPr indent="-298450" lvl="0" marL="457200" rtl="0" algn="l">
              <a:lnSpc>
                <a:spcPct val="115000"/>
              </a:lnSpc>
              <a:spcBef>
                <a:spcPts val="0"/>
              </a:spcBef>
              <a:spcAft>
                <a:spcPts val="0"/>
              </a:spcAft>
              <a:buSzPts val="1100"/>
              <a:buFont typeface="Epilogue"/>
              <a:buChar char="●"/>
            </a:pPr>
            <a:r>
              <a:rPr lang="en" sz="1100">
                <a:latin typeface="Epilogue"/>
                <a:ea typeface="Epilogue"/>
                <a:cs typeface="Epilogue"/>
                <a:sym typeface="Epilogue"/>
              </a:rPr>
              <a:t>Exact quotes and the screen or action associated with each incident</a:t>
            </a:r>
            <a:endParaRPr sz="1100">
              <a:latin typeface="Epilogue"/>
              <a:ea typeface="Epilogue"/>
              <a:cs typeface="Epilogue"/>
              <a:sym typeface="Epilogue"/>
            </a:endParaRPr>
          </a:p>
          <a:p>
            <a:pPr indent="-298450" lvl="0" marL="457200" rtl="0" algn="l">
              <a:lnSpc>
                <a:spcPct val="115000"/>
              </a:lnSpc>
              <a:spcBef>
                <a:spcPts val="0"/>
              </a:spcBef>
              <a:spcAft>
                <a:spcPts val="0"/>
              </a:spcAft>
              <a:buSzPts val="1100"/>
              <a:buFont typeface="Epilogue"/>
              <a:buChar char="●"/>
            </a:pPr>
            <a:r>
              <a:rPr lang="en" sz="1100">
                <a:latin typeface="Epilogue"/>
                <a:ea typeface="Epilogue"/>
                <a:cs typeface="Epilogue"/>
                <a:sym typeface="Epilogue"/>
              </a:rPr>
              <a:t>Satisfaction rating and the participant’s explanation</a:t>
            </a:r>
            <a:endParaRPr sz="1100">
              <a:latin typeface="Epilogue"/>
              <a:ea typeface="Epilogue"/>
              <a:cs typeface="Epilogue"/>
              <a:sym typeface="Epilogue"/>
            </a:endParaRPr>
          </a:p>
          <a:p>
            <a:pPr indent="-298450" lvl="0" marL="457200" rtl="0" algn="l">
              <a:lnSpc>
                <a:spcPct val="115000"/>
              </a:lnSpc>
              <a:spcBef>
                <a:spcPts val="0"/>
              </a:spcBef>
              <a:spcAft>
                <a:spcPts val="0"/>
              </a:spcAft>
              <a:buSzPts val="1100"/>
              <a:buFont typeface="Epilogue"/>
              <a:buChar char="●"/>
            </a:pPr>
            <a:r>
              <a:rPr lang="en" sz="1100">
                <a:latin typeface="Epilogue"/>
                <a:ea typeface="Epilogue"/>
                <a:cs typeface="Epilogue"/>
                <a:sym typeface="Epilogue"/>
              </a:rPr>
              <a:t>Flexibility rating and the participant’s explanation</a:t>
            </a:r>
            <a:endParaRPr sz="1100">
              <a:latin typeface="Epilogue"/>
              <a:ea typeface="Epilogue"/>
              <a:cs typeface="Epilogue"/>
              <a:sym typeface="Epilogue"/>
            </a:endParaRPr>
          </a:p>
        </p:txBody>
      </p:sp>
      <p:sp>
        <p:nvSpPr>
          <p:cNvPr id="1601" name="Google Shape;1601;p151"/>
          <p:cNvSpPr txBox="1"/>
          <p:nvPr>
            <p:ph type="title"/>
          </p:nvPr>
        </p:nvSpPr>
        <p:spPr>
          <a:xfrm>
            <a:off x="503825" y="652200"/>
            <a:ext cx="8367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SCRIPT</a:t>
            </a:r>
            <a:endParaRPr/>
          </a:p>
          <a:p>
            <a:pPr indent="0" lvl="0" marL="0" rtl="0" algn="l">
              <a:spcBef>
                <a:spcPts val="0"/>
              </a:spcBef>
              <a:spcAft>
                <a:spcPts val="0"/>
              </a:spcAft>
              <a:buNone/>
            </a:pPr>
            <a:r>
              <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05" name="Shape 1605"/>
        <p:cNvGrpSpPr/>
        <p:nvPr/>
      </p:nvGrpSpPr>
      <p:grpSpPr>
        <a:xfrm>
          <a:off x="0" y="0"/>
          <a:ext cx="0" cy="0"/>
          <a:chOff x="0" y="0"/>
          <a:chExt cx="0" cy="0"/>
        </a:xfrm>
      </p:grpSpPr>
      <p:sp>
        <p:nvSpPr>
          <p:cNvPr id="1606" name="Google Shape;1606;p152"/>
          <p:cNvSpPr txBox="1"/>
          <p:nvPr>
            <p:ph type="ctrTitle"/>
          </p:nvPr>
        </p:nvSpPr>
        <p:spPr>
          <a:xfrm>
            <a:off x="713225" y="1042416"/>
            <a:ext cx="7086600" cy="1766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latin typeface="Lexend Mega Black"/>
                <a:ea typeface="Lexend Mega Black"/>
                <a:cs typeface="Lexend Mega Black"/>
                <a:sym typeface="Lexend Mega Black"/>
              </a:rPr>
              <a:t>TASK 1</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10" name="Shape 1610"/>
        <p:cNvGrpSpPr/>
        <p:nvPr/>
      </p:nvGrpSpPr>
      <p:grpSpPr>
        <a:xfrm>
          <a:off x="0" y="0"/>
          <a:ext cx="0" cy="0"/>
          <a:chOff x="0" y="0"/>
          <a:chExt cx="0" cy="0"/>
        </a:xfrm>
      </p:grpSpPr>
      <p:sp>
        <p:nvSpPr>
          <p:cNvPr id="1611" name="Google Shape;1611;p153"/>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WE </a:t>
            </a:r>
            <a:r>
              <a:rPr lang="en"/>
              <a:t>MEASURED</a:t>
            </a:r>
            <a:r>
              <a:rPr lang="en"/>
              <a:t> MISCLICKS</a:t>
            </a:r>
            <a:endParaRPr>
              <a:latin typeface="Lexend Mega"/>
              <a:ea typeface="Lexend Mega"/>
              <a:cs typeface="Lexend Mega"/>
              <a:sym typeface="Lexend Mega"/>
            </a:endParaRPr>
          </a:p>
        </p:txBody>
      </p:sp>
      <p:sp>
        <p:nvSpPr>
          <p:cNvPr id="1612" name="Google Shape;1612;p153"/>
          <p:cNvSpPr txBox="1"/>
          <p:nvPr/>
        </p:nvSpPr>
        <p:spPr>
          <a:xfrm>
            <a:off x="603725" y="1549550"/>
            <a:ext cx="7396800" cy="3384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900">
                <a:solidFill>
                  <a:srgbClr val="212121"/>
                </a:solidFill>
                <a:latin typeface="Epilogue"/>
                <a:ea typeface="Epilogue"/>
                <a:cs typeface="Epilogue"/>
                <a:sym typeface="Epilogue"/>
              </a:rPr>
              <a:t>We measured misclicks as instances when a participant selected an option that led to an unintended outcome, or became confused and backtracked after entering a path they did not mean or want to follow.</a:t>
            </a:r>
            <a:endParaRPr sz="1900">
              <a:solidFill>
                <a:srgbClr val="212121"/>
              </a:solidFill>
              <a:latin typeface="Epilogue"/>
              <a:ea typeface="Epilogue"/>
              <a:cs typeface="Epilogue"/>
              <a:sym typeface="Epilogue"/>
            </a:endParaRPr>
          </a:p>
          <a:p>
            <a:pPr indent="0" lvl="0" marL="0" rtl="0" algn="l">
              <a:lnSpc>
                <a:spcPct val="100000"/>
              </a:lnSpc>
              <a:spcBef>
                <a:spcPts val="0"/>
              </a:spcBef>
              <a:spcAft>
                <a:spcPts val="0"/>
              </a:spcAft>
              <a:buNone/>
            </a:pPr>
            <a:r>
              <a:t/>
            </a:r>
            <a:endParaRPr sz="1900">
              <a:solidFill>
                <a:srgbClr val="212121"/>
              </a:solidFill>
              <a:latin typeface="Epilogue"/>
              <a:ea typeface="Epilogue"/>
              <a:cs typeface="Epilogue"/>
              <a:sym typeface="Epilogue"/>
            </a:endParaRPr>
          </a:p>
          <a:p>
            <a:pPr indent="0" lvl="0" marL="0" rtl="0" algn="l">
              <a:lnSpc>
                <a:spcPct val="100000"/>
              </a:lnSpc>
              <a:spcBef>
                <a:spcPts val="0"/>
              </a:spcBef>
              <a:spcAft>
                <a:spcPts val="0"/>
              </a:spcAft>
              <a:buNone/>
            </a:pPr>
            <a:r>
              <a:rPr lang="en" sz="1900">
                <a:solidFill>
                  <a:srgbClr val="212121"/>
                </a:solidFill>
                <a:latin typeface="Epilogue"/>
                <a:ea typeface="Epilogue"/>
                <a:cs typeface="Epilogue"/>
                <a:sym typeface="Epilogue"/>
              </a:rPr>
              <a:t>We did not count intentional departures from our expected task flow when the app supported the participant’s intention.</a:t>
            </a:r>
            <a:endParaRPr sz="1900">
              <a:solidFill>
                <a:srgbClr val="212121"/>
              </a:solidFill>
              <a:latin typeface="Epilogue"/>
              <a:ea typeface="Epilogue"/>
              <a:cs typeface="Epilogue"/>
              <a:sym typeface="Epilogue"/>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16" name="Shape 1616"/>
        <p:cNvGrpSpPr/>
        <p:nvPr/>
      </p:nvGrpSpPr>
      <p:grpSpPr>
        <a:xfrm>
          <a:off x="0" y="0"/>
          <a:ext cx="0" cy="0"/>
          <a:chOff x="0" y="0"/>
          <a:chExt cx="0" cy="0"/>
        </a:xfrm>
      </p:grpSpPr>
      <p:sp>
        <p:nvSpPr>
          <p:cNvPr id="1617" name="Google Shape;1617;p154"/>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TASK 1 </a:t>
            </a:r>
            <a:r>
              <a:rPr lang="en">
                <a:latin typeface="Lexend Mega"/>
                <a:ea typeface="Lexend Mega"/>
                <a:cs typeface="Lexend Mega"/>
                <a:sym typeface="Lexend Mega"/>
              </a:rPr>
              <a:t>RATING BREAKDOWN</a:t>
            </a:r>
            <a:endParaRPr>
              <a:latin typeface="Lexend Mega"/>
              <a:ea typeface="Lexend Mega"/>
              <a:cs typeface="Lexend Mega"/>
              <a:sym typeface="Lexend Mega"/>
            </a:endParaRPr>
          </a:p>
        </p:txBody>
      </p:sp>
      <p:graphicFrame>
        <p:nvGraphicFramePr>
          <p:cNvPr id="1618" name="Google Shape;1618;p154"/>
          <p:cNvGraphicFramePr/>
          <p:nvPr/>
        </p:nvGraphicFramePr>
        <p:xfrm>
          <a:off x="533400" y="1333500"/>
          <a:ext cx="3000000" cy="3000000"/>
        </p:xfrm>
        <a:graphic>
          <a:graphicData uri="http://schemas.openxmlformats.org/drawingml/2006/table">
            <a:tbl>
              <a:tblPr>
                <a:noFill/>
                <a:tableStyleId>{428037B2-2399-48E3-B112-2EBAFD4FB11B}</a:tableStyleId>
              </a:tblPr>
              <a:tblGrid>
                <a:gridCol w="1244600"/>
                <a:gridCol w="1828800"/>
                <a:gridCol w="1778000"/>
                <a:gridCol w="1371600"/>
                <a:gridCol w="1778000"/>
              </a:tblGrid>
              <a:tr h="355600">
                <a:tc>
                  <a:txBody>
                    <a:bodyPr/>
                    <a:lstStyle/>
                    <a:p>
                      <a:pPr indent="0" lvl="0" marL="0" rtl="0" algn="l">
                        <a:lnSpc>
                          <a:spcPct val="100000"/>
                        </a:lnSpc>
                        <a:spcBef>
                          <a:spcPts val="0"/>
                        </a:spcBef>
                        <a:spcAft>
                          <a:spcPts val="0"/>
                        </a:spcAft>
                        <a:buNone/>
                      </a:pPr>
                      <a:r>
                        <a:rPr b="1" lang="en">
                          <a:solidFill>
                            <a:srgbClr val="212121"/>
                          </a:solidFill>
                          <a:latin typeface="Lexend"/>
                          <a:ea typeface="Lexend"/>
                          <a:cs typeface="Lexend"/>
                          <a:sym typeface="Lexend"/>
                        </a:rPr>
                        <a:t>Participant</a:t>
                      </a:r>
                      <a:endParaRPr b="1">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c>
                  <a:txBody>
                    <a:bodyPr/>
                    <a:lstStyle/>
                    <a:p>
                      <a:pPr indent="0" lvl="0" marL="0" rtl="0" algn="l">
                        <a:lnSpc>
                          <a:spcPct val="100000"/>
                        </a:lnSpc>
                        <a:spcBef>
                          <a:spcPts val="0"/>
                        </a:spcBef>
                        <a:spcAft>
                          <a:spcPts val="0"/>
                        </a:spcAft>
                        <a:buNone/>
                      </a:pPr>
                      <a:r>
                        <a:rPr b="1" lang="en">
                          <a:solidFill>
                            <a:srgbClr val="212121"/>
                          </a:solidFill>
                          <a:latin typeface="Lexend"/>
                          <a:ea typeface="Lexend"/>
                          <a:cs typeface="Lexend"/>
                          <a:sym typeface="Lexend"/>
                        </a:rPr>
                        <a:t>Satisfaction / 7</a:t>
                      </a:r>
                      <a:endParaRPr b="1">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c>
                  <a:txBody>
                    <a:bodyPr/>
                    <a:lstStyle/>
                    <a:p>
                      <a:pPr indent="0" lvl="0" marL="0" rtl="0" algn="l">
                        <a:lnSpc>
                          <a:spcPct val="100000"/>
                        </a:lnSpc>
                        <a:spcBef>
                          <a:spcPts val="0"/>
                        </a:spcBef>
                        <a:spcAft>
                          <a:spcPts val="0"/>
                        </a:spcAft>
                        <a:buNone/>
                      </a:pPr>
                      <a:r>
                        <a:rPr b="1" lang="en">
                          <a:solidFill>
                            <a:srgbClr val="212121"/>
                          </a:solidFill>
                          <a:latin typeface="Lexend"/>
                          <a:ea typeface="Lexend"/>
                          <a:cs typeface="Lexend"/>
                          <a:sym typeface="Lexend"/>
                        </a:rPr>
                        <a:t>Flexibility / 7</a:t>
                      </a:r>
                      <a:endParaRPr b="1">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c>
                  <a:txBody>
                    <a:bodyPr/>
                    <a:lstStyle/>
                    <a:p>
                      <a:pPr indent="0" lvl="0" marL="0" rtl="0" algn="l">
                        <a:lnSpc>
                          <a:spcPct val="100000"/>
                        </a:lnSpc>
                        <a:spcBef>
                          <a:spcPts val="0"/>
                        </a:spcBef>
                        <a:spcAft>
                          <a:spcPts val="0"/>
                        </a:spcAft>
                        <a:buNone/>
                      </a:pPr>
                      <a:r>
                        <a:rPr b="1" lang="en">
                          <a:solidFill>
                            <a:srgbClr val="212121"/>
                          </a:solidFill>
                          <a:latin typeface="Lexend"/>
                          <a:ea typeface="Lexend"/>
                          <a:cs typeface="Lexend"/>
                          <a:sym typeface="Lexend"/>
                        </a:rPr>
                        <a:t>Misclicks</a:t>
                      </a:r>
                      <a:endParaRPr b="1">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c>
                  <a:txBody>
                    <a:bodyPr/>
                    <a:lstStyle/>
                    <a:p>
                      <a:pPr indent="0" lvl="0" marL="0" rtl="0" algn="l">
                        <a:lnSpc>
                          <a:spcPct val="100000"/>
                        </a:lnSpc>
                        <a:spcBef>
                          <a:spcPts val="0"/>
                        </a:spcBef>
                        <a:spcAft>
                          <a:spcPts val="0"/>
                        </a:spcAft>
                        <a:buNone/>
                      </a:pPr>
                      <a:r>
                        <a:rPr b="1" lang="en">
                          <a:solidFill>
                            <a:srgbClr val="212121"/>
                          </a:solidFill>
                          <a:latin typeface="Lexend"/>
                          <a:ea typeface="Lexend"/>
                          <a:cs typeface="Lexend"/>
                          <a:sym typeface="Lexend"/>
                        </a:rPr>
                        <a:t>Time</a:t>
                      </a:r>
                      <a:endParaRPr b="1">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r>
              <a:tr h="355600">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P1</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4</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5</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1</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3:22</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355600">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P2</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5</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5</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0</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1:57</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355600">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P3</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6</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4.5</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0</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2:27</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355600">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P4</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3.5</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4</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1</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6:16</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355600">
                <a:tc>
                  <a:txBody>
                    <a:bodyPr/>
                    <a:lstStyle/>
                    <a:p>
                      <a:pPr indent="0" lvl="0" marL="0" rtl="0" algn="l">
                        <a:lnSpc>
                          <a:spcPct val="100000"/>
                        </a:lnSpc>
                        <a:spcBef>
                          <a:spcPts val="0"/>
                        </a:spcBef>
                        <a:spcAft>
                          <a:spcPts val="0"/>
                        </a:spcAft>
                        <a:buNone/>
                      </a:pPr>
                      <a:r>
                        <a:rPr b="1" lang="en">
                          <a:solidFill>
                            <a:srgbClr val="212121"/>
                          </a:solidFill>
                          <a:latin typeface="Lexend"/>
                          <a:ea typeface="Lexend"/>
                          <a:cs typeface="Lexend"/>
                          <a:sym typeface="Lexend"/>
                        </a:rPr>
                        <a:t>Average</a:t>
                      </a:r>
                      <a:endParaRPr b="1">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c>
                  <a:txBody>
                    <a:bodyPr/>
                    <a:lstStyle/>
                    <a:p>
                      <a:pPr indent="0" lvl="0" marL="0" rtl="0" algn="l">
                        <a:lnSpc>
                          <a:spcPct val="100000"/>
                        </a:lnSpc>
                        <a:spcBef>
                          <a:spcPts val="0"/>
                        </a:spcBef>
                        <a:spcAft>
                          <a:spcPts val="0"/>
                        </a:spcAft>
                        <a:buNone/>
                      </a:pPr>
                      <a:r>
                        <a:rPr b="1" lang="en">
                          <a:solidFill>
                            <a:srgbClr val="212121"/>
                          </a:solidFill>
                          <a:latin typeface="Lexend"/>
                          <a:ea typeface="Lexend"/>
                          <a:cs typeface="Lexend"/>
                          <a:sym typeface="Lexend"/>
                        </a:rPr>
                        <a:t>4.6</a:t>
                      </a:r>
                      <a:endParaRPr b="1">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c>
                  <a:txBody>
                    <a:bodyPr/>
                    <a:lstStyle/>
                    <a:p>
                      <a:pPr indent="0" lvl="0" marL="0" rtl="0" algn="l">
                        <a:lnSpc>
                          <a:spcPct val="100000"/>
                        </a:lnSpc>
                        <a:spcBef>
                          <a:spcPts val="0"/>
                        </a:spcBef>
                        <a:spcAft>
                          <a:spcPts val="0"/>
                        </a:spcAft>
                        <a:buNone/>
                      </a:pPr>
                      <a:r>
                        <a:rPr b="1" lang="en">
                          <a:solidFill>
                            <a:srgbClr val="212121"/>
                          </a:solidFill>
                          <a:latin typeface="Lexend"/>
                          <a:ea typeface="Lexend"/>
                          <a:cs typeface="Lexend"/>
                          <a:sym typeface="Lexend"/>
                        </a:rPr>
                        <a:t>4.6</a:t>
                      </a:r>
                      <a:endParaRPr b="1">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c>
                  <a:txBody>
                    <a:bodyPr/>
                    <a:lstStyle/>
                    <a:p>
                      <a:pPr indent="0" lvl="0" marL="0" rtl="0" algn="l">
                        <a:lnSpc>
                          <a:spcPct val="100000"/>
                        </a:lnSpc>
                        <a:spcBef>
                          <a:spcPts val="0"/>
                        </a:spcBef>
                        <a:spcAft>
                          <a:spcPts val="0"/>
                        </a:spcAft>
                        <a:buNone/>
                      </a:pPr>
                      <a:r>
                        <a:rPr b="1" lang="en">
                          <a:solidFill>
                            <a:srgbClr val="212121"/>
                          </a:solidFill>
                          <a:latin typeface="Lexend"/>
                          <a:ea typeface="Lexend"/>
                          <a:cs typeface="Lexend"/>
                          <a:sym typeface="Lexend"/>
                        </a:rPr>
                        <a:t>0.5</a:t>
                      </a:r>
                      <a:endParaRPr b="1">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c>
                  <a:txBody>
                    <a:bodyPr/>
                    <a:lstStyle/>
                    <a:p>
                      <a:pPr indent="0" lvl="0" marL="0" rtl="0" algn="l">
                        <a:lnSpc>
                          <a:spcPct val="100000"/>
                        </a:lnSpc>
                        <a:spcBef>
                          <a:spcPts val="0"/>
                        </a:spcBef>
                        <a:spcAft>
                          <a:spcPts val="0"/>
                        </a:spcAft>
                        <a:buNone/>
                      </a:pPr>
                      <a:r>
                        <a:rPr b="1" lang="en">
                          <a:solidFill>
                            <a:srgbClr val="212121"/>
                          </a:solidFill>
                          <a:latin typeface="Lexend"/>
                          <a:ea typeface="Lexend"/>
                          <a:cs typeface="Lexend"/>
                          <a:sym typeface="Lexend"/>
                        </a:rPr>
                        <a:t>3:31</a:t>
                      </a:r>
                      <a:endParaRPr b="1">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r>
            </a:tbl>
          </a:graphicData>
        </a:graphic>
      </p:graphicFrame>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22" name="Shape 1622"/>
        <p:cNvGrpSpPr/>
        <p:nvPr/>
      </p:nvGrpSpPr>
      <p:grpSpPr>
        <a:xfrm>
          <a:off x="0" y="0"/>
          <a:ext cx="0" cy="0"/>
          <a:chOff x="0" y="0"/>
          <a:chExt cx="0" cy="0"/>
        </a:xfrm>
      </p:grpSpPr>
      <p:sp>
        <p:nvSpPr>
          <p:cNvPr id="1623" name="Google Shape;1623;p155"/>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P1</a:t>
            </a:r>
            <a:r>
              <a:rPr lang="en">
                <a:latin typeface="Lexend Mega"/>
                <a:ea typeface="Lexend Mega"/>
                <a:cs typeface="Lexend Mega"/>
                <a:sym typeface="Lexend Mega"/>
              </a:rPr>
              <a:t> TASK 1 EXPERIENCE</a:t>
            </a:r>
            <a:endParaRPr>
              <a:latin typeface="Lexend Mega"/>
              <a:ea typeface="Lexend Mega"/>
              <a:cs typeface="Lexend Mega"/>
              <a:sym typeface="Lexend Mega"/>
            </a:endParaRPr>
          </a:p>
        </p:txBody>
      </p:sp>
      <p:graphicFrame>
        <p:nvGraphicFramePr>
          <p:cNvPr id="1624" name="Google Shape;1624;p155"/>
          <p:cNvGraphicFramePr/>
          <p:nvPr/>
        </p:nvGraphicFramePr>
        <p:xfrm>
          <a:off x="533400" y="1333500"/>
          <a:ext cx="3000000" cy="3000000"/>
        </p:xfrm>
        <a:graphic>
          <a:graphicData uri="http://schemas.openxmlformats.org/drawingml/2006/table">
            <a:tbl>
              <a:tblPr>
                <a:noFill/>
                <a:tableStyleId>{428037B2-2399-48E3-B112-2EBAFD4FB11B}</a:tableStyleId>
              </a:tblPr>
              <a:tblGrid>
                <a:gridCol w="6794500"/>
                <a:gridCol w="1206500"/>
              </a:tblGrid>
              <a:tr h="254000">
                <a:tc>
                  <a:txBody>
                    <a:bodyPr/>
                    <a:lstStyle/>
                    <a:p>
                      <a:pPr indent="0" lvl="0" marL="0" rtl="0" algn="l">
                        <a:lnSpc>
                          <a:spcPct val="100000"/>
                        </a:lnSpc>
                        <a:spcBef>
                          <a:spcPts val="0"/>
                        </a:spcBef>
                        <a:spcAft>
                          <a:spcPts val="0"/>
                        </a:spcAft>
                        <a:buNone/>
                      </a:pPr>
                      <a:r>
                        <a:rPr b="1" lang="en" sz="1200">
                          <a:solidFill>
                            <a:srgbClr val="212121"/>
                          </a:solidFill>
                          <a:latin typeface="Lexend"/>
                          <a:ea typeface="Lexend"/>
                          <a:cs typeface="Lexend"/>
                          <a:sym typeface="Lexend"/>
                        </a:rPr>
                        <a:t>Incident</a:t>
                      </a:r>
                      <a:endParaRPr b="1"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c>
                  <a:txBody>
                    <a:bodyPr/>
                    <a:lstStyle/>
                    <a:p>
                      <a:pPr indent="0" lvl="0" marL="0" rtl="0" algn="l">
                        <a:lnSpc>
                          <a:spcPct val="100000"/>
                        </a:lnSpc>
                        <a:spcBef>
                          <a:spcPts val="0"/>
                        </a:spcBef>
                        <a:spcAft>
                          <a:spcPts val="0"/>
                        </a:spcAft>
                        <a:buNone/>
                      </a:pPr>
                      <a:r>
                        <a:rPr b="1" lang="en" sz="1200">
                          <a:solidFill>
                            <a:srgbClr val="212121"/>
                          </a:solidFill>
                          <a:latin typeface="Lexend"/>
                          <a:ea typeface="Lexend"/>
                          <a:cs typeface="Lexend"/>
                          <a:sym typeface="Lexend"/>
                        </a:rPr>
                        <a:t>Severity</a:t>
                      </a:r>
                      <a:endParaRPr b="1"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Recognized the local map and chose the closest place</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0</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Praised the small number of taps and absence of extra screens</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0</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The experience required effort before its value became clear</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2</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Would probably dismiss notifications; questioned their usefulness</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2</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Didn’t know you could tap on other people’s art to see more. Accidentally tapped on it</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3</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bl>
          </a:graphicData>
        </a:graphic>
      </p:graphicFrame>
      <p:sp>
        <p:nvSpPr>
          <p:cNvPr id="1625" name="Google Shape;1625;p155"/>
          <p:cNvSpPr txBox="1"/>
          <p:nvPr/>
        </p:nvSpPr>
        <p:spPr>
          <a:xfrm>
            <a:off x="4514145" y="3780015"/>
            <a:ext cx="4350600" cy="99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200">
                <a:solidFill>
                  <a:srgbClr val="212121"/>
                </a:solidFill>
                <a:latin typeface="Epilogue"/>
                <a:ea typeface="Epilogue"/>
                <a:cs typeface="Epilogue"/>
                <a:sym typeface="Epilogue"/>
              </a:rPr>
              <a:t>“It’s taking some cognitive effort. It’s not rewarded in some very obvious way. It’s not aggravating me… It’s not showing me an extraneous amount of screens” [5:02]</a:t>
            </a:r>
            <a:endParaRPr sz="1200">
              <a:solidFill>
                <a:srgbClr val="212121"/>
              </a:solidFill>
              <a:latin typeface="Epilogue"/>
              <a:ea typeface="Epilogue"/>
              <a:cs typeface="Epilogue"/>
              <a:sym typeface="Epilogue"/>
            </a:endParaRPr>
          </a:p>
        </p:txBody>
      </p:sp>
      <p:sp>
        <p:nvSpPr>
          <p:cNvPr id="1626" name="Google Shape;1626;p155"/>
          <p:cNvSpPr txBox="1"/>
          <p:nvPr/>
        </p:nvSpPr>
        <p:spPr>
          <a:xfrm>
            <a:off x="503834" y="3693085"/>
            <a:ext cx="4038600" cy="1041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Time spent:</a:t>
            </a:r>
            <a:r>
              <a:rPr lang="en" sz="1200">
                <a:solidFill>
                  <a:srgbClr val="212121"/>
                </a:solidFill>
                <a:latin typeface="Epilogue"/>
                <a:ea typeface="Epilogue"/>
                <a:cs typeface="Epilogue"/>
                <a:sym typeface="Epilogue"/>
              </a:rPr>
              <a:t> 3:22 [1:15–4:37]</a:t>
            </a:r>
            <a:endParaRPr sz="1200">
              <a:solidFill>
                <a:srgbClr val="212121"/>
              </a:solidFill>
              <a:latin typeface="Epilogue"/>
              <a:ea typeface="Epilogue"/>
              <a:cs typeface="Epilogue"/>
              <a:sym typeface="Epilogue"/>
            </a:endParaRPr>
          </a:p>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Number of misclicks:</a:t>
            </a:r>
            <a:r>
              <a:rPr lang="en" sz="1200">
                <a:solidFill>
                  <a:srgbClr val="212121"/>
                </a:solidFill>
                <a:latin typeface="Epilogue"/>
                <a:ea typeface="Epilogue"/>
                <a:cs typeface="Epilogue"/>
                <a:sym typeface="Epilogue"/>
              </a:rPr>
              <a:t> 1</a:t>
            </a:r>
            <a:endParaRPr sz="1200">
              <a:solidFill>
                <a:srgbClr val="212121"/>
              </a:solidFill>
              <a:latin typeface="Epilogue"/>
              <a:ea typeface="Epilogue"/>
              <a:cs typeface="Epilogue"/>
              <a:sym typeface="Epilogue"/>
            </a:endParaRPr>
          </a:p>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Rating Satisfaction:</a:t>
            </a:r>
            <a:r>
              <a:rPr lang="en" sz="1200">
                <a:solidFill>
                  <a:srgbClr val="212121"/>
                </a:solidFill>
                <a:latin typeface="Epilogue"/>
                <a:ea typeface="Epilogue"/>
                <a:cs typeface="Epilogue"/>
                <a:sym typeface="Epilogue"/>
              </a:rPr>
              <a:t> 4 / 7</a:t>
            </a:r>
            <a:endParaRPr sz="1200">
              <a:solidFill>
                <a:srgbClr val="212121"/>
              </a:solidFill>
              <a:latin typeface="Epilogue"/>
              <a:ea typeface="Epilogue"/>
              <a:cs typeface="Epilogue"/>
              <a:sym typeface="Epilogue"/>
            </a:endParaRPr>
          </a:p>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Rating Flexibility:</a:t>
            </a:r>
            <a:r>
              <a:rPr lang="en" sz="1200">
                <a:solidFill>
                  <a:srgbClr val="212121"/>
                </a:solidFill>
                <a:latin typeface="Epilogue"/>
                <a:ea typeface="Epilogue"/>
                <a:cs typeface="Epilogue"/>
                <a:sym typeface="Epilogue"/>
              </a:rPr>
              <a:t> 5 / 7</a:t>
            </a:r>
            <a:endParaRPr sz="1200">
              <a:solidFill>
                <a:srgbClr val="212121"/>
              </a:solidFill>
              <a:latin typeface="Epilogue"/>
              <a:ea typeface="Epilogue"/>
              <a:cs typeface="Epilogue"/>
              <a:sym typeface="Epilogue"/>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30" name="Shape 1630"/>
        <p:cNvGrpSpPr/>
        <p:nvPr/>
      </p:nvGrpSpPr>
      <p:grpSpPr>
        <a:xfrm>
          <a:off x="0" y="0"/>
          <a:ext cx="0" cy="0"/>
          <a:chOff x="0" y="0"/>
          <a:chExt cx="0" cy="0"/>
        </a:xfrm>
      </p:grpSpPr>
      <p:sp>
        <p:nvSpPr>
          <p:cNvPr id="1631" name="Google Shape;1631;p156"/>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P2</a:t>
            </a:r>
            <a:r>
              <a:rPr lang="en">
                <a:latin typeface="Lexend Mega"/>
                <a:ea typeface="Lexend Mega"/>
                <a:cs typeface="Lexend Mega"/>
                <a:sym typeface="Lexend Mega"/>
              </a:rPr>
              <a:t> TASK 1 EXPERIENCE</a:t>
            </a:r>
            <a:endParaRPr>
              <a:latin typeface="Lexend Mega"/>
              <a:ea typeface="Lexend Mega"/>
              <a:cs typeface="Lexend Mega"/>
              <a:sym typeface="Lexend Mega"/>
            </a:endParaRPr>
          </a:p>
        </p:txBody>
      </p:sp>
      <p:graphicFrame>
        <p:nvGraphicFramePr>
          <p:cNvPr id="1632" name="Google Shape;1632;p156"/>
          <p:cNvGraphicFramePr/>
          <p:nvPr/>
        </p:nvGraphicFramePr>
        <p:xfrm>
          <a:off x="533400" y="1333500"/>
          <a:ext cx="3000000" cy="3000000"/>
        </p:xfrm>
        <a:graphic>
          <a:graphicData uri="http://schemas.openxmlformats.org/drawingml/2006/table">
            <a:tbl>
              <a:tblPr>
                <a:noFill/>
                <a:tableStyleId>{428037B2-2399-48E3-B112-2EBAFD4FB11B}</a:tableStyleId>
              </a:tblPr>
              <a:tblGrid>
                <a:gridCol w="6794500"/>
                <a:gridCol w="1206500"/>
              </a:tblGrid>
              <a:tr h="254000">
                <a:tc>
                  <a:txBody>
                    <a:bodyPr/>
                    <a:lstStyle/>
                    <a:p>
                      <a:pPr indent="0" lvl="0" marL="0" rtl="0" algn="l">
                        <a:lnSpc>
                          <a:spcPct val="100000"/>
                        </a:lnSpc>
                        <a:spcBef>
                          <a:spcPts val="0"/>
                        </a:spcBef>
                        <a:spcAft>
                          <a:spcPts val="0"/>
                        </a:spcAft>
                        <a:buNone/>
                      </a:pPr>
                      <a:r>
                        <a:rPr b="1" lang="en" sz="1200">
                          <a:solidFill>
                            <a:srgbClr val="212121"/>
                          </a:solidFill>
                          <a:latin typeface="Lexend"/>
                          <a:ea typeface="Lexend"/>
                          <a:cs typeface="Lexend"/>
                          <a:sym typeface="Lexend"/>
                        </a:rPr>
                        <a:t>Incident</a:t>
                      </a:r>
                      <a:endParaRPr b="1"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c>
                  <a:txBody>
                    <a:bodyPr/>
                    <a:lstStyle/>
                    <a:p>
                      <a:pPr indent="0" lvl="0" marL="0" rtl="0" algn="l">
                        <a:lnSpc>
                          <a:spcPct val="100000"/>
                        </a:lnSpc>
                        <a:spcBef>
                          <a:spcPts val="0"/>
                        </a:spcBef>
                        <a:spcAft>
                          <a:spcPts val="0"/>
                        </a:spcAft>
                        <a:buNone/>
                      </a:pPr>
                      <a:r>
                        <a:rPr b="1" lang="en" sz="1200">
                          <a:solidFill>
                            <a:srgbClr val="212121"/>
                          </a:solidFill>
                          <a:latin typeface="Lexend"/>
                          <a:ea typeface="Lexend"/>
                          <a:cs typeface="Lexend"/>
                          <a:sym typeface="Lexend"/>
                        </a:rPr>
                        <a:t>Severity</a:t>
                      </a:r>
                      <a:endParaRPr b="1"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Asked whether the map showed artwork made nearby (shows that not very clear)</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2</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Did not understand the artwork-detail screen</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2</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Expected artwork to open; initially read Directions as “directory”</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1</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Controls felt natural and the experience straightforward</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0</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bl>
          </a:graphicData>
        </a:graphic>
      </p:graphicFrame>
      <p:sp>
        <p:nvSpPr>
          <p:cNvPr id="1633" name="Google Shape;1633;p156"/>
          <p:cNvSpPr txBox="1"/>
          <p:nvPr/>
        </p:nvSpPr>
        <p:spPr>
          <a:xfrm>
            <a:off x="4519295" y="3492275"/>
            <a:ext cx="4350600" cy="1308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200">
                <a:solidFill>
                  <a:srgbClr val="212121"/>
                </a:solidFill>
                <a:latin typeface="Epilogue"/>
                <a:ea typeface="Epilogue"/>
                <a:cs typeface="Epilogue"/>
                <a:sym typeface="Epilogue"/>
              </a:rPr>
              <a:t>“It seems pretty straightforward”; buttons “seemed natural.”[04:36–04:51</a:t>
            </a:r>
            <a:endParaRPr sz="1200">
              <a:solidFill>
                <a:srgbClr val="212121"/>
              </a:solidFill>
              <a:latin typeface="Epilogue"/>
              <a:ea typeface="Epilogue"/>
              <a:cs typeface="Epilogue"/>
              <a:sym typeface="Epilogue"/>
            </a:endParaRPr>
          </a:p>
          <a:p>
            <a:pPr indent="0" lvl="0" marL="0" rtl="0" algn="l">
              <a:lnSpc>
                <a:spcPct val="100000"/>
              </a:lnSpc>
              <a:spcBef>
                <a:spcPts val="0"/>
              </a:spcBef>
              <a:spcAft>
                <a:spcPts val="0"/>
              </a:spcAft>
              <a:buNone/>
            </a:pPr>
            <a:r>
              <a:t/>
            </a:r>
            <a:endParaRPr sz="1200">
              <a:solidFill>
                <a:srgbClr val="212121"/>
              </a:solidFill>
              <a:latin typeface="Epilogue"/>
              <a:ea typeface="Epilogue"/>
              <a:cs typeface="Epilogue"/>
              <a:sym typeface="Epilogue"/>
            </a:endParaRPr>
          </a:p>
          <a:p>
            <a:pPr indent="0" lvl="0" marL="0" rtl="0" algn="l">
              <a:lnSpc>
                <a:spcPct val="100000"/>
              </a:lnSpc>
              <a:spcBef>
                <a:spcPts val="0"/>
              </a:spcBef>
              <a:spcAft>
                <a:spcPts val="0"/>
              </a:spcAft>
              <a:buNone/>
            </a:pPr>
            <a:r>
              <a:rPr lang="en" sz="1200">
                <a:solidFill>
                  <a:srgbClr val="212121"/>
                </a:solidFill>
                <a:latin typeface="Epilogue"/>
                <a:ea typeface="Epilogue"/>
                <a:cs typeface="Epilogue"/>
                <a:sym typeface="Epilogue"/>
              </a:rPr>
              <a:t>“I don’t know what this is” [referring to the wave artwork in the detail page, not aware it’s someone else's art] [2:57]</a:t>
            </a:r>
            <a:endParaRPr sz="1200">
              <a:solidFill>
                <a:srgbClr val="212121"/>
              </a:solidFill>
              <a:latin typeface="Epilogue"/>
              <a:ea typeface="Epilogue"/>
              <a:cs typeface="Epilogue"/>
              <a:sym typeface="Epilogue"/>
            </a:endParaRPr>
          </a:p>
        </p:txBody>
      </p:sp>
      <p:sp>
        <p:nvSpPr>
          <p:cNvPr id="1634" name="Google Shape;1634;p156"/>
          <p:cNvSpPr txBox="1"/>
          <p:nvPr/>
        </p:nvSpPr>
        <p:spPr>
          <a:xfrm>
            <a:off x="503834" y="3492285"/>
            <a:ext cx="4038600" cy="1041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Time spent:</a:t>
            </a:r>
            <a:r>
              <a:rPr lang="en" sz="1200">
                <a:solidFill>
                  <a:srgbClr val="212121"/>
                </a:solidFill>
                <a:latin typeface="Epilogue"/>
                <a:ea typeface="Epilogue"/>
                <a:cs typeface="Epilogue"/>
                <a:sym typeface="Epilogue"/>
              </a:rPr>
              <a:t> 1:57 [2:08–4:05]</a:t>
            </a:r>
            <a:endParaRPr sz="1200">
              <a:solidFill>
                <a:srgbClr val="212121"/>
              </a:solidFill>
              <a:latin typeface="Epilogue"/>
              <a:ea typeface="Epilogue"/>
              <a:cs typeface="Epilogue"/>
              <a:sym typeface="Epilogue"/>
            </a:endParaRPr>
          </a:p>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Number of misclicks:</a:t>
            </a:r>
            <a:r>
              <a:rPr lang="en" sz="1200">
                <a:solidFill>
                  <a:srgbClr val="212121"/>
                </a:solidFill>
                <a:latin typeface="Epilogue"/>
                <a:ea typeface="Epilogue"/>
                <a:cs typeface="Epilogue"/>
                <a:sym typeface="Epilogue"/>
              </a:rPr>
              <a:t> 0</a:t>
            </a:r>
            <a:endParaRPr sz="1200">
              <a:solidFill>
                <a:srgbClr val="212121"/>
              </a:solidFill>
              <a:latin typeface="Epilogue"/>
              <a:ea typeface="Epilogue"/>
              <a:cs typeface="Epilogue"/>
              <a:sym typeface="Epilogue"/>
            </a:endParaRPr>
          </a:p>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Rating Satisfaction:</a:t>
            </a:r>
            <a:r>
              <a:rPr lang="en" sz="1200">
                <a:solidFill>
                  <a:srgbClr val="212121"/>
                </a:solidFill>
                <a:latin typeface="Epilogue"/>
                <a:ea typeface="Epilogue"/>
                <a:cs typeface="Epilogue"/>
                <a:sym typeface="Epilogue"/>
              </a:rPr>
              <a:t> 5 / 7</a:t>
            </a:r>
            <a:endParaRPr sz="1200">
              <a:solidFill>
                <a:srgbClr val="212121"/>
              </a:solidFill>
              <a:latin typeface="Epilogue"/>
              <a:ea typeface="Epilogue"/>
              <a:cs typeface="Epilogue"/>
              <a:sym typeface="Epilogue"/>
            </a:endParaRPr>
          </a:p>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Rating Flexibility:</a:t>
            </a:r>
            <a:r>
              <a:rPr lang="en" sz="1200">
                <a:solidFill>
                  <a:srgbClr val="212121"/>
                </a:solidFill>
                <a:latin typeface="Epilogue"/>
                <a:ea typeface="Epilogue"/>
                <a:cs typeface="Epilogue"/>
                <a:sym typeface="Epilogue"/>
              </a:rPr>
              <a:t> 5 / 7</a:t>
            </a:r>
            <a:endParaRPr sz="1200">
              <a:solidFill>
                <a:srgbClr val="212121"/>
              </a:solidFill>
              <a:latin typeface="Epilogue"/>
              <a:ea typeface="Epilogue"/>
              <a:cs typeface="Epilogue"/>
              <a:sym typeface="Epilogue"/>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38" name="Shape 1638"/>
        <p:cNvGrpSpPr/>
        <p:nvPr/>
      </p:nvGrpSpPr>
      <p:grpSpPr>
        <a:xfrm>
          <a:off x="0" y="0"/>
          <a:ext cx="0" cy="0"/>
          <a:chOff x="0" y="0"/>
          <a:chExt cx="0" cy="0"/>
        </a:xfrm>
      </p:grpSpPr>
      <p:sp>
        <p:nvSpPr>
          <p:cNvPr id="1639" name="Google Shape;1639;p157"/>
          <p:cNvSpPr txBox="1"/>
          <p:nvPr>
            <p:ph idx="1" type="subTitle"/>
          </p:nvPr>
        </p:nvSpPr>
        <p:spPr>
          <a:xfrm>
            <a:off x="4542420" y="3613390"/>
            <a:ext cx="4350600" cy="990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200">
                <a:solidFill>
                  <a:srgbClr val="212121"/>
                </a:solidFill>
              </a:rPr>
              <a:t>“The interface is pretty easy to navigate.”</a:t>
            </a:r>
            <a:endParaRPr sz="1200">
              <a:solidFill>
                <a:srgbClr val="212121"/>
              </a:solidFill>
            </a:endParaRPr>
          </a:p>
          <a:p>
            <a:pPr indent="0" lvl="0" marL="0" rtl="0" algn="l">
              <a:lnSpc>
                <a:spcPct val="100000"/>
              </a:lnSpc>
              <a:spcBef>
                <a:spcPts val="0"/>
              </a:spcBef>
              <a:spcAft>
                <a:spcPts val="0"/>
              </a:spcAft>
              <a:buNone/>
            </a:pPr>
            <a:r>
              <a:rPr lang="en" sz="1200">
                <a:solidFill>
                  <a:srgbClr val="212121"/>
                </a:solidFill>
              </a:rPr>
              <a:t>[04:43]</a:t>
            </a:r>
            <a:endParaRPr sz="1200">
              <a:solidFill>
                <a:srgbClr val="212121"/>
              </a:solidFill>
            </a:endParaRPr>
          </a:p>
        </p:txBody>
      </p:sp>
      <p:sp>
        <p:nvSpPr>
          <p:cNvPr id="1640" name="Google Shape;1640;p157"/>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P3</a:t>
            </a:r>
            <a:r>
              <a:rPr lang="en">
                <a:latin typeface="Lexend Mega"/>
                <a:ea typeface="Lexend Mega"/>
                <a:cs typeface="Lexend Mega"/>
                <a:sym typeface="Lexend Mega"/>
              </a:rPr>
              <a:t> TASK 1 EXPERIENCE</a:t>
            </a:r>
            <a:endParaRPr>
              <a:latin typeface="Lexend Mega"/>
              <a:ea typeface="Lexend Mega"/>
              <a:cs typeface="Lexend Mega"/>
              <a:sym typeface="Lexend Mega"/>
            </a:endParaRPr>
          </a:p>
        </p:txBody>
      </p:sp>
      <p:graphicFrame>
        <p:nvGraphicFramePr>
          <p:cNvPr id="1641" name="Google Shape;1641;p157"/>
          <p:cNvGraphicFramePr/>
          <p:nvPr/>
        </p:nvGraphicFramePr>
        <p:xfrm>
          <a:off x="533400" y="1333500"/>
          <a:ext cx="3000000" cy="3000000"/>
        </p:xfrm>
        <a:graphic>
          <a:graphicData uri="http://schemas.openxmlformats.org/drawingml/2006/table">
            <a:tbl>
              <a:tblPr>
                <a:noFill/>
                <a:tableStyleId>{428037B2-2399-48E3-B112-2EBAFD4FB11B}</a:tableStyleId>
              </a:tblPr>
              <a:tblGrid>
                <a:gridCol w="6794500"/>
                <a:gridCol w="1206500"/>
              </a:tblGrid>
              <a:tr h="254000">
                <a:tc>
                  <a:txBody>
                    <a:bodyPr/>
                    <a:lstStyle/>
                    <a:p>
                      <a:pPr indent="0" lvl="0" marL="0" rtl="0" algn="l">
                        <a:lnSpc>
                          <a:spcPct val="100000"/>
                        </a:lnSpc>
                        <a:spcBef>
                          <a:spcPts val="0"/>
                        </a:spcBef>
                        <a:spcAft>
                          <a:spcPts val="0"/>
                        </a:spcAft>
                        <a:buNone/>
                      </a:pPr>
                      <a:r>
                        <a:rPr b="1" lang="en" sz="1200">
                          <a:solidFill>
                            <a:srgbClr val="212121"/>
                          </a:solidFill>
                          <a:latin typeface="Lexend"/>
                          <a:ea typeface="Lexend"/>
                          <a:cs typeface="Lexend"/>
                          <a:sym typeface="Lexend"/>
                        </a:rPr>
                        <a:t>Incident</a:t>
                      </a:r>
                      <a:endParaRPr b="1"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c>
                  <a:txBody>
                    <a:bodyPr/>
                    <a:lstStyle/>
                    <a:p>
                      <a:pPr indent="0" lvl="0" marL="0" rtl="0" algn="l">
                        <a:lnSpc>
                          <a:spcPct val="100000"/>
                        </a:lnSpc>
                        <a:spcBef>
                          <a:spcPts val="0"/>
                        </a:spcBef>
                        <a:spcAft>
                          <a:spcPts val="0"/>
                        </a:spcAft>
                        <a:buNone/>
                      </a:pPr>
                      <a:r>
                        <a:rPr b="1" lang="en" sz="1200">
                          <a:solidFill>
                            <a:srgbClr val="212121"/>
                          </a:solidFill>
                          <a:latin typeface="Lexend"/>
                          <a:ea typeface="Lexend"/>
                          <a:cs typeface="Lexend"/>
                          <a:sym typeface="Lexend"/>
                        </a:rPr>
                        <a:t>Severity</a:t>
                      </a:r>
                      <a:endParaRPr b="1"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Did not realize changing pictures meant browsing different artworks</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3</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Could not tell how artwork related to the actual surroundings</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3</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Read Directions as “directory” → so accidentally found the directions page</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1</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Found the interface easy to navigate after explanation</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0</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bl>
          </a:graphicData>
        </a:graphic>
      </p:graphicFrame>
      <p:sp>
        <p:nvSpPr>
          <p:cNvPr id="1642" name="Google Shape;1642;p157"/>
          <p:cNvSpPr txBox="1"/>
          <p:nvPr/>
        </p:nvSpPr>
        <p:spPr>
          <a:xfrm>
            <a:off x="503834" y="3510385"/>
            <a:ext cx="4038600" cy="1041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Time spent:</a:t>
            </a:r>
            <a:r>
              <a:rPr lang="en" sz="1200">
                <a:solidFill>
                  <a:srgbClr val="212121"/>
                </a:solidFill>
                <a:latin typeface="Epilogue"/>
                <a:ea typeface="Epilogue"/>
                <a:cs typeface="Epilogue"/>
                <a:sym typeface="Epilogue"/>
              </a:rPr>
              <a:t> 2:27 [0:46–3:13] (they got to map pretty fast but then kept going and explored that app)</a:t>
            </a:r>
            <a:endParaRPr sz="1200">
              <a:solidFill>
                <a:srgbClr val="212121"/>
              </a:solidFill>
              <a:latin typeface="Epilogue"/>
              <a:ea typeface="Epilogue"/>
              <a:cs typeface="Epilogue"/>
              <a:sym typeface="Epilogue"/>
            </a:endParaRPr>
          </a:p>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Number of misclicks:</a:t>
            </a:r>
            <a:r>
              <a:rPr lang="en" sz="1200">
                <a:solidFill>
                  <a:srgbClr val="212121"/>
                </a:solidFill>
                <a:latin typeface="Epilogue"/>
                <a:ea typeface="Epilogue"/>
                <a:cs typeface="Epilogue"/>
                <a:sym typeface="Epilogue"/>
              </a:rPr>
              <a:t> 0</a:t>
            </a:r>
            <a:endParaRPr sz="1200">
              <a:solidFill>
                <a:srgbClr val="212121"/>
              </a:solidFill>
              <a:latin typeface="Epilogue"/>
              <a:ea typeface="Epilogue"/>
              <a:cs typeface="Epilogue"/>
              <a:sym typeface="Epilogue"/>
            </a:endParaRPr>
          </a:p>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Rating Satisfaction:</a:t>
            </a:r>
            <a:r>
              <a:rPr lang="en" sz="1200">
                <a:solidFill>
                  <a:srgbClr val="212121"/>
                </a:solidFill>
                <a:latin typeface="Epilogue"/>
                <a:ea typeface="Epilogue"/>
                <a:cs typeface="Epilogue"/>
                <a:sym typeface="Epilogue"/>
              </a:rPr>
              <a:t> 6 </a:t>
            </a:r>
            <a:endParaRPr sz="1200">
              <a:solidFill>
                <a:srgbClr val="212121"/>
              </a:solidFill>
              <a:latin typeface="Epilogue"/>
              <a:ea typeface="Epilogue"/>
              <a:cs typeface="Epilogue"/>
              <a:sym typeface="Epilogue"/>
            </a:endParaRPr>
          </a:p>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Rating Flexibility:</a:t>
            </a:r>
            <a:r>
              <a:rPr lang="en" sz="1200">
                <a:solidFill>
                  <a:srgbClr val="212121"/>
                </a:solidFill>
                <a:latin typeface="Epilogue"/>
                <a:ea typeface="Epilogue"/>
                <a:cs typeface="Epilogue"/>
                <a:sym typeface="Epilogue"/>
              </a:rPr>
              <a:t> 4.5 </a:t>
            </a:r>
            <a:endParaRPr sz="1200">
              <a:solidFill>
                <a:srgbClr val="212121"/>
              </a:solidFill>
              <a:latin typeface="Epilogue"/>
              <a:ea typeface="Epilogue"/>
              <a:cs typeface="Epilogue"/>
              <a:sym typeface="Epilogue"/>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46" name="Shape 1646"/>
        <p:cNvGrpSpPr/>
        <p:nvPr/>
      </p:nvGrpSpPr>
      <p:grpSpPr>
        <a:xfrm>
          <a:off x="0" y="0"/>
          <a:ext cx="0" cy="0"/>
          <a:chOff x="0" y="0"/>
          <a:chExt cx="0" cy="0"/>
        </a:xfrm>
      </p:grpSpPr>
      <p:sp>
        <p:nvSpPr>
          <p:cNvPr id="1647" name="Google Shape;1647;p158"/>
          <p:cNvSpPr txBox="1"/>
          <p:nvPr>
            <p:ph idx="1" type="subTitle"/>
          </p:nvPr>
        </p:nvSpPr>
        <p:spPr>
          <a:xfrm>
            <a:off x="4519320" y="3382115"/>
            <a:ext cx="4350600" cy="990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200">
                <a:solidFill>
                  <a:srgbClr val="212121"/>
                </a:solidFill>
              </a:rPr>
              <a:t>“I would have liked to have seen a list… and compared multiple… options.”</a:t>
            </a:r>
            <a:endParaRPr sz="1200">
              <a:solidFill>
                <a:srgbClr val="212121"/>
              </a:solidFill>
            </a:endParaRPr>
          </a:p>
          <a:p>
            <a:pPr indent="0" lvl="0" marL="0" rtl="0" algn="l">
              <a:lnSpc>
                <a:spcPct val="100000"/>
              </a:lnSpc>
              <a:spcBef>
                <a:spcPts val="0"/>
              </a:spcBef>
              <a:spcAft>
                <a:spcPts val="0"/>
              </a:spcAft>
              <a:buNone/>
            </a:pPr>
            <a:r>
              <a:rPr lang="en" sz="1200">
                <a:solidFill>
                  <a:srgbClr val="212121"/>
                </a:solidFill>
              </a:rPr>
              <a:t>[07:40–07:55]</a:t>
            </a:r>
            <a:endParaRPr sz="1200">
              <a:solidFill>
                <a:srgbClr val="212121"/>
              </a:solidFill>
            </a:endParaRPr>
          </a:p>
          <a:p>
            <a:pPr indent="0" lvl="0" marL="0" rtl="0" algn="l">
              <a:lnSpc>
                <a:spcPct val="100000"/>
              </a:lnSpc>
              <a:spcBef>
                <a:spcPts val="0"/>
              </a:spcBef>
              <a:spcAft>
                <a:spcPts val="0"/>
              </a:spcAft>
              <a:buNone/>
            </a:pPr>
            <a:r>
              <a:t/>
            </a:r>
            <a:endParaRPr sz="1200">
              <a:solidFill>
                <a:srgbClr val="212121"/>
              </a:solidFill>
            </a:endParaRPr>
          </a:p>
          <a:p>
            <a:pPr indent="0" lvl="0" marL="0" rtl="0" algn="l">
              <a:lnSpc>
                <a:spcPct val="100000"/>
              </a:lnSpc>
              <a:spcBef>
                <a:spcPts val="0"/>
              </a:spcBef>
              <a:spcAft>
                <a:spcPts val="0"/>
              </a:spcAft>
              <a:buNone/>
            </a:pPr>
            <a:r>
              <a:rPr lang="en" sz="1200">
                <a:solidFill>
                  <a:srgbClr val="212121"/>
                </a:solidFill>
              </a:rPr>
              <a:t>“Where is this going? [the recording on the detailed artwork page]”</a:t>
            </a:r>
            <a:endParaRPr sz="1200">
              <a:solidFill>
                <a:srgbClr val="212121"/>
              </a:solidFill>
            </a:endParaRPr>
          </a:p>
        </p:txBody>
      </p:sp>
      <p:sp>
        <p:nvSpPr>
          <p:cNvPr id="1648" name="Google Shape;1648;p158"/>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P4</a:t>
            </a:r>
            <a:r>
              <a:rPr lang="en">
                <a:latin typeface="Lexend Mega"/>
                <a:ea typeface="Lexend Mega"/>
                <a:cs typeface="Lexend Mega"/>
                <a:sym typeface="Lexend Mega"/>
              </a:rPr>
              <a:t> TASK 1 EXPERIENCE</a:t>
            </a:r>
            <a:endParaRPr>
              <a:latin typeface="Lexend Mega"/>
              <a:ea typeface="Lexend Mega"/>
              <a:cs typeface="Lexend Mega"/>
              <a:sym typeface="Lexend Mega"/>
            </a:endParaRPr>
          </a:p>
        </p:txBody>
      </p:sp>
      <p:graphicFrame>
        <p:nvGraphicFramePr>
          <p:cNvPr id="1649" name="Google Shape;1649;p158"/>
          <p:cNvGraphicFramePr/>
          <p:nvPr/>
        </p:nvGraphicFramePr>
        <p:xfrm>
          <a:off x="533400" y="1333500"/>
          <a:ext cx="3000000" cy="3000000"/>
        </p:xfrm>
        <a:graphic>
          <a:graphicData uri="http://schemas.openxmlformats.org/drawingml/2006/table">
            <a:tbl>
              <a:tblPr>
                <a:noFill/>
                <a:tableStyleId>{428037B2-2399-48E3-B112-2EBAFD4FB11B}</a:tableStyleId>
              </a:tblPr>
              <a:tblGrid>
                <a:gridCol w="6794500"/>
                <a:gridCol w="1206500"/>
              </a:tblGrid>
              <a:tr h="254000">
                <a:tc>
                  <a:txBody>
                    <a:bodyPr/>
                    <a:lstStyle/>
                    <a:p>
                      <a:pPr indent="0" lvl="0" marL="0" rtl="0" algn="l">
                        <a:lnSpc>
                          <a:spcPct val="100000"/>
                        </a:lnSpc>
                        <a:spcBef>
                          <a:spcPts val="0"/>
                        </a:spcBef>
                        <a:spcAft>
                          <a:spcPts val="0"/>
                        </a:spcAft>
                        <a:buNone/>
                      </a:pPr>
                      <a:r>
                        <a:rPr b="1" lang="en" sz="1200">
                          <a:solidFill>
                            <a:srgbClr val="212121"/>
                          </a:solidFill>
                          <a:latin typeface="Lexend"/>
                          <a:ea typeface="Lexend"/>
                          <a:cs typeface="Lexend"/>
                          <a:sym typeface="Lexend"/>
                        </a:rPr>
                        <a:t>Incident</a:t>
                      </a:r>
                      <a:endParaRPr b="1"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c>
                  <a:txBody>
                    <a:bodyPr/>
                    <a:lstStyle/>
                    <a:p>
                      <a:pPr indent="0" lvl="0" marL="0" rtl="0" algn="l">
                        <a:lnSpc>
                          <a:spcPct val="100000"/>
                        </a:lnSpc>
                        <a:spcBef>
                          <a:spcPts val="0"/>
                        </a:spcBef>
                        <a:spcAft>
                          <a:spcPts val="0"/>
                        </a:spcAft>
                        <a:buNone/>
                      </a:pPr>
                      <a:r>
                        <a:rPr b="1" lang="en" sz="1200">
                          <a:solidFill>
                            <a:srgbClr val="212121"/>
                          </a:solidFill>
                          <a:latin typeface="Lexend"/>
                          <a:ea typeface="Lexend"/>
                          <a:cs typeface="Lexend"/>
                          <a:sym typeface="Lexend"/>
                        </a:rPr>
                        <a:t>Severity</a:t>
                      </a:r>
                      <a:endParaRPr b="1"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Read map counts as people currently drawing</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2</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Asked whether microphone recordings were private personal notes</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3</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Wanted to compare locations and see shade or table availability</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3</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Liked seeing artwork others made at the same location</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0</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bl>
          </a:graphicData>
        </a:graphic>
      </p:graphicFrame>
      <p:sp>
        <p:nvSpPr>
          <p:cNvPr id="1650" name="Google Shape;1650;p158"/>
          <p:cNvSpPr txBox="1"/>
          <p:nvPr/>
        </p:nvSpPr>
        <p:spPr>
          <a:xfrm>
            <a:off x="503834" y="3270735"/>
            <a:ext cx="4038600" cy="1041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Time spent:</a:t>
            </a:r>
            <a:r>
              <a:rPr lang="en" sz="1200">
                <a:solidFill>
                  <a:srgbClr val="212121"/>
                </a:solidFill>
                <a:latin typeface="Epilogue"/>
                <a:ea typeface="Epilogue"/>
                <a:cs typeface="Epilogue"/>
                <a:sym typeface="Epilogue"/>
              </a:rPr>
              <a:t> 6:16 [0:41–6:57]</a:t>
            </a:r>
            <a:endParaRPr sz="1200">
              <a:solidFill>
                <a:srgbClr val="212121"/>
              </a:solidFill>
              <a:latin typeface="Epilogue"/>
              <a:ea typeface="Epilogue"/>
              <a:cs typeface="Epilogue"/>
              <a:sym typeface="Epilogue"/>
            </a:endParaRPr>
          </a:p>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Number of misclicks:</a:t>
            </a:r>
            <a:r>
              <a:rPr lang="en" sz="1200">
                <a:solidFill>
                  <a:srgbClr val="212121"/>
                </a:solidFill>
                <a:latin typeface="Epilogue"/>
                <a:ea typeface="Epilogue"/>
                <a:cs typeface="Epilogue"/>
                <a:sym typeface="Epilogue"/>
              </a:rPr>
              <a:t> 1 (felt like he messed up by going to gallery view and not the take me somewhere)</a:t>
            </a:r>
            <a:endParaRPr sz="1200">
              <a:solidFill>
                <a:srgbClr val="212121"/>
              </a:solidFill>
              <a:latin typeface="Epilogue"/>
              <a:ea typeface="Epilogue"/>
              <a:cs typeface="Epilogue"/>
              <a:sym typeface="Epilogue"/>
            </a:endParaRPr>
          </a:p>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Rating Satisfaction:</a:t>
            </a:r>
            <a:r>
              <a:rPr lang="en" sz="1200">
                <a:solidFill>
                  <a:srgbClr val="212121"/>
                </a:solidFill>
                <a:latin typeface="Epilogue"/>
                <a:ea typeface="Epilogue"/>
                <a:cs typeface="Epilogue"/>
                <a:sym typeface="Epilogue"/>
              </a:rPr>
              <a:t> 3.5 </a:t>
            </a:r>
            <a:endParaRPr sz="1200">
              <a:solidFill>
                <a:srgbClr val="212121"/>
              </a:solidFill>
              <a:latin typeface="Epilogue"/>
              <a:ea typeface="Epilogue"/>
              <a:cs typeface="Epilogue"/>
              <a:sym typeface="Epilogue"/>
            </a:endParaRPr>
          </a:p>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Rating Flexibility:</a:t>
            </a:r>
            <a:r>
              <a:rPr lang="en" sz="1200">
                <a:solidFill>
                  <a:srgbClr val="212121"/>
                </a:solidFill>
                <a:latin typeface="Epilogue"/>
                <a:ea typeface="Epilogue"/>
                <a:cs typeface="Epilogue"/>
                <a:sym typeface="Epilogue"/>
              </a:rPr>
              <a:t> 4 </a:t>
            </a:r>
            <a:endParaRPr sz="1200">
              <a:solidFill>
                <a:srgbClr val="212121"/>
              </a:solidFill>
              <a:latin typeface="Epilogue"/>
              <a:ea typeface="Epilogue"/>
              <a:cs typeface="Epilogue"/>
              <a:sym typeface="Epilogue"/>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54" name="Shape 1654"/>
        <p:cNvGrpSpPr/>
        <p:nvPr/>
      </p:nvGrpSpPr>
      <p:grpSpPr>
        <a:xfrm>
          <a:off x="0" y="0"/>
          <a:ext cx="0" cy="0"/>
          <a:chOff x="0" y="0"/>
          <a:chExt cx="0" cy="0"/>
        </a:xfrm>
      </p:grpSpPr>
      <p:sp>
        <p:nvSpPr>
          <p:cNvPr id="1655" name="Google Shape;1655;p159"/>
          <p:cNvSpPr txBox="1"/>
          <p:nvPr>
            <p:ph type="ctrTitle"/>
          </p:nvPr>
        </p:nvSpPr>
        <p:spPr>
          <a:xfrm>
            <a:off x="713225" y="1042416"/>
            <a:ext cx="7086600" cy="1766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latin typeface="Lexend Mega Black"/>
                <a:ea typeface="Lexend Mega Black"/>
                <a:cs typeface="Lexend Mega Black"/>
                <a:sym typeface="Lexend Mega Black"/>
              </a:rPr>
              <a:t>TASK 2</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59" name="Shape 1659"/>
        <p:cNvGrpSpPr/>
        <p:nvPr/>
      </p:nvGrpSpPr>
      <p:grpSpPr>
        <a:xfrm>
          <a:off x="0" y="0"/>
          <a:ext cx="0" cy="0"/>
          <a:chOff x="0" y="0"/>
          <a:chExt cx="0" cy="0"/>
        </a:xfrm>
      </p:grpSpPr>
      <p:sp>
        <p:nvSpPr>
          <p:cNvPr id="1660" name="Google Shape;1660;p160"/>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TASK 2 </a:t>
            </a:r>
            <a:r>
              <a:rPr lang="en">
                <a:latin typeface="Lexend Mega"/>
                <a:ea typeface="Lexend Mega"/>
                <a:cs typeface="Lexend Mega"/>
                <a:sym typeface="Lexend Mega"/>
              </a:rPr>
              <a:t>RATING BREAKDOWN</a:t>
            </a:r>
            <a:endParaRPr>
              <a:latin typeface="Lexend Mega"/>
              <a:ea typeface="Lexend Mega"/>
              <a:cs typeface="Lexend Mega"/>
              <a:sym typeface="Lexend Mega"/>
            </a:endParaRPr>
          </a:p>
        </p:txBody>
      </p:sp>
      <p:graphicFrame>
        <p:nvGraphicFramePr>
          <p:cNvPr id="1661" name="Google Shape;1661;p160"/>
          <p:cNvGraphicFramePr/>
          <p:nvPr/>
        </p:nvGraphicFramePr>
        <p:xfrm>
          <a:off x="533400" y="1333500"/>
          <a:ext cx="3000000" cy="3000000"/>
        </p:xfrm>
        <a:graphic>
          <a:graphicData uri="http://schemas.openxmlformats.org/drawingml/2006/table">
            <a:tbl>
              <a:tblPr>
                <a:noFill/>
                <a:tableStyleId>{428037B2-2399-48E3-B112-2EBAFD4FB11B}</a:tableStyleId>
              </a:tblPr>
              <a:tblGrid>
                <a:gridCol w="1244600"/>
                <a:gridCol w="1828800"/>
                <a:gridCol w="1778000"/>
                <a:gridCol w="1371600"/>
                <a:gridCol w="1778000"/>
              </a:tblGrid>
              <a:tr h="355600">
                <a:tc>
                  <a:txBody>
                    <a:bodyPr/>
                    <a:lstStyle/>
                    <a:p>
                      <a:pPr indent="0" lvl="0" marL="0" rtl="0" algn="l">
                        <a:lnSpc>
                          <a:spcPct val="100000"/>
                        </a:lnSpc>
                        <a:spcBef>
                          <a:spcPts val="0"/>
                        </a:spcBef>
                        <a:spcAft>
                          <a:spcPts val="0"/>
                        </a:spcAft>
                        <a:buNone/>
                      </a:pPr>
                      <a:r>
                        <a:rPr b="1" lang="en">
                          <a:solidFill>
                            <a:srgbClr val="212121"/>
                          </a:solidFill>
                          <a:latin typeface="Lexend"/>
                          <a:ea typeface="Lexend"/>
                          <a:cs typeface="Lexend"/>
                          <a:sym typeface="Lexend"/>
                        </a:rPr>
                        <a:t>Participant</a:t>
                      </a:r>
                      <a:endParaRPr b="1">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c>
                  <a:txBody>
                    <a:bodyPr/>
                    <a:lstStyle/>
                    <a:p>
                      <a:pPr indent="0" lvl="0" marL="0" rtl="0" algn="l">
                        <a:lnSpc>
                          <a:spcPct val="100000"/>
                        </a:lnSpc>
                        <a:spcBef>
                          <a:spcPts val="0"/>
                        </a:spcBef>
                        <a:spcAft>
                          <a:spcPts val="0"/>
                        </a:spcAft>
                        <a:buNone/>
                      </a:pPr>
                      <a:r>
                        <a:rPr b="1" lang="en">
                          <a:solidFill>
                            <a:srgbClr val="212121"/>
                          </a:solidFill>
                          <a:latin typeface="Lexend"/>
                          <a:ea typeface="Lexend"/>
                          <a:cs typeface="Lexend"/>
                          <a:sym typeface="Lexend"/>
                        </a:rPr>
                        <a:t>Satisfaction / 7</a:t>
                      </a:r>
                      <a:endParaRPr b="1">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c>
                  <a:txBody>
                    <a:bodyPr/>
                    <a:lstStyle/>
                    <a:p>
                      <a:pPr indent="0" lvl="0" marL="0" rtl="0" algn="l">
                        <a:lnSpc>
                          <a:spcPct val="100000"/>
                        </a:lnSpc>
                        <a:spcBef>
                          <a:spcPts val="0"/>
                        </a:spcBef>
                        <a:spcAft>
                          <a:spcPts val="0"/>
                        </a:spcAft>
                        <a:buNone/>
                      </a:pPr>
                      <a:r>
                        <a:rPr b="1" lang="en">
                          <a:solidFill>
                            <a:srgbClr val="212121"/>
                          </a:solidFill>
                          <a:latin typeface="Lexend"/>
                          <a:ea typeface="Lexend"/>
                          <a:cs typeface="Lexend"/>
                          <a:sym typeface="Lexend"/>
                        </a:rPr>
                        <a:t>Flexibility / 7</a:t>
                      </a:r>
                      <a:endParaRPr b="1">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c>
                  <a:txBody>
                    <a:bodyPr/>
                    <a:lstStyle/>
                    <a:p>
                      <a:pPr indent="0" lvl="0" marL="0" rtl="0" algn="l">
                        <a:lnSpc>
                          <a:spcPct val="100000"/>
                        </a:lnSpc>
                        <a:spcBef>
                          <a:spcPts val="0"/>
                        </a:spcBef>
                        <a:spcAft>
                          <a:spcPts val="0"/>
                        </a:spcAft>
                        <a:buNone/>
                      </a:pPr>
                      <a:r>
                        <a:rPr b="1" lang="en">
                          <a:solidFill>
                            <a:srgbClr val="212121"/>
                          </a:solidFill>
                          <a:latin typeface="Lexend"/>
                          <a:ea typeface="Lexend"/>
                          <a:cs typeface="Lexend"/>
                          <a:sym typeface="Lexend"/>
                        </a:rPr>
                        <a:t>Misclicks</a:t>
                      </a:r>
                      <a:endParaRPr b="1">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c>
                  <a:txBody>
                    <a:bodyPr/>
                    <a:lstStyle/>
                    <a:p>
                      <a:pPr indent="0" lvl="0" marL="0" rtl="0" algn="l">
                        <a:lnSpc>
                          <a:spcPct val="100000"/>
                        </a:lnSpc>
                        <a:spcBef>
                          <a:spcPts val="0"/>
                        </a:spcBef>
                        <a:spcAft>
                          <a:spcPts val="0"/>
                        </a:spcAft>
                        <a:buNone/>
                      </a:pPr>
                      <a:r>
                        <a:rPr b="1" lang="en">
                          <a:solidFill>
                            <a:srgbClr val="212121"/>
                          </a:solidFill>
                          <a:latin typeface="Lexend"/>
                          <a:ea typeface="Lexend"/>
                          <a:cs typeface="Lexend"/>
                          <a:sym typeface="Lexend"/>
                        </a:rPr>
                        <a:t>Time </a:t>
                      </a:r>
                      <a:endParaRPr b="1">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r>
              <a:tr h="355600">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P1</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4</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1</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1</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2:21</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355600">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P2</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7</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7</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1</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1:06</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355600">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P3</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6</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2</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3:28</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355600">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P4</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2.5</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4</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0</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0:28</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355600">
                <a:tc>
                  <a:txBody>
                    <a:bodyPr/>
                    <a:lstStyle/>
                    <a:p>
                      <a:pPr indent="0" lvl="0" marL="0" rtl="0" algn="l">
                        <a:lnSpc>
                          <a:spcPct val="100000"/>
                        </a:lnSpc>
                        <a:spcBef>
                          <a:spcPts val="0"/>
                        </a:spcBef>
                        <a:spcAft>
                          <a:spcPts val="0"/>
                        </a:spcAft>
                        <a:buNone/>
                      </a:pPr>
                      <a:r>
                        <a:rPr b="1" lang="en">
                          <a:solidFill>
                            <a:srgbClr val="212121"/>
                          </a:solidFill>
                          <a:latin typeface="Lexend"/>
                          <a:ea typeface="Lexend"/>
                          <a:cs typeface="Lexend"/>
                          <a:sym typeface="Lexend"/>
                        </a:rPr>
                        <a:t>Average</a:t>
                      </a:r>
                      <a:endParaRPr b="1">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c>
                  <a:txBody>
                    <a:bodyPr/>
                    <a:lstStyle/>
                    <a:p>
                      <a:pPr indent="0" lvl="0" marL="0" rtl="0" algn="l">
                        <a:lnSpc>
                          <a:spcPct val="100000"/>
                        </a:lnSpc>
                        <a:spcBef>
                          <a:spcPts val="0"/>
                        </a:spcBef>
                        <a:spcAft>
                          <a:spcPts val="0"/>
                        </a:spcAft>
                        <a:buNone/>
                      </a:pPr>
                      <a:r>
                        <a:rPr b="1" lang="en">
                          <a:solidFill>
                            <a:srgbClr val="212121"/>
                          </a:solidFill>
                          <a:latin typeface="Lexend"/>
                          <a:ea typeface="Lexend"/>
                          <a:cs typeface="Lexend"/>
                          <a:sym typeface="Lexend"/>
                        </a:rPr>
                        <a:t>4.9</a:t>
                      </a:r>
                      <a:endParaRPr b="1">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c>
                  <a:txBody>
                    <a:bodyPr/>
                    <a:lstStyle/>
                    <a:p>
                      <a:pPr indent="0" lvl="0" marL="0" rtl="0" algn="l">
                        <a:lnSpc>
                          <a:spcPct val="100000"/>
                        </a:lnSpc>
                        <a:spcBef>
                          <a:spcPts val="0"/>
                        </a:spcBef>
                        <a:spcAft>
                          <a:spcPts val="0"/>
                        </a:spcAft>
                        <a:buNone/>
                      </a:pPr>
                      <a:r>
                        <a:rPr b="1" lang="en">
                          <a:solidFill>
                            <a:srgbClr val="212121"/>
                          </a:solidFill>
                          <a:latin typeface="Lexend"/>
                          <a:ea typeface="Lexend"/>
                          <a:cs typeface="Lexend"/>
                          <a:sym typeface="Lexend"/>
                        </a:rPr>
                        <a:t>4.0</a:t>
                      </a:r>
                      <a:endParaRPr b="1">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c>
                  <a:txBody>
                    <a:bodyPr/>
                    <a:lstStyle/>
                    <a:p>
                      <a:pPr indent="0" lvl="0" marL="0" rtl="0" algn="l">
                        <a:lnSpc>
                          <a:spcPct val="100000"/>
                        </a:lnSpc>
                        <a:spcBef>
                          <a:spcPts val="0"/>
                        </a:spcBef>
                        <a:spcAft>
                          <a:spcPts val="0"/>
                        </a:spcAft>
                        <a:buNone/>
                      </a:pPr>
                      <a:r>
                        <a:rPr b="1" lang="en">
                          <a:solidFill>
                            <a:srgbClr val="212121"/>
                          </a:solidFill>
                          <a:latin typeface="Lexend"/>
                          <a:ea typeface="Lexend"/>
                          <a:cs typeface="Lexend"/>
                          <a:sym typeface="Lexend"/>
                        </a:rPr>
                        <a:t>1.0</a:t>
                      </a:r>
                      <a:endParaRPr b="1">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c>
                  <a:txBody>
                    <a:bodyPr/>
                    <a:lstStyle/>
                    <a:p>
                      <a:pPr indent="0" lvl="0" marL="0" rtl="0" algn="l">
                        <a:lnSpc>
                          <a:spcPct val="100000"/>
                        </a:lnSpc>
                        <a:spcBef>
                          <a:spcPts val="0"/>
                        </a:spcBef>
                        <a:spcAft>
                          <a:spcPts val="0"/>
                        </a:spcAft>
                        <a:buNone/>
                      </a:pPr>
                      <a:r>
                        <a:rPr b="1" lang="en">
                          <a:solidFill>
                            <a:srgbClr val="212121"/>
                          </a:solidFill>
                          <a:latin typeface="Lexend"/>
                          <a:ea typeface="Lexend"/>
                          <a:cs typeface="Lexend"/>
                          <a:sym typeface="Lexend"/>
                        </a:rPr>
                        <a:t>1:51</a:t>
                      </a:r>
                      <a:endParaRPr b="1">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r>
            </a:tbl>
          </a:graphicData>
        </a:graphic>
      </p:graphicFrame>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65" name="Shape 1665"/>
        <p:cNvGrpSpPr/>
        <p:nvPr/>
      </p:nvGrpSpPr>
      <p:grpSpPr>
        <a:xfrm>
          <a:off x="0" y="0"/>
          <a:ext cx="0" cy="0"/>
          <a:chOff x="0" y="0"/>
          <a:chExt cx="0" cy="0"/>
        </a:xfrm>
      </p:grpSpPr>
      <p:sp>
        <p:nvSpPr>
          <p:cNvPr id="1666" name="Google Shape;1666;p161"/>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P1</a:t>
            </a:r>
            <a:r>
              <a:rPr lang="en">
                <a:latin typeface="Lexend Mega"/>
                <a:ea typeface="Lexend Mega"/>
                <a:cs typeface="Lexend Mega"/>
                <a:sym typeface="Lexend Mega"/>
              </a:rPr>
              <a:t> TASK 2 EXPERIENCE</a:t>
            </a:r>
            <a:endParaRPr>
              <a:latin typeface="Lexend Mega"/>
              <a:ea typeface="Lexend Mega"/>
              <a:cs typeface="Lexend Mega"/>
              <a:sym typeface="Lexend Mega"/>
            </a:endParaRPr>
          </a:p>
        </p:txBody>
      </p:sp>
      <p:graphicFrame>
        <p:nvGraphicFramePr>
          <p:cNvPr id="1667" name="Google Shape;1667;p161"/>
          <p:cNvGraphicFramePr/>
          <p:nvPr/>
        </p:nvGraphicFramePr>
        <p:xfrm>
          <a:off x="533400" y="1333500"/>
          <a:ext cx="3000000" cy="3000000"/>
        </p:xfrm>
        <a:graphic>
          <a:graphicData uri="http://schemas.openxmlformats.org/drawingml/2006/table">
            <a:tbl>
              <a:tblPr>
                <a:noFill/>
                <a:tableStyleId>{428037B2-2399-48E3-B112-2EBAFD4FB11B}</a:tableStyleId>
              </a:tblPr>
              <a:tblGrid>
                <a:gridCol w="6794500"/>
                <a:gridCol w="1206500"/>
              </a:tblGrid>
              <a:tr h="254000">
                <a:tc>
                  <a:txBody>
                    <a:bodyPr/>
                    <a:lstStyle/>
                    <a:p>
                      <a:pPr indent="0" lvl="0" marL="0" rtl="0" algn="l">
                        <a:lnSpc>
                          <a:spcPct val="100000"/>
                        </a:lnSpc>
                        <a:spcBef>
                          <a:spcPts val="0"/>
                        </a:spcBef>
                        <a:spcAft>
                          <a:spcPts val="0"/>
                        </a:spcAft>
                        <a:buNone/>
                      </a:pPr>
                      <a:r>
                        <a:rPr b="1" lang="en" sz="1200">
                          <a:solidFill>
                            <a:srgbClr val="212121"/>
                          </a:solidFill>
                          <a:latin typeface="Lexend"/>
                          <a:ea typeface="Lexend"/>
                          <a:cs typeface="Lexend"/>
                          <a:sym typeface="Lexend"/>
                        </a:rPr>
                        <a:t>Incident</a:t>
                      </a:r>
                      <a:endParaRPr b="1"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c>
                  <a:txBody>
                    <a:bodyPr/>
                    <a:lstStyle/>
                    <a:p>
                      <a:pPr indent="0" lvl="0" marL="0" rtl="0" algn="l">
                        <a:lnSpc>
                          <a:spcPct val="100000"/>
                        </a:lnSpc>
                        <a:spcBef>
                          <a:spcPts val="0"/>
                        </a:spcBef>
                        <a:spcAft>
                          <a:spcPts val="0"/>
                        </a:spcAft>
                        <a:buNone/>
                      </a:pPr>
                      <a:r>
                        <a:rPr b="1" lang="en" sz="1200">
                          <a:solidFill>
                            <a:srgbClr val="212121"/>
                          </a:solidFill>
                          <a:latin typeface="Lexend"/>
                          <a:ea typeface="Lexend"/>
                          <a:cs typeface="Lexend"/>
                          <a:sym typeface="Lexend"/>
                        </a:rPr>
                        <a:t>Severity</a:t>
                      </a:r>
                      <a:endParaRPr b="1"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Chose private saving rather than public sharing</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0</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Initial questions around “should I upload?” when given the task, but quickly figured it out</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1</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Submit sounded like sending to someone despite the private choice</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3</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Could imagine keeping a daily art habit and personal record</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0</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Unclear what saving in Etch offered over existing alternatives</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2</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bl>
          </a:graphicData>
        </a:graphic>
      </p:graphicFrame>
      <p:sp>
        <p:nvSpPr>
          <p:cNvPr id="1668" name="Google Shape;1668;p161"/>
          <p:cNvSpPr txBox="1"/>
          <p:nvPr/>
        </p:nvSpPr>
        <p:spPr>
          <a:xfrm>
            <a:off x="503826" y="3562700"/>
            <a:ext cx="3721200" cy="1041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Time spent:</a:t>
            </a:r>
            <a:r>
              <a:rPr lang="en" sz="1200">
                <a:solidFill>
                  <a:srgbClr val="212121"/>
                </a:solidFill>
                <a:latin typeface="Epilogue"/>
                <a:ea typeface="Epilogue"/>
                <a:cs typeface="Epilogue"/>
                <a:sym typeface="Epilogue"/>
              </a:rPr>
              <a:t> 2:21 [7:01–9:22]</a:t>
            </a:r>
            <a:endParaRPr sz="1200">
              <a:solidFill>
                <a:srgbClr val="212121"/>
              </a:solidFill>
              <a:latin typeface="Epilogue"/>
              <a:ea typeface="Epilogue"/>
              <a:cs typeface="Epilogue"/>
              <a:sym typeface="Epilogue"/>
            </a:endParaRPr>
          </a:p>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Number of misclicks:</a:t>
            </a:r>
            <a:r>
              <a:rPr lang="en" sz="1200">
                <a:solidFill>
                  <a:srgbClr val="212121"/>
                </a:solidFill>
                <a:latin typeface="Epilogue"/>
                <a:ea typeface="Epilogue"/>
                <a:cs typeface="Epilogue"/>
                <a:sym typeface="Epilogue"/>
              </a:rPr>
              <a:t> 1 (did not find the reflection page for uploaded image)</a:t>
            </a:r>
            <a:endParaRPr sz="1200">
              <a:solidFill>
                <a:srgbClr val="212121"/>
              </a:solidFill>
              <a:latin typeface="Epilogue"/>
              <a:ea typeface="Epilogue"/>
              <a:cs typeface="Epilogue"/>
              <a:sym typeface="Epilogue"/>
            </a:endParaRPr>
          </a:p>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Rating Satisfaction:</a:t>
            </a:r>
            <a:r>
              <a:rPr lang="en" sz="1200">
                <a:solidFill>
                  <a:srgbClr val="212121"/>
                </a:solidFill>
                <a:latin typeface="Epilogue"/>
                <a:ea typeface="Epilogue"/>
                <a:cs typeface="Epilogue"/>
                <a:sym typeface="Epilogue"/>
              </a:rPr>
              <a:t> 4 / 7</a:t>
            </a:r>
            <a:endParaRPr sz="1200">
              <a:solidFill>
                <a:srgbClr val="212121"/>
              </a:solidFill>
              <a:latin typeface="Epilogue"/>
              <a:ea typeface="Epilogue"/>
              <a:cs typeface="Epilogue"/>
              <a:sym typeface="Epilogue"/>
            </a:endParaRPr>
          </a:p>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Rating Flexibility:</a:t>
            </a:r>
            <a:r>
              <a:rPr lang="en" sz="1200">
                <a:solidFill>
                  <a:srgbClr val="212121"/>
                </a:solidFill>
                <a:latin typeface="Epilogue"/>
                <a:ea typeface="Epilogue"/>
                <a:cs typeface="Epilogue"/>
                <a:sym typeface="Epilogue"/>
              </a:rPr>
              <a:t> 1 / 7</a:t>
            </a:r>
            <a:endParaRPr sz="1200">
              <a:solidFill>
                <a:srgbClr val="212121"/>
              </a:solidFill>
              <a:latin typeface="Epilogue"/>
              <a:ea typeface="Epilogue"/>
              <a:cs typeface="Epilogue"/>
              <a:sym typeface="Epilogue"/>
            </a:endParaRPr>
          </a:p>
        </p:txBody>
      </p:sp>
      <p:sp>
        <p:nvSpPr>
          <p:cNvPr id="1669" name="Google Shape;1669;p161"/>
          <p:cNvSpPr txBox="1"/>
          <p:nvPr/>
        </p:nvSpPr>
        <p:spPr>
          <a:xfrm>
            <a:off x="4183795" y="3636440"/>
            <a:ext cx="4350600" cy="99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200">
                <a:solidFill>
                  <a:srgbClr val="212121"/>
                </a:solidFill>
                <a:latin typeface="Epilogue"/>
                <a:ea typeface="Epilogue"/>
                <a:cs typeface="Epilogue"/>
                <a:sym typeface="Epilogue"/>
              </a:rPr>
              <a:t>“Why do I have to share it?” [7:01] </a:t>
            </a:r>
            <a:endParaRPr sz="1200">
              <a:solidFill>
                <a:srgbClr val="212121"/>
              </a:solidFill>
              <a:latin typeface="Epilogue"/>
              <a:ea typeface="Epilogue"/>
              <a:cs typeface="Epilogue"/>
              <a:sym typeface="Epilogue"/>
            </a:endParaRPr>
          </a:p>
          <a:p>
            <a:pPr indent="0" lvl="0" marL="0" rtl="0" algn="l">
              <a:lnSpc>
                <a:spcPct val="100000"/>
              </a:lnSpc>
              <a:spcBef>
                <a:spcPts val="0"/>
              </a:spcBef>
              <a:spcAft>
                <a:spcPts val="0"/>
              </a:spcAft>
              <a:buNone/>
            </a:pPr>
            <a:r>
              <a:rPr lang="en" sz="1200">
                <a:solidFill>
                  <a:srgbClr val="212121"/>
                </a:solidFill>
                <a:latin typeface="Epilogue"/>
                <a:ea typeface="Epilogue"/>
                <a:cs typeface="Epilogue"/>
                <a:sym typeface="Epilogue"/>
              </a:rPr>
              <a:t>“Am I saving this for myself or am I submitting this to someone? [referring to the “submit” button text] [8:22]</a:t>
            </a:r>
            <a:endParaRPr sz="1200">
              <a:solidFill>
                <a:srgbClr val="212121"/>
              </a:solidFill>
              <a:latin typeface="Epilogue"/>
              <a:ea typeface="Epilogue"/>
              <a:cs typeface="Epilogue"/>
              <a:sym typeface="Epilogue"/>
            </a:endParaRPr>
          </a:p>
          <a:p>
            <a:pPr indent="0" lvl="0" marL="0" rtl="0" algn="l">
              <a:lnSpc>
                <a:spcPct val="100000"/>
              </a:lnSpc>
              <a:spcBef>
                <a:spcPts val="0"/>
              </a:spcBef>
              <a:spcAft>
                <a:spcPts val="0"/>
              </a:spcAft>
              <a:buNone/>
            </a:pPr>
            <a:r>
              <a:rPr lang="en" sz="1200">
                <a:solidFill>
                  <a:srgbClr val="212121"/>
                </a:solidFill>
                <a:latin typeface="Epilogue"/>
                <a:ea typeface="Epilogue"/>
                <a:cs typeface="Epilogue"/>
                <a:sym typeface="Epilogue"/>
              </a:rPr>
              <a:t>“I’m not sure what doing this in the app gave me that I would have gotten had I not done it in the app” [9:48]</a:t>
            </a:r>
            <a:endParaRPr sz="1200">
              <a:solidFill>
                <a:srgbClr val="212121"/>
              </a:solidFill>
              <a:latin typeface="Epilogue"/>
              <a:ea typeface="Epilogue"/>
              <a:cs typeface="Epilogue"/>
              <a:sym typeface="Epilogue"/>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73" name="Shape 1673"/>
        <p:cNvGrpSpPr/>
        <p:nvPr/>
      </p:nvGrpSpPr>
      <p:grpSpPr>
        <a:xfrm>
          <a:off x="0" y="0"/>
          <a:ext cx="0" cy="0"/>
          <a:chOff x="0" y="0"/>
          <a:chExt cx="0" cy="0"/>
        </a:xfrm>
      </p:grpSpPr>
      <p:sp>
        <p:nvSpPr>
          <p:cNvPr id="1674" name="Google Shape;1674;p162"/>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P2</a:t>
            </a:r>
            <a:r>
              <a:rPr lang="en">
                <a:latin typeface="Lexend Mega"/>
                <a:ea typeface="Lexend Mega"/>
                <a:cs typeface="Lexend Mega"/>
                <a:sym typeface="Lexend Mega"/>
              </a:rPr>
              <a:t> TASK 2 EXPERIENCE</a:t>
            </a:r>
            <a:endParaRPr>
              <a:latin typeface="Lexend Mega"/>
              <a:ea typeface="Lexend Mega"/>
              <a:cs typeface="Lexend Mega"/>
              <a:sym typeface="Lexend Mega"/>
            </a:endParaRPr>
          </a:p>
        </p:txBody>
      </p:sp>
      <p:graphicFrame>
        <p:nvGraphicFramePr>
          <p:cNvPr id="1675" name="Google Shape;1675;p162"/>
          <p:cNvGraphicFramePr/>
          <p:nvPr/>
        </p:nvGraphicFramePr>
        <p:xfrm>
          <a:off x="533400" y="1333500"/>
          <a:ext cx="3000000" cy="3000000"/>
        </p:xfrm>
        <a:graphic>
          <a:graphicData uri="http://schemas.openxmlformats.org/drawingml/2006/table">
            <a:tbl>
              <a:tblPr>
                <a:noFill/>
                <a:tableStyleId>{428037B2-2399-48E3-B112-2EBAFD4FB11B}</a:tableStyleId>
              </a:tblPr>
              <a:tblGrid>
                <a:gridCol w="6794500"/>
                <a:gridCol w="1206500"/>
              </a:tblGrid>
              <a:tr h="254000">
                <a:tc>
                  <a:txBody>
                    <a:bodyPr/>
                    <a:lstStyle/>
                    <a:p>
                      <a:pPr indent="0" lvl="0" marL="0" rtl="0" algn="l">
                        <a:lnSpc>
                          <a:spcPct val="100000"/>
                        </a:lnSpc>
                        <a:spcBef>
                          <a:spcPts val="0"/>
                        </a:spcBef>
                        <a:spcAft>
                          <a:spcPts val="0"/>
                        </a:spcAft>
                        <a:buNone/>
                      </a:pPr>
                      <a:r>
                        <a:rPr b="1" lang="en" sz="1200">
                          <a:solidFill>
                            <a:srgbClr val="212121"/>
                          </a:solidFill>
                          <a:latin typeface="Lexend"/>
                          <a:ea typeface="Lexend"/>
                          <a:cs typeface="Lexend"/>
                          <a:sym typeface="Lexend"/>
                        </a:rPr>
                        <a:t>Incident </a:t>
                      </a:r>
                      <a:endParaRPr b="1"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c>
                  <a:txBody>
                    <a:bodyPr/>
                    <a:lstStyle/>
                    <a:p>
                      <a:pPr indent="0" lvl="0" marL="0" rtl="0" algn="l">
                        <a:lnSpc>
                          <a:spcPct val="100000"/>
                        </a:lnSpc>
                        <a:spcBef>
                          <a:spcPts val="0"/>
                        </a:spcBef>
                        <a:spcAft>
                          <a:spcPts val="0"/>
                        </a:spcAft>
                        <a:buNone/>
                      </a:pPr>
                      <a:r>
                        <a:rPr b="1" lang="en" sz="1200">
                          <a:solidFill>
                            <a:srgbClr val="212121"/>
                          </a:solidFill>
                          <a:latin typeface="Lexend"/>
                          <a:ea typeface="Lexend"/>
                          <a:cs typeface="Lexend"/>
                          <a:sym typeface="Lexend"/>
                        </a:rPr>
                        <a:t>Severity</a:t>
                      </a:r>
                      <a:endParaRPr b="1"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Completed the familiar capture-and-private-save sequence</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0</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Immediately went to upload when given task</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0</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Liked the gallery presentation</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0</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Thought the gallery was only his drawings and not other peoples art. After explained concept, said he would want a version where it is just his art.</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2</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Private saving supported wanting time to think about inspiration</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0</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bl>
          </a:graphicData>
        </a:graphic>
      </p:graphicFrame>
      <p:sp>
        <p:nvSpPr>
          <p:cNvPr id="1676" name="Google Shape;1676;p162"/>
          <p:cNvSpPr txBox="1"/>
          <p:nvPr/>
        </p:nvSpPr>
        <p:spPr>
          <a:xfrm>
            <a:off x="503834" y="3749860"/>
            <a:ext cx="4038600" cy="1041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Time spent:</a:t>
            </a:r>
            <a:r>
              <a:rPr lang="en" sz="1200">
                <a:solidFill>
                  <a:srgbClr val="212121"/>
                </a:solidFill>
                <a:latin typeface="Epilogue"/>
                <a:ea typeface="Epilogue"/>
                <a:cs typeface="Epilogue"/>
                <a:sym typeface="Epilogue"/>
              </a:rPr>
              <a:t> 1:06 [6:11–7:17]</a:t>
            </a:r>
            <a:endParaRPr sz="1200">
              <a:solidFill>
                <a:srgbClr val="212121"/>
              </a:solidFill>
              <a:latin typeface="Epilogue"/>
              <a:ea typeface="Epilogue"/>
              <a:cs typeface="Epilogue"/>
              <a:sym typeface="Epilogue"/>
            </a:endParaRPr>
          </a:p>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Number of misclicks:</a:t>
            </a:r>
            <a:r>
              <a:rPr lang="en" sz="1200">
                <a:solidFill>
                  <a:srgbClr val="212121"/>
                </a:solidFill>
                <a:latin typeface="Epilogue"/>
                <a:ea typeface="Epilogue"/>
                <a:cs typeface="Epilogue"/>
                <a:sym typeface="Epilogue"/>
              </a:rPr>
              <a:t> 1 (did not find the reflection page for uploaded image)</a:t>
            </a:r>
            <a:endParaRPr sz="1200">
              <a:solidFill>
                <a:srgbClr val="212121"/>
              </a:solidFill>
              <a:latin typeface="Epilogue"/>
              <a:ea typeface="Epilogue"/>
              <a:cs typeface="Epilogue"/>
              <a:sym typeface="Epilogue"/>
            </a:endParaRPr>
          </a:p>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Rating Satisfaction:</a:t>
            </a:r>
            <a:r>
              <a:rPr lang="en" sz="1200">
                <a:solidFill>
                  <a:srgbClr val="212121"/>
                </a:solidFill>
                <a:latin typeface="Epilogue"/>
                <a:ea typeface="Epilogue"/>
                <a:cs typeface="Epilogue"/>
                <a:sym typeface="Epilogue"/>
              </a:rPr>
              <a:t> 7 </a:t>
            </a:r>
            <a:endParaRPr sz="1200">
              <a:solidFill>
                <a:srgbClr val="212121"/>
              </a:solidFill>
              <a:latin typeface="Epilogue"/>
              <a:ea typeface="Epilogue"/>
              <a:cs typeface="Epilogue"/>
              <a:sym typeface="Epilogue"/>
            </a:endParaRPr>
          </a:p>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Rating Flexibility:</a:t>
            </a:r>
            <a:r>
              <a:rPr lang="en" sz="1200">
                <a:solidFill>
                  <a:srgbClr val="212121"/>
                </a:solidFill>
                <a:latin typeface="Epilogue"/>
                <a:ea typeface="Epilogue"/>
                <a:cs typeface="Epilogue"/>
                <a:sym typeface="Epilogue"/>
              </a:rPr>
              <a:t> 7 </a:t>
            </a:r>
            <a:endParaRPr sz="1200">
              <a:solidFill>
                <a:srgbClr val="212121"/>
              </a:solidFill>
              <a:latin typeface="Epilogue"/>
              <a:ea typeface="Epilogue"/>
              <a:cs typeface="Epilogue"/>
              <a:sym typeface="Epilogue"/>
            </a:endParaRPr>
          </a:p>
        </p:txBody>
      </p:sp>
      <p:sp>
        <p:nvSpPr>
          <p:cNvPr id="1677" name="Google Shape;1677;p162"/>
          <p:cNvSpPr txBox="1"/>
          <p:nvPr/>
        </p:nvSpPr>
        <p:spPr>
          <a:xfrm>
            <a:off x="4519295" y="3980815"/>
            <a:ext cx="4350600" cy="99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200">
                <a:solidFill>
                  <a:srgbClr val="212121"/>
                </a:solidFill>
                <a:latin typeface="Epilogue"/>
                <a:ea typeface="Epilogue"/>
                <a:cs typeface="Epilogue"/>
                <a:sym typeface="Epilogue"/>
              </a:rPr>
              <a:t>“Seemed really easy to do. Pretty straightforward, stuff I’ve done before” [8:20]</a:t>
            </a:r>
            <a:endParaRPr sz="1200">
              <a:solidFill>
                <a:srgbClr val="212121"/>
              </a:solidFill>
              <a:latin typeface="Epilogue"/>
              <a:ea typeface="Epilogue"/>
              <a:cs typeface="Epilogue"/>
              <a:sym typeface="Epilogue"/>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81" name="Shape 1681"/>
        <p:cNvGrpSpPr/>
        <p:nvPr/>
      </p:nvGrpSpPr>
      <p:grpSpPr>
        <a:xfrm>
          <a:off x="0" y="0"/>
          <a:ext cx="0" cy="0"/>
          <a:chOff x="0" y="0"/>
          <a:chExt cx="0" cy="0"/>
        </a:xfrm>
      </p:grpSpPr>
      <p:sp>
        <p:nvSpPr>
          <p:cNvPr id="1682" name="Google Shape;1682;p163"/>
          <p:cNvSpPr txBox="1"/>
          <p:nvPr>
            <p:ph idx="1" type="subTitle"/>
          </p:nvPr>
        </p:nvSpPr>
        <p:spPr>
          <a:xfrm>
            <a:off x="4502995" y="3439590"/>
            <a:ext cx="4350600" cy="990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200">
                <a:solidFill>
                  <a:srgbClr val="212121"/>
                </a:solidFill>
              </a:rPr>
              <a:t>“I want to upload an audio pertaining to the image I uploaded” [9:05]</a:t>
            </a:r>
            <a:endParaRPr sz="1200">
              <a:solidFill>
                <a:srgbClr val="212121"/>
              </a:solidFill>
            </a:endParaRPr>
          </a:p>
          <a:p>
            <a:pPr indent="0" lvl="0" marL="0" rtl="0" algn="l">
              <a:lnSpc>
                <a:spcPct val="100000"/>
              </a:lnSpc>
              <a:spcBef>
                <a:spcPts val="0"/>
              </a:spcBef>
              <a:spcAft>
                <a:spcPts val="0"/>
              </a:spcAft>
              <a:buNone/>
            </a:pPr>
            <a:r>
              <a:rPr lang="en" sz="1200">
                <a:solidFill>
                  <a:srgbClr val="212121"/>
                </a:solidFill>
              </a:rPr>
              <a:t>“I don’t really see the option to do that [to record a reflection after sharing an artwork]”</a:t>
            </a:r>
            <a:endParaRPr sz="1200">
              <a:solidFill>
                <a:srgbClr val="212121"/>
              </a:solidFill>
            </a:endParaRPr>
          </a:p>
          <a:p>
            <a:pPr indent="0" lvl="0" marL="0" rtl="0" algn="l">
              <a:lnSpc>
                <a:spcPct val="100000"/>
              </a:lnSpc>
              <a:spcBef>
                <a:spcPts val="0"/>
              </a:spcBef>
              <a:spcAft>
                <a:spcPts val="0"/>
              </a:spcAft>
              <a:buNone/>
            </a:pPr>
            <a:r>
              <a:rPr lang="en" sz="1200">
                <a:solidFill>
                  <a:srgbClr val="212121"/>
                </a:solidFill>
              </a:rPr>
              <a:t>[08:53]</a:t>
            </a:r>
            <a:endParaRPr sz="1200">
              <a:solidFill>
                <a:srgbClr val="212121"/>
              </a:solidFill>
            </a:endParaRPr>
          </a:p>
        </p:txBody>
      </p:sp>
      <p:sp>
        <p:nvSpPr>
          <p:cNvPr id="1683" name="Google Shape;1683;p163"/>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P3</a:t>
            </a:r>
            <a:r>
              <a:rPr lang="en">
                <a:latin typeface="Lexend Mega"/>
                <a:ea typeface="Lexend Mega"/>
                <a:cs typeface="Lexend Mega"/>
                <a:sym typeface="Lexend Mega"/>
              </a:rPr>
              <a:t> TASK 2 EXPERIENCE</a:t>
            </a:r>
            <a:endParaRPr>
              <a:latin typeface="Lexend Mega"/>
              <a:ea typeface="Lexend Mega"/>
              <a:cs typeface="Lexend Mega"/>
              <a:sym typeface="Lexend Mega"/>
            </a:endParaRPr>
          </a:p>
        </p:txBody>
      </p:sp>
      <p:graphicFrame>
        <p:nvGraphicFramePr>
          <p:cNvPr id="1684" name="Google Shape;1684;p163"/>
          <p:cNvGraphicFramePr/>
          <p:nvPr/>
        </p:nvGraphicFramePr>
        <p:xfrm>
          <a:off x="533400" y="1333500"/>
          <a:ext cx="3000000" cy="3000000"/>
        </p:xfrm>
        <a:graphic>
          <a:graphicData uri="http://schemas.openxmlformats.org/drawingml/2006/table">
            <a:tbl>
              <a:tblPr>
                <a:noFill/>
                <a:tableStyleId>{428037B2-2399-48E3-B112-2EBAFD4FB11B}</a:tableStyleId>
              </a:tblPr>
              <a:tblGrid>
                <a:gridCol w="6794500"/>
                <a:gridCol w="1206500"/>
              </a:tblGrid>
              <a:tr h="254000">
                <a:tc>
                  <a:txBody>
                    <a:bodyPr/>
                    <a:lstStyle/>
                    <a:p>
                      <a:pPr indent="0" lvl="0" marL="0" rtl="0" algn="l">
                        <a:lnSpc>
                          <a:spcPct val="100000"/>
                        </a:lnSpc>
                        <a:spcBef>
                          <a:spcPts val="0"/>
                        </a:spcBef>
                        <a:spcAft>
                          <a:spcPts val="0"/>
                        </a:spcAft>
                        <a:buNone/>
                      </a:pPr>
                      <a:r>
                        <a:rPr b="1" lang="en" sz="1200">
                          <a:solidFill>
                            <a:srgbClr val="212121"/>
                          </a:solidFill>
                          <a:latin typeface="Lexend"/>
                          <a:ea typeface="Lexend"/>
                          <a:cs typeface="Lexend"/>
                          <a:sym typeface="Lexend"/>
                        </a:rPr>
                        <a:t>Incident / reflection</a:t>
                      </a:r>
                      <a:endParaRPr b="1"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c>
                  <a:txBody>
                    <a:bodyPr/>
                    <a:lstStyle/>
                    <a:p>
                      <a:pPr indent="0" lvl="0" marL="0" rtl="0" algn="l">
                        <a:lnSpc>
                          <a:spcPct val="100000"/>
                        </a:lnSpc>
                        <a:spcBef>
                          <a:spcPts val="0"/>
                        </a:spcBef>
                        <a:spcAft>
                          <a:spcPts val="0"/>
                        </a:spcAft>
                        <a:buNone/>
                      </a:pPr>
                      <a:r>
                        <a:rPr b="1" lang="en" sz="1200">
                          <a:solidFill>
                            <a:srgbClr val="212121"/>
                          </a:solidFill>
                          <a:latin typeface="Lexend"/>
                          <a:ea typeface="Lexend"/>
                          <a:cs typeface="Lexend"/>
                          <a:sym typeface="Lexend"/>
                        </a:rPr>
                        <a:t>Severity</a:t>
                      </a:r>
                      <a:endParaRPr b="1"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Could not find audio creation after uploading an image; hard to know you could click main artwork in the gallery</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3</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Asked whether X was the cancel control</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2</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Valued the option to keep journal entries private</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0</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Could not add a reflection from the “Reflection” page in mine section</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3</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bl>
          </a:graphicData>
        </a:graphic>
      </p:graphicFrame>
      <p:sp>
        <p:nvSpPr>
          <p:cNvPr id="1685" name="Google Shape;1685;p163"/>
          <p:cNvSpPr txBox="1"/>
          <p:nvPr/>
        </p:nvSpPr>
        <p:spPr>
          <a:xfrm>
            <a:off x="503825" y="3439598"/>
            <a:ext cx="4038600" cy="1216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Time spent:</a:t>
            </a:r>
            <a:r>
              <a:rPr lang="en" sz="1200">
                <a:solidFill>
                  <a:srgbClr val="212121"/>
                </a:solidFill>
                <a:latin typeface="Epilogue"/>
                <a:ea typeface="Epilogue"/>
                <a:cs typeface="Epilogue"/>
                <a:sym typeface="Epilogue"/>
              </a:rPr>
              <a:t>  [7:14–10:42]</a:t>
            </a:r>
            <a:endParaRPr sz="1200">
              <a:solidFill>
                <a:srgbClr val="212121"/>
              </a:solidFill>
              <a:latin typeface="Epilogue"/>
              <a:ea typeface="Epilogue"/>
              <a:cs typeface="Epilogue"/>
              <a:sym typeface="Epilogue"/>
            </a:endParaRPr>
          </a:p>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Number of misclicks:</a:t>
            </a:r>
            <a:r>
              <a:rPr lang="en" sz="1200">
                <a:solidFill>
                  <a:srgbClr val="212121"/>
                </a:solidFill>
                <a:latin typeface="Epilogue"/>
                <a:ea typeface="Epilogue"/>
                <a:cs typeface="Epilogue"/>
                <a:sym typeface="Epilogue"/>
              </a:rPr>
              <a:t> 2 (not able to make a reflection; wanted to make new reflection from “mine” page)</a:t>
            </a:r>
            <a:endParaRPr sz="1200">
              <a:solidFill>
                <a:srgbClr val="212121"/>
              </a:solidFill>
              <a:latin typeface="Epilogue"/>
              <a:ea typeface="Epilogue"/>
              <a:cs typeface="Epilogue"/>
              <a:sym typeface="Epilogue"/>
            </a:endParaRPr>
          </a:p>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Rating Satisfaction:</a:t>
            </a:r>
            <a:r>
              <a:rPr lang="en" sz="1200">
                <a:solidFill>
                  <a:srgbClr val="212121"/>
                </a:solidFill>
                <a:latin typeface="Epilogue"/>
                <a:ea typeface="Epilogue"/>
                <a:cs typeface="Epilogue"/>
                <a:sym typeface="Epilogue"/>
              </a:rPr>
              <a:t> 6 </a:t>
            </a:r>
            <a:endParaRPr sz="1200">
              <a:solidFill>
                <a:srgbClr val="212121"/>
              </a:solidFill>
              <a:latin typeface="Epilogue"/>
              <a:ea typeface="Epilogue"/>
              <a:cs typeface="Epilogue"/>
              <a:sym typeface="Epilogue"/>
            </a:endParaRPr>
          </a:p>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Rating Flexibility:</a:t>
            </a:r>
            <a:r>
              <a:rPr lang="en" sz="1200">
                <a:solidFill>
                  <a:srgbClr val="212121"/>
                </a:solidFill>
                <a:latin typeface="Epilogue"/>
                <a:ea typeface="Epilogue"/>
                <a:cs typeface="Epilogue"/>
                <a:sym typeface="Epilogue"/>
              </a:rPr>
              <a:t> Not recorded</a:t>
            </a:r>
            <a:endParaRPr sz="1200">
              <a:solidFill>
                <a:srgbClr val="212121"/>
              </a:solidFill>
              <a:latin typeface="Epilogue"/>
              <a:ea typeface="Epilogue"/>
              <a:cs typeface="Epilogue"/>
              <a:sym typeface="Epilogue"/>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89" name="Shape 1689"/>
        <p:cNvGrpSpPr/>
        <p:nvPr/>
      </p:nvGrpSpPr>
      <p:grpSpPr>
        <a:xfrm>
          <a:off x="0" y="0"/>
          <a:ext cx="0" cy="0"/>
          <a:chOff x="0" y="0"/>
          <a:chExt cx="0" cy="0"/>
        </a:xfrm>
      </p:grpSpPr>
      <p:sp>
        <p:nvSpPr>
          <p:cNvPr id="1690" name="Google Shape;1690;p164"/>
          <p:cNvSpPr txBox="1"/>
          <p:nvPr>
            <p:ph idx="1" type="subTitle"/>
          </p:nvPr>
        </p:nvSpPr>
        <p:spPr>
          <a:xfrm>
            <a:off x="4519320" y="3703240"/>
            <a:ext cx="4350600" cy="990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200">
                <a:solidFill>
                  <a:srgbClr val="212121"/>
                </a:solidFill>
              </a:rPr>
              <a:t>“The not being able to save it for myself [on his camera roll]… really bugged me.”</a:t>
            </a:r>
            <a:endParaRPr sz="1200">
              <a:solidFill>
                <a:srgbClr val="212121"/>
              </a:solidFill>
            </a:endParaRPr>
          </a:p>
          <a:p>
            <a:pPr indent="0" lvl="0" marL="0" rtl="0" algn="l">
              <a:lnSpc>
                <a:spcPct val="100000"/>
              </a:lnSpc>
              <a:spcBef>
                <a:spcPts val="0"/>
              </a:spcBef>
              <a:spcAft>
                <a:spcPts val="0"/>
              </a:spcAft>
              <a:buNone/>
            </a:pPr>
            <a:r>
              <a:rPr lang="en" sz="1200">
                <a:solidFill>
                  <a:srgbClr val="212121"/>
                </a:solidFill>
              </a:rPr>
              <a:t>[12:39–12:44]</a:t>
            </a:r>
            <a:endParaRPr sz="1200">
              <a:solidFill>
                <a:srgbClr val="212121"/>
              </a:solidFill>
            </a:endParaRPr>
          </a:p>
        </p:txBody>
      </p:sp>
      <p:sp>
        <p:nvSpPr>
          <p:cNvPr id="1691" name="Google Shape;1691;p164"/>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P4</a:t>
            </a:r>
            <a:r>
              <a:rPr lang="en">
                <a:latin typeface="Lexend Mega"/>
                <a:ea typeface="Lexend Mega"/>
                <a:cs typeface="Lexend Mega"/>
                <a:sym typeface="Lexend Mega"/>
              </a:rPr>
              <a:t> TASK 2 EXPERIENCE</a:t>
            </a:r>
            <a:endParaRPr>
              <a:latin typeface="Lexend Mega"/>
              <a:ea typeface="Lexend Mega"/>
              <a:cs typeface="Lexend Mega"/>
              <a:sym typeface="Lexend Mega"/>
            </a:endParaRPr>
          </a:p>
        </p:txBody>
      </p:sp>
      <p:graphicFrame>
        <p:nvGraphicFramePr>
          <p:cNvPr id="1692" name="Google Shape;1692;p164"/>
          <p:cNvGraphicFramePr/>
          <p:nvPr/>
        </p:nvGraphicFramePr>
        <p:xfrm>
          <a:off x="533400" y="1333500"/>
          <a:ext cx="3000000" cy="3000000"/>
        </p:xfrm>
        <a:graphic>
          <a:graphicData uri="http://schemas.openxmlformats.org/drawingml/2006/table">
            <a:tbl>
              <a:tblPr>
                <a:noFill/>
                <a:tableStyleId>{428037B2-2399-48E3-B112-2EBAFD4FB11B}</a:tableStyleId>
              </a:tblPr>
              <a:tblGrid>
                <a:gridCol w="6794500"/>
                <a:gridCol w="1206500"/>
              </a:tblGrid>
              <a:tr h="254000">
                <a:tc>
                  <a:txBody>
                    <a:bodyPr/>
                    <a:lstStyle/>
                    <a:p>
                      <a:pPr indent="0" lvl="0" marL="0" rtl="0" algn="l">
                        <a:lnSpc>
                          <a:spcPct val="100000"/>
                        </a:lnSpc>
                        <a:spcBef>
                          <a:spcPts val="0"/>
                        </a:spcBef>
                        <a:spcAft>
                          <a:spcPts val="0"/>
                        </a:spcAft>
                        <a:buNone/>
                      </a:pPr>
                      <a:r>
                        <a:rPr b="1" lang="en" sz="1200">
                          <a:solidFill>
                            <a:srgbClr val="212121"/>
                          </a:solidFill>
                          <a:latin typeface="Lexend"/>
                          <a:ea typeface="Lexend"/>
                          <a:cs typeface="Lexend"/>
                          <a:sym typeface="Lexend"/>
                        </a:rPr>
                        <a:t>Incident</a:t>
                      </a:r>
                      <a:endParaRPr b="1"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c>
                  <a:txBody>
                    <a:bodyPr/>
                    <a:lstStyle/>
                    <a:p>
                      <a:pPr indent="0" lvl="0" marL="0" rtl="0" algn="l">
                        <a:lnSpc>
                          <a:spcPct val="100000"/>
                        </a:lnSpc>
                        <a:spcBef>
                          <a:spcPts val="0"/>
                        </a:spcBef>
                        <a:spcAft>
                          <a:spcPts val="0"/>
                        </a:spcAft>
                        <a:buNone/>
                      </a:pPr>
                      <a:r>
                        <a:rPr b="1" lang="en" sz="1200">
                          <a:solidFill>
                            <a:srgbClr val="212121"/>
                          </a:solidFill>
                          <a:latin typeface="Lexend"/>
                          <a:ea typeface="Lexend"/>
                          <a:cs typeface="Lexend"/>
                          <a:sym typeface="Lexend"/>
                        </a:rPr>
                        <a:t>Severity</a:t>
                      </a:r>
                      <a:endParaRPr b="1"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Completed the anonymous public-upload flow independently</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0</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Could not save to the camera roll; proposed screenshotting and cropping</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3</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Liked seeing the artwork displayed and shared</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0</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Rated upload mechanics highly, despite unmet personal-saving needs</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0</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bl>
          </a:graphicData>
        </a:graphic>
      </p:graphicFrame>
      <p:sp>
        <p:nvSpPr>
          <p:cNvPr id="1693" name="Google Shape;1693;p164"/>
          <p:cNvSpPr txBox="1"/>
          <p:nvPr/>
        </p:nvSpPr>
        <p:spPr>
          <a:xfrm>
            <a:off x="503834" y="3564810"/>
            <a:ext cx="4038600" cy="1041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Time spent:</a:t>
            </a:r>
            <a:r>
              <a:rPr lang="en" sz="1200">
                <a:solidFill>
                  <a:srgbClr val="212121"/>
                </a:solidFill>
                <a:latin typeface="Epilogue"/>
                <a:ea typeface="Epilogue"/>
                <a:cs typeface="Epilogue"/>
                <a:sym typeface="Epilogue"/>
              </a:rPr>
              <a:t> 0:28 [10:19–10:47]</a:t>
            </a:r>
            <a:endParaRPr sz="1200">
              <a:solidFill>
                <a:srgbClr val="212121"/>
              </a:solidFill>
              <a:latin typeface="Epilogue"/>
              <a:ea typeface="Epilogue"/>
              <a:cs typeface="Epilogue"/>
              <a:sym typeface="Epilogue"/>
            </a:endParaRPr>
          </a:p>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Number of misclicks:</a:t>
            </a:r>
            <a:r>
              <a:rPr lang="en" sz="1200">
                <a:solidFill>
                  <a:srgbClr val="212121"/>
                </a:solidFill>
                <a:latin typeface="Epilogue"/>
                <a:ea typeface="Epilogue"/>
                <a:cs typeface="Epilogue"/>
                <a:sym typeface="Epilogue"/>
              </a:rPr>
              <a:t> 0 (reached the artwork detail page; did not try to record anything)</a:t>
            </a:r>
            <a:endParaRPr sz="1200">
              <a:solidFill>
                <a:srgbClr val="212121"/>
              </a:solidFill>
              <a:latin typeface="Epilogue"/>
              <a:ea typeface="Epilogue"/>
              <a:cs typeface="Epilogue"/>
              <a:sym typeface="Epilogue"/>
            </a:endParaRPr>
          </a:p>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Rating Satisfaction:</a:t>
            </a:r>
            <a:r>
              <a:rPr lang="en" sz="1200">
                <a:solidFill>
                  <a:srgbClr val="212121"/>
                </a:solidFill>
                <a:latin typeface="Epilogue"/>
                <a:ea typeface="Epilogue"/>
                <a:cs typeface="Epilogue"/>
                <a:sym typeface="Epilogue"/>
              </a:rPr>
              <a:t> 2.5 </a:t>
            </a:r>
            <a:endParaRPr sz="1200">
              <a:solidFill>
                <a:srgbClr val="212121"/>
              </a:solidFill>
              <a:latin typeface="Epilogue"/>
              <a:ea typeface="Epilogue"/>
              <a:cs typeface="Epilogue"/>
              <a:sym typeface="Epilogue"/>
            </a:endParaRPr>
          </a:p>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Rating Flexibility:</a:t>
            </a:r>
            <a:r>
              <a:rPr lang="en" sz="1200">
                <a:solidFill>
                  <a:srgbClr val="212121"/>
                </a:solidFill>
                <a:latin typeface="Epilogue"/>
                <a:ea typeface="Epilogue"/>
                <a:cs typeface="Epilogue"/>
                <a:sym typeface="Epilogue"/>
              </a:rPr>
              <a:t> 4 </a:t>
            </a:r>
            <a:endParaRPr sz="1200">
              <a:solidFill>
                <a:srgbClr val="212121"/>
              </a:solidFill>
              <a:latin typeface="Epilogue"/>
              <a:ea typeface="Epilogue"/>
              <a:cs typeface="Epilogue"/>
              <a:sym typeface="Epilogue"/>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97" name="Shape 1697"/>
        <p:cNvGrpSpPr/>
        <p:nvPr/>
      </p:nvGrpSpPr>
      <p:grpSpPr>
        <a:xfrm>
          <a:off x="0" y="0"/>
          <a:ext cx="0" cy="0"/>
          <a:chOff x="0" y="0"/>
          <a:chExt cx="0" cy="0"/>
        </a:xfrm>
      </p:grpSpPr>
      <p:sp>
        <p:nvSpPr>
          <p:cNvPr id="1698" name="Google Shape;1698;p165"/>
          <p:cNvSpPr txBox="1"/>
          <p:nvPr>
            <p:ph type="ctrTitle"/>
          </p:nvPr>
        </p:nvSpPr>
        <p:spPr>
          <a:xfrm>
            <a:off x="713225" y="1042416"/>
            <a:ext cx="7086600" cy="1766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latin typeface="Lexend Mega Black"/>
                <a:ea typeface="Lexend Mega Black"/>
                <a:cs typeface="Lexend Mega Black"/>
                <a:sym typeface="Lexend Mega Black"/>
              </a:rPr>
              <a:t>TASK 3</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02" name="Shape 1702"/>
        <p:cNvGrpSpPr/>
        <p:nvPr/>
      </p:nvGrpSpPr>
      <p:grpSpPr>
        <a:xfrm>
          <a:off x="0" y="0"/>
          <a:ext cx="0" cy="0"/>
          <a:chOff x="0" y="0"/>
          <a:chExt cx="0" cy="0"/>
        </a:xfrm>
      </p:grpSpPr>
      <p:sp>
        <p:nvSpPr>
          <p:cNvPr id="1703" name="Google Shape;1703;p166"/>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TASK 3</a:t>
            </a:r>
            <a:r>
              <a:rPr lang="en">
                <a:latin typeface="Lexend Mega"/>
                <a:ea typeface="Lexend Mega"/>
                <a:cs typeface="Lexend Mega"/>
                <a:sym typeface="Lexend Mega"/>
              </a:rPr>
              <a:t> RATING BREAKDOWN</a:t>
            </a:r>
            <a:endParaRPr>
              <a:latin typeface="Lexend Mega"/>
              <a:ea typeface="Lexend Mega"/>
              <a:cs typeface="Lexend Mega"/>
              <a:sym typeface="Lexend Mega"/>
            </a:endParaRPr>
          </a:p>
        </p:txBody>
      </p:sp>
      <p:graphicFrame>
        <p:nvGraphicFramePr>
          <p:cNvPr id="1704" name="Google Shape;1704;p166"/>
          <p:cNvGraphicFramePr/>
          <p:nvPr/>
        </p:nvGraphicFramePr>
        <p:xfrm>
          <a:off x="533400" y="1333500"/>
          <a:ext cx="3000000" cy="3000000"/>
        </p:xfrm>
        <a:graphic>
          <a:graphicData uri="http://schemas.openxmlformats.org/drawingml/2006/table">
            <a:tbl>
              <a:tblPr>
                <a:noFill/>
                <a:tableStyleId>{428037B2-2399-48E3-B112-2EBAFD4FB11B}</a:tableStyleId>
              </a:tblPr>
              <a:tblGrid>
                <a:gridCol w="1244600"/>
                <a:gridCol w="1828800"/>
                <a:gridCol w="1778000"/>
                <a:gridCol w="1371600"/>
                <a:gridCol w="1778000"/>
              </a:tblGrid>
              <a:tr h="355600">
                <a:tc>
                  <a:txBody>
                    <a:bodyPr/>
                    <a:lstStyle/>
                    <a:p>
                      <a:pPr indent="0" lvl="0" marL="0" rtl="0" algn="l">
                        <a:lnSpc>
                          <a:spcPct val="100000"/>
                        </a:lnSpc>
                        <a:spcBef>
                          <a:spcPts val="0"/>
                        </a:spcBef>
                        <a:spcAft>
                          <a:spcPts val="0"/>
                        </a:spcAft>
                        <a:buNone/>
                      </a:pPr>
                      <a:r>
                        <a:rPr b="1" lang="en">
                          <a:solidFill>
                            <a:srgbClr val="212121"/>
                          </a:solidFill>
                          <a:latin typeface="Lexend"/>
                          <a:ea typeface="Lexend"/>
                          <a:cs typeface="Lexend"/>
                          <a:sym typeface="Lexend"/>
                        </a:rPr>
                        <a:t>Participant</a:t>
                      </a:r>
                      <a:endParaRPr b="1">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c>
                  <a:txBody>
                    <a:bodyPr/>
                    <a:lstStyle/>
                    <a:p>
                      <a:pPr indent="0" lvl="0" marL="0" rtl="0" algn="l">
                        <a:lnSpc>
                          <a:spcPct val="100000"/>
                        </a:lnSpc>
                        <a:spcBef>
                          <a:spcPts val="0"/>
                        </a:spcBef>
                        <a:spcAft>
                          <a:spcPts val="0"/>
                        </a:spcAft>
                        <a:buNone/>
                      </a:pPr>
                      <a:r>
                        <a:rPr b="1" lang="en">
                          <a:solidFill>
                            <a:srgbClr val="212121"/>
                          </a:solidFill>
                          <a:latin typeface="Lexend"/>
                          <a:ea typeface="Lexend"/>
                          <a:cs typeface="Lexend"/>
                          <a:sym typeface="Lexend"/>
                        </a:rPr>
                        <a:t>Satisfaction / 7</a:t>
                      </a:r>
                      <a:endParaRPr b="1">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c>
                  <a:txBody>
                    <a:bodyPr/>
                    <a:lstStyle/>
                    <a:p>
                      <a:pPr indent="0" lvl="0" marL="0" rtl="0" algn="l">
                        <a:lnSpc>
                          <a:spcPct val="100000"/>
                        </a:lnSpc>
                        <a:spcBef>
                          <a:spcPts val="0"/>
                        </a:spcBef>
                        <a:spcAft>
                          <a:spcPts val="0"/>
                        </a:spcAft>
                        <a:buNone/>
                      </a:pPr>
                      <a:r>
                        <a:rPr b="1" lang="en">
                          <a:solidFill>
                            <a:srgbClr val="212121"/>
                          </a:solidFill>
                          <a:latin typeface="Lexend"/>
                          <a:ea typeface="Lexend"/>
                          <a:cs typeface="Lexend"/>
                          <a:sym typeface="Lexend"/>
                        </a:rPr>
                        <a:t>Flexibility / 7</a:t>
                      </a:r>
                      <a:endParaRPr b="1">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c>
                  <a:txBody>
                    <a:bodyPr/>
                    <a:lstStyle/>
                    <a:p>
                      <a:pPr indent="0" lvl="0" marL="0" rtl="0" algn="l">
                        <a:lnSpc>
                          <a:spcPct val="100000"/>
                        </a:lnSpc>
                        <a:spcBef>
                          <a:spcPts val="0"/>
                        </a:spcBef>
                        <a:spcAft>
                          <a:spcPts val="0"/>
                        </a:spcAft>
                        <a:buNone/>
                      </a:pPr>
                      <a:r>
                        <a:rPr b="1" lang="en">
                          <a:solidFill>
                            <a:srgbClr val="212121"/>
                          </a:solidFill>
                          <a:latin typeface="Lexend"/>
                          <a:ea typeface="Lexend"/>
                          <a:cs typeface="Lexend"/>
                          <a:sym typeface="Lexend"/>
                        </a:rPr>
                        <a:t>Misclicks</a:t>
                      </a:r>
                      <a:endParaRPr b="1">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c>
                  <a:txBody>
                    <a:bodyPr/>
                    <a:lstStyle/>
                    <a:p>
                      <a:pPr indent="0" lvl="0" marL="0" rtl="0" algn="l">
                        <a:lnSpc>
                          <a:spcPct val="100000"/>
                        </a:lnSpc>
                        <a:spcBef>
                          <a:spcPts val="0"/>
                        </a:spcBef>
                        <a:spcAft>
                          <a:spcPts val="0"/>
                        </a:spcAft>
                        <a:buNone/>
                      </a:pPr>
                      <a:r>
                        <a:rPr b="1" lang="en">
                          <a:solidFill>
                            <a:srgbClr val="212121"/>
                          </a:solidFill>
                          <a:latin typeface="Lexend"/>
                          <a:ea typeface="Lexend"/>
                          <a:cs typeface="Lexend"/>
                          <a:sym typeface="Lexend"/>
                        </a:rPr>
                        <a:t>Time</a:t>
                      </a:r>
                      <a:endParaRPr b="1">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r>
              <a:tr h="355600">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P1</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5</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4</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0</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2:49</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355600">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P2</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5</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5</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0</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3:45</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355600">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P3</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6.5</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6</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1</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3:53</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355600">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P4</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4.5</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1.5</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0</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rgbClr val="212121"/>
                          </a:solidFill>
                          <a:latin typeface="Lexend"/>
                          <a:ea typeface="Lexend"/>
                          <a:cs typeface="Lexend"/>
                          <a:sym typeface="Lexend"/>
                        </a:rPr>
                        <a:t>6:00</a:t>
                      </a:r>
                      <a:endParaRPr>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355600">
                <a:tc>
                  <a:txBody>
                    <a:bodyPr/>
                    <a:lstStyle/>
                    <a:p>
                      <a:pPr indent="0" lvl="0" marL="0" rtl="0" algn="l">
                        <a:lnSpc>
                          <a:spcPct val="100000"/>
                        </a:lnSpc>
                        <a:spcBef>
                          <a:spcPts val="0"/>
                        </a:spcBef>
                        <a:spcAft>
                          <a:spcPts val="0"/>
                        </a:spcAft>
                        <a:buNone/>
                      </a:pPr>
                      <a:r>
                        <a:rPr b="1" lang="en">
                          <a:solidFill>
                            <a:srgbClr val="212121"/>
                          </a:solidFill>
                          <a:latin typeface="Lexend"/>
                          <a:ea typeface="Lexend"/>
                          <a:cs typeface="Lexend"/>
                          <a:sym typeface="Lexend"/>
                        </a:rPr>
                        <a:t>Average</a:t>
                      </a:r>
                      <a:endParaRPr b="1">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c>
                  <a:txBody>
                    <a:bodyPr/>
                    <a:lstStyle/>
                    <a:p>
                      <a:pPr indent="0" lvl="0" marL="0" rtl="0" algn="l">
                        <a:lnSpc>
                          <a:spcPct val="100000"/>
                        </a:lnSpc>
                        <a:spcBef>
                          <a:spcPts val="0"/>
                        </a:spcBef>
                        <a:spcAft>
                          <a:spcPts val="0"/>
                        </a:spcAft>
                        <a:buNone/>
                      </a:pPr>
                      <a:r>
                        <a:rPr b="1" lang="en">
                          <a:solidFill>
                            <a:srgbClr val="212121"/>
                          </a:solidFill>
                          <a:latin typeface="Lexend"/>
                          <a:ea typeface="Lexend"/>
                          <a:cs typeface="Lexend"/>
                          <a:sym typeface="Lexend"/>
                        </a:rPr>
                        <a:t>5.3</a:t>
                      </a:r>
                      <a:endParaRPr b="1">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c>
                  <a:txBody>
                    <a:bodyPr/>
                    <a:lstStyle/>
                    <a:p>
                      <a:pPr indent="0" lvl="0" marL="0" rtl="0" algn="l">
                        <a:lnSpc>
                          <a:spcPct val="100000"/>
                        </a:lnSpc>
                        <a:spcBef>
                          <a:spcPts val="0"/>
                        </a:spcBef>
                        <a:spcAft>
                          <a:spcPts val="0"/>
                        </a:spcAft>
                        <a:buNone/>
                      </a:pPr>
                      <a:r>
                        <a:rPr b="1" lang="en">
                          <a:solidFill>
                            <a:srgbClr val="212121"/>
                          </a:solidFill>
                          <a:latin typeface="Lexend"/>
                          <a:ea typeface="Lexend"/>
                          <a:cs typeface="Lexend"/>
                          <a:sym typeface="Lexend"/>
                        </a:rPr>
                        <a:t>4.1</a:t>
                      </a:r>
                      <a:endParaRPr b="1">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c>
                  <a:txBody>
                    <a:bodyPr/>
                    <a:lstStyle/>
                    <a:p>
                      <a:pPr indent="0" lvl="0" marL="0" rtl="0" algn="l">
                        <a:lnSpc>
                          <a:spcPct val="100000"/>
                        </a:lnSpc>
                        <a:spcBef>
                          <a:spcPts val="0"/>
                        </a:spcBef>
                        <a:spcAft>
                          <a:spcPts val="0"/>
                        </a:spcAft>
                        <a:buNone/>
                      </a:pPr>
                      <a:r>
                        <a:rPr b="1" lang="en">
                          <a:solidFill>
                            <a:srgbClr val="212121"/>
                          </a:solidFill>
                          <a:latin typeface="Lexend"/>
                          <a:ea typeface="Lexend"/>
                          <a:cs typeface="Lexend"/>
                          <a:sym typeface="Lexend"/>
                        </a:rPr>
                        <a:t>0.25</a:t>
                      </a:r>
                      <a:endParaRPr b="1">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c>
                  <a:txBody>
                    <a:bodyPr/>
                    <a:lstStyle/>
                    <a:p>
                      <a:pPr indent="0" lvl="0" marL="0" rtl="0" algn="l">
                        <a:lnSpc>
                          <a:spcPct val="100000"/>
                        </a:lnSpc>
                        <a:spcBef>
                          <a:spcPts val="0"/>
                        </a:spcBef>
                        <a:spcAft>
                          <a:spcPts val="0"/>
                        </a:spcAft>
                        <a:buNone/>
                      </a:pPr>
                      <a:r>
                        <a:rPr b="1" lang="en">
                          <a:solidFill>
                            <a:srgbClr val="212121"/>
                          </a:solidFill>
                          <a:latin typeface="Lexend"/>
                          <a:ea typeface="Lexend"/>
                          <a:cs typeface="Lexend"/>
                          <a:sym typeface="Lexend"/>
                        </a:rPr>
                        <a:t>4:07</a:t>
                      </a:r>
                      <a:endParaRPr b="1">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r>
            </a:tbl>
          </a:graphicData>
        </a:graphic>
      </p:graphicFrame>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08" name="Shape 1708"/>
        <p:cNvGrpSpPr/>
        <p:nvPr/>
      </p:nvGrpSpPr>
      <p:grpSpPr>
        <a:xfrm>
          <a:off x="0" y="0"/>
          <a:ext cx="0" cy="0"/>
          <a:chOff x="0" y="0"/>
          <a:chExt cx="0" cy="0"/>
        </a:xfrm>
      </p:grpSpPr>
      <p:sp>
        <p:nvSpPr>
          <p:cNvPr id="1709" name="Google Shape;1709;p167"/>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P1</a:t>
            </a:r>
            <a:r>
              <a:rPr lang="en">
                <a:latin typeface="Lexend Mega"/>
                <a:ea typeface="Lexend Mega"/>
                <a:cs typeface="Lexend Mega"/>
                <a:sym typeface="Lexend Mega"/>
              </a:rPr>
              <a:t> TASK 3 EXPERIENCE</a:t>
            </a:r>
            <a:endParaRPr>
              <a:latin typeface="Lexend Mega"/>
              <a:ea typeface="Lexend Mega"/>
              <a:cs typeface="Lexend Mega"/>
              <a:sym typeface="Lexend Mega"/>
            </a:endParaRPr>
          </a:p>
        </p:txBody>
      </p:sp>
      <p:graphicFrame>
        <p:nvGraphicFramePr>
          <p:cNvPr id="1710" name="Google Shape;1710;p167"/>
          <p:cNvGraphicFramePr/>
          <p:nvPr/>
        </p:nvGraphicFramePr>
        <p:xfrm>
          <a:off x="533400" y="1333500"/>
          <a:ext cx="3000000" cy="3000000"/>
        </p:xfrm>
        <a:graphic>
          <a:graphicData uri="http://schemas.openxmlformats.org/drawingml/2006/table">
            <a:tbl>
              <a:tblPr>
                <a:noFill/>
                <a:tableStyleId>{428037B2-2399-48E3-B112-2EBAFD4FB11B}</a:tableStyleId>
              </a:tblPr>
              <a:tblGrid>
                <a:gridCol w="6794500"/>
                <a:gridCol w="1206500"/>
              </a:tblGrid>
              <a:tr h="254000">
                <a:tc>
                  <a:txBody>
                    <a:bodyPr/>
                    <a:lstStyle/>
                    <a:p>
                      <a:pPr indent="0" lvl="0" marL="0" rtl="0" algn="l">
                        <a:lnSpc>
                          <a:spcPct val="100000"/>
                        </a:lnSpc>
                        <a:spcBef>
                          <a:spcPts val="0"/>
                        </a:spcBef>
                        <a:spcAft>
                          <a:spcPts val="0"/>
                        </a:spcAft>
                        <a:buNone/>
                      </a:pPr>
                      <a:r>
                        <a:rPr b="1" lang="en" sz="1200">
                          <a:solidFill>
                            <a:srgbClr val="212121"/>
                          </a:solidFill>
                          <a:latin typeface="Lexend"/>
                          <a:ea typeface="Lexend"/>
                          <a:cs typeface="Lexend"/>
                          <a:sym typeface="Lexend"/>
                        </a:rPr>
                        <a:t>Incident</a:t>
                      </a:r>
                      <a:endParaRPr b="1"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c>
                  <a:txBody>
                    <a:bodyPr/>
                    <a:lstStyle/>
                    <a:p>
                      <a:pPr indent="0" lvl="0" marL="0" rtl="0" algn="l">
                        <a:lnSpc>
                          <a:spcPct val="100000"/>
                        </a:lnSpc>
                        <a:spcBef>
                          <a:spcPts val="0"/>
                        </a:spcBef>
                        <a:spcAft>
                          <a:spcPts val="0"/>
                        </a:spcAft>
                        <a:buNone/>
                      </a:pPr>
                      <a:r>
                        <a:rPr b="1" lang="en" sz="1200">
                          <a:solidFill>
                            <a:srgbClr val="212121"/>
                          </a:solidFill>
                          <a:latin typeface="Lexend"/>
                          <a:ea typeface="Lexend"/>
                          <a:cs typeface="Lexend"/>
                          <a:sym typeface="Lexend"/>
                        </a:rPr>
                        <a:t>Severity</a:t>
                      </a:r>
                      <a:endParaRPr b="1"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Valued having a gallery or record of things made</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0</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Wanted clearer purpose and context for making and keeping artwork, the app didn’t provide that motivation</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3</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Imagined seeing older work differently beside a newer piece</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0</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Said the interface felt familiar and nothing was very frustrating</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0</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bl>
          </a:graphicData>
        </a:graphic>
      </p:graphicFrame>
      <p:sp>
        <p:nvSpPr>
          <p:cNvPr id="1711" name="Google Shape;1711;p167"/>
          <p:cNvSpPr txBox="1"/>
          <p:nvPr/>
        </p:nvSpPr>
        <p:spPr>
          <a:xfrm>
            <a:off x="503809" y="3842385"/>
            <a:ext cx="4038600" cy="1041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Time spent:</a:t>
            </a:r>
            <a:r>
              <a:rPr lang="en" sz="1200">
                <a:solidFill>
                  <a:srgbClr val="212121"/>
                </a:solidFill>
                <a:latin typeface="Epilogue"/>
                <a:ea typeface="Epilogue"/>
                <a:cs typeface="Epilogue"/>
                <a:sym typeface="Epilogue"/>
              </a:rPr>
              <a:t> 2:49 [13:39–16:28]</a:t>
            </a:r>
            <a:endParaRPr sz="1200">
              <a:solidFill>
                <a:srgbClr val="212121"/>
              </a:solidFill>
              <a:latin typeface="Epilogue"/>
              <a:ea typeface="Epilogue"/>
              <a:cs typeface="Epilogue"/>
              <a:sym typeface="Epilogue"/>
            </a:endParaRPr>
          </a:p>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Number of misclicks:</a:t>
            </a:r>
            <a:r>
              <a:rPr lang="en" sz="1200">
                <a:solidFill>
                  <a:srgbClr val="212121"/>
                </a:solidFill>
                <a:latin typeface="Epilogue"/>
                <a:ea typeface="Epilogue"/>
                <a:cs typeface="Epilogue"/>
                <a:sym typeface="Epilogue"/>
              </a:rPr>
              <a:t> 0</a:t>
            </a:r>
            <a:endParaRPr sz="1200">
              <a:solidFill>
                <a:srgbClr val="212121"/>
              </a:solidFill>
              <a:latin typeface="Epilogue"/>
              <a:ea typeface="Epilogue"/>
              <a:cs typeface="Epilogue"/>
              <a:sym typeface="Epilogue"/>
            </a:endParaRPr>
          </a:p>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Rating Satisfaction:</a:t>
            </a:r>
            <a:r>
              <a:rPr lang="en" sz="1200">
                <a:solidFill>
                  <a:srgbClr val="212121"/>
                </a:solidFill>
                <a:latin typeface="Epilogue"/>
                <a:ea typeface="Epilogue"/>
                <a:cs typeface="Epilogue"/>
                <a:sym typeface="Epilogue"/>
              </a:rPr>
              <a:t> 5 </a:t>
            </a:r>
            <a:endParaRPr sz="1200">
              <a:solidFill>
                <a:srgbClr val="212121"/>
              </a:solidFill>
              <a:latin typeface="Epilogue"/>
              <a:ea typeface="Epilogue"/>
              <a:cs typeface="Epilogue"/>
              <a:sym typeface="Epilogue"/>
            </a:endParaRPr>
          </a:p>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Rating Flexibility:</a:t>
            </a:r>
            <a:r>
              <a:rPr lang="en" sz="1200">
                <a:solidFill>
                  <a:srgbClr val="212121"/>
                </a:solidFill>
                <a:latin typeface="Epilogue"/>
                <a:ea typeface="Epilogue"/>
                <a:cs typeface="Epilogue"/>
                <a:sym typeface="Epilogue"/>
              </a:rPr>
              <a:t> 4 </a:t>
            </a:r>
            <a:endParaRPr sz="1200">
              <a:solidFill>
                <a:srgbClr val="212121"/>
              </a:solidFill>
              <a:latin typeface="Epilogue"/>
              <a:ea typeface="Epilogue"/>
              <a:cs typeface="Epilogue"/>
              <a:sym typeface="Epilogue"/>
            </a:endParaRPr>
          </a:p>
        </p:txBody>
      </p:sp>
      <p:sp>
        <p:nvSpPr>
          <p:cNvPr id="1712" name="Google Shape;1712;p167"/>
          <p:cNvSpPr txBox="1"/>
          <p:nvPr/>
        </p:nvSpPr>
        <p:spPr>
          <a:xfrm>
            <a:off x="4519295" y="3980815"/>
            <a:ext cx="4350600" cy="99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200">
                <a:solidFill>
                  <a:srgbClr val="212121"/>
                </a:solidFill>
                <a:latin typeface="Epilogue"/>
                <a:ea typeface="Epilogue"/>
                <a:cs typeface="Epilogue"/>
                <a:sym typeface="Epilogue"/>
              </a:rPr>
              <a:t>“There is a value in the process that I’m getting as a person that I’m not getting in the product [of the art he creates]” [14:33]</a:t>
            </a:r>
            <a:endParaRPr sz="1200">
              <a:solidFill>
                <a:srgbClr val="212121"/>
              </a:solidFill>
              <a:latin typeface="Epilogue"/>
              <a:ea typeface="Epilogue"/>
              <a:cs typeface="Epilogue"/>
              <a:sym typeface="Epilogue"/>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16" name="Shape 1716"/>
        <p:cNvGrpSpPr/>
        <p:nvPr/>
      </p:nvGrpSpPr>
      <p:grpSpPr>
        <a:xfrm>
          <a:off x="0" y="0"/>
          <a:ext cx="0" cy="0"/>
          <a:chOff x="0" y="0"/>
          <a:chExt cx="0" cy="0"/>
        </a:xfrm>
      </p:grpSpPr>
      <p:sp>
        <p:nvSpPr>
          <p:cNvPr id="1717" name="Google Shape;1717;p168"/>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P2</a:t>
            </a:r>
            <a:r>
              <a:rPr lang="en">
                <a:latin typeface="Lexend Mega"/>
                <a:ea typeface="Lexend Mega"/>
                <a:cs typeface="Lexend Mega"/>
                <a:sym typeface="Lexend Mega"/>
              </a:rPr>
              <a:t> TASK 3 EXPERIENCE</a:t>
            </a:r>
            <a:endParaRPr>
              <a:latin typeface="Lexend Mega"/>
              <a:ea typeface="Lexend Mega"/>
              <a:cs typeface="Lexend Mega"/>
              <a:sym typeface="Lexend Mega"/>
            </a:endParaRPr>
          </a:p>
        </p:txBody>
      </p:sp>
      <p:graphicFrame>
        <p:nvGraphicFramePr>
          <p:cNvPr id="1718" name="Google Shape;1718;p168"/>
          <p:cNvGraphicFramePr/>
          <p:nvPr/>
        </p:nvGraphicFramePr>
        <p:xfrm>
          <a:off x="533400" y="1333500"/>
          <a:ext cx="3000000" cy="3000000"/>
        </p:xfrm>
        <a:graphic>
          <a:graphicData uri="http://schemas.openxmlformats.org/drawingml/2006/table">
            <a:tbl>
              <a:tblPr>
                <a:noFill/>
                <a:tableStyleId>{428037B2-2399-48E3-B112-2EBAFD4FB11B}</a:tableStyleId>
              </a:tblPr>
              <a:tblGrid>
                <a:gridCol w="6794500"/>
                <a:gridCol w="1206500"/>
              </a:tblGrid>
              <a:tr h="254000">
                <a:tc>
                  <a:txBody>
                    <a:bodyPr/>
                    <a:lstStyle/>
                    <a:p>
                      <a:pPr indent="0" lvl="0" marL="0" rtl="0" algn="l">
                        <a:lnSpc>
                          <a:spcPct val="100000"/>
                        </a:lnSpc>
                        <a:spcBef>
                          <a:spcPts val="0"/>
                        </a:spcBef>
                        <a:spcAft>
                          <a:spcPts val="0"/>
                        </a:spcAft>
                        <a:buNone/>
                      </a:pPr>
                      <a:r>
                        <a:rPr b="1" lang="en" sz="1200">
                          <a:solidFill>
                            <a:srgbClr val="212121"/>
                          </a:solidFill>
                          <a:latin typeface="Lexend"/>
                          <a:ea typeface="Lexend"/>
                          <a:cs typeface="Lexend"/>
                          <a:sym typeface="Lexend"/>
                        </a:rPr>
                        <a:t>Incident</a:t>
                      </a:r>
                      <a:endParaRPr b="1"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c>
                  <a:txBody>
                    <a:bodyPr/>
                    <a:lstStyle/>
                    <a:p>
                      <a:pPr indent="0" lvl="0" marL="0" rtl="0" algn="l">
                        <a:lnSpc>
                          <a:spcPct val="100000"/>
                        </a:lnSpc>
                        <a:spcBef>
                          <a:spcPts val="0"/>
                        </a:spcBef>
                        <a:spcAft>
                          <a:spcPts val="0"/>
                        </a:spcAft>
                        <a:buNone/>
                      </a:pPr>
                      <a:r>
                        <a:rPr b="1" lang="en" sz="1200">
                          <a:solidFill>
                            <a:srgbClr val="212121"/>
                          </a:solidFill>
                          <a:latin typeface="Lexend"/>
                          <a:ea typeface="Lexend"/>
                          <a:cs typeface="Lexend"/>
                          <a:sym typeface="Lexend"/>
                        </a:rPr>
                        <a:t>Severity</a:t>
                      </a:r>
                      <a:endParaRPr b="1"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Could not find how to create a new reflection from an artwork</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3</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Appreciated access to both audio and a readable transcript</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0</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Wanted video capture to support music as a creative practice</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2</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The gallery helped the piece feel more like an artwork</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0</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bl>
          </a:graphicData>
        </a:graphic>
      </p:graphicFrame>
      <p:sp>
        <p:nvSpPr>
          <p:cNvPr id="1719" name="Google Shape;1719;p168"/>
          <p:cNvSpPr txBox="1"/>
          <p:nvPr/>
        </p:nvSpPr>
        <p:spPr>
          <a:xfrm>
            <a:off x="503809" y="3842385"/>
            <a:ext cx="4038600" cy="1041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Time spent:</a:t>
            </a:r>
            <a:r>
              <a:rPr lang="en" sz="1200">
                <a:solidFill>
                  <a:srgbClr val="212121"/>
                </a:solidFill>
                <a:latin typeface="Epilogue"/>
                <a:ea typeface="Epilogue"/>
                <a:cs typeface="Epilogue"/>
                <a:sym typeface="Epilogue"/>
              </a:rPr>
              <a:t> 3:45 [8:55–12:40]</a:t>
            </a:r>
            <a:endParaRPr sz="1200">
              <a:solidFill>
                <a:srgbClr val="212121"/>
              </a:solidFill>
              <a:latin typeface="Epilogue"/>
              <a:ea typeface="Epilogue"/>
              <a:cs typeface="Epilogue"/>
              <a:sym typeface="Epilogue"/>
            </a:endParaRPr>
          </a:p>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Number of misclicks:</a:t>
            </a:r>
            <a:r>
              <a:rPr lang="en" sz="1200">
                <a:solidFill>
                  <a:srgbClr val="212121"/>
                </a:solidFill>
                <a:latin typeface="Epilogue"/>
                <a:ea typeface="Epilogue"/>
                <a:cs typeface="Epilogue"/>
                <a:sym typeface="Epilogue"/>
              </a:rPr>
              <a:t> 0</a:t>
            </a:r>
            <a:endParaRPr sz="1200">
              <a:solidFill>
                <a:srgbClr val="212121"/>
              </a:solidFill>
              <a:latin typeface="Epilogue"/>
              <a:ea typeface="Epilogue"/>
              <a:cs typeface="Epilogue"/>
              <a:sym typeface="Epilogue"/>
            </a:endParaRPr>
          </a:p>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Rating Satisfaction:</a:t>
            </a:r>
            <a:r>
              <a:rPr lang="en" sz="1200">
                <a:solidFill>
                  <a:srgbClr val="212121"/>
                </a:solidFill>
                <a:latin typeface="Epilogue"/>
                <a:ea typeface="Epilogue"/>
                <a:cs typeface="Epilogue"/>
                <a:sym typeface="Epilogue"/>
              </a:rPr>
              <a:t> 5 </a:t>
            </a:r>
            <a:endParaRPr sz="1200">
              <a:solidFill>
                <a:srgbClr val="212121"/>
              </a:solidFill>
              <a:latin typeface="Epilogue"/>
              <a:ea typeface="Epilogue"/>
              <a:cs typeface="Epilogue"/>
              <a:sym typeface="Epilogue"/>
            </a:endParaRPr>
          </a:p>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Rating Flexibility:</a:t>
            </a:r>
            <a:r>
              <a:rPr lang="en" sz="1200">
                <a:solidFill>
                  <a:srgbClr val="212121"/>
                </a:solidFill>
                <a:latin typeface="Epilogue"/>
                <a:ea typeface="Epilogue"/>
                <a:cs typeface="Epilogue"/>
                <a:sym typeface="Epilogue"/>
              </a:rPr>
              <a:t> 5 </a:t>
            </a:r>
            <a:endParaRPr sz="1200">
              <a:solidFill>
                <a:srgbClr val="212121"/>
              </a:solidFill>
              <a:latin typeface="Epilogue"/>
              <a:ea typeface="Epilogue"/>
              <a:cs typeface="Epilogue"/>
              <a:sym typeface="Epilogue"/>
            </a:endParaRPr>
          </a:p>
        </p:txBody>
      </p:sp>
      <p:sp>
        <p:nvSpPr>
          <p:cNvPr id="1720" name="Google Shape;1720;p168"/>
          <p:cNvSpPr txBox="1"/>
          <p:nvPr/>
        </p:nvSpPr>
        <p:spPr>
          <a:xfrm>
            <a:off x="4519295" y="3980815"/>
            <a:ext cx="4350600" cy="99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200">
                <a:solidFill>
                  <a:srgbClr val="212121"/>
                </a:solidFill>
                <a:latin typeface="Epilogue"/>
                <a:ea typeface="Epilogue"/>
                <a:cs typeface="Epilogue"/>
                <a:sym typeface="Epilogue"/>
              </a:rPr>
              <a:t>“If I’m in a place that I can’t listen to it [the recording], I can just read it [referring to the reflection transcripts].” [10:24–10:30]</a:t>
            </a:r>
            <a:endParaRPr sz="1200">
              <a:solidFill>
                <a:srgbClr val="212121"/>
              </a:solidFill>
              <a:latin typeface="Epilogue"/>
              <a:ea typeface="Epilogue"/>
              <a:cs typeface="Epilogue"/>
              <a:sym typeface="Epilogue"/>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24" name="Shape 1724"/>
        <p:cNvGrpSpPr/>
        <p:nvPr/>
      </p:nvGrpSpPr>
      <p:grpSpPr>
        <a:xfrm>
          <a:off x="0" y="0"/>
          <a:ext cx="0" cy="0"/>
          <a:chOff x="0" y="0"/>
          <a:chExt cx="0" cy="0"/>
        </a:xfrm>
      </p:grpSpPr>
      <p:sp>
        <p:nvSpPr>
          <p:cNvPr id="1725" name="Google Shape;1725;p169"/>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P3</a:t>
            </a:r>
            <a:r>
              <a:rPr lang="en">
                <a:latin typeface="Lexend Mega"/>
                <a:ea typeface="Lexend Mega"/>
                <a:cs typeface="Lexend Mega"/>
                <a:sym typeface="Lexend Mega"/>
              </a:rPr>
              <a:t> TASK 3 EXPERIENCE</a:t>
            </a:r>
            <a:endParaRPr>
              <a:latin typeface="Lexend Mega"/>
              <a:ea typeface="Lexend Mega"/>
              <a:cs typeface="Lexend Mega"/>
              <a:sym typeface="Lexend Mega"/>
            </a:endParaRPr>
          </a:p>
        </p:txBody>
      </p:sp>
      <p:graphicFrame>
        <p:nvGraphicFramePr>
          <p:cNvPr id="1726" name="Google Shape;1726;p169"/>
          <p:cNvGraphicFramePr/>
          <p:nvPr/>
        </p:nvGraphicFramePr>
        <p:xfrm>
          <a:off x="533400" y="1333500"/>
          <a:ext cx="3000000" cy="3000000"/>
        </p:xfrm>
        <a:graphic>
          <a:graphicData uri="http://schemas.openxmlformats.org/drawingml/2006/table">
            <a:tbl>
              <a:tblPr>
                <a:noFill/>
                <a:tableStyleId>{428037B2-2399-48E3-B112-2EBAFD4FB11B}</a:tableStyleId>
              </a:tblPr>
              <a:tblGrid>
                <a:gridCol w="6794500"/>
                <a:gridCol w="1206500"/>
              </a:tblGrid>
              <a:tr h="254000">
                <a:tc>
                  <a:txBody>
                    <a:bodyPr/>
                    <a:lstStyle/>
                    <a:p>
                      <a:pPr indent="0" lvl="0" marL="0" rtl="0" algn="l">
                        <a:lnSpc>
                          <a:spcPct val="100000"/>
                        </a:lnSpc>
                        <a:spcBef>
                          <a:spcPts val="0"/>
                        </a:spcBef>
                        <a:spcAft>
                          <a:spcPts val="0"/>
                        </a:spcAft>
                        <a:buNone/>
                      </a:pPr>
                      <a:r>
                        <a:rPr b="1" lang="en" sz="1200">
                          <a:solidFill>
                            <a:srgbClr val="212121"/>
                          </a:solidFill>
                          <a:latin typeface="Lexend"/>
                          <a:ea typeface="Lexend"/>
                          <a:cs typeface="Lexend"/>
                          <a:sym typeface="Lexend"/>
                        </a:rPr>
                        <a:t>Incident</a:t>
                      </a:r>
                      <a:endParaRPr b="1"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c>
                  <a:txBody>
                    <a:bodyPr/>
                    <a:lstStyle/>
                    <a:p>
                      <a:pPr indent="0" lvl="0" marL="0" rtl="0" algn="l">
                        <a:lnSpc>
                          <a:spcPct val="100000"/>
                        </a:lnSpc>
                        <a:spcBef>
                          <a:spcPts val="0"/>
                        </a:spcBef>
                        <a:spcAft>
                          <a:spcPts val="0"/>
                        </a:spcAft>
                        <a:buNone/>
                      </a:pPr>
                      <a:r>
                        <a:rPr b="1" lang="en" sz="1200">
                          <a:solidFill>
                            <a:srgbClr val="212121"/>
                          </a:solidFill>
                          <a:latin typeface="Lexend"/>
                          <a:ea typeface="Lexend"/>
                          <a:cs typeface="Lexend"/>
                          <a:sym typeface="Lexend"/>
                        </a:rPr>
                        <a:t>Severity</a:t>
                      </a:r>
                      <a:endParaRPr b="1"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Could not find a clear route back from the gallery to directions</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3</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Wanted surroundings previews and information about local activity</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2</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Enjoyed spontaneous exploration and nature as inspiration</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0</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Requested a short introduction to explain the artwork’s purpose</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3</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bl>
          </a:graphicData>
        </a:graphic>
      </p:graphicFrame>
      <p:sp>
        <p:nvSpPr>
          <p:cNvPr id="1727" name="Google Shape;1727;p169"/>
          <p:cNvSpPr txBox="1"/>
          <p:nvPr/>
        </p:nvSpPr>
        <p:spPr>
          <a:xfrm>
            <a:off x="503834" y="3423285"/>
            <a:ext cx="4038600" cy="1041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Time spent:</a:t>
            </a:r>
            <a:r>
              <a:rPr lang="en" sz="1200">
                <a:solidFill>
                  <a:srgbClr val="212121"/>
                </a:solidFill>
                <a:latin typeface="Epilogue"/>
                <a:ea typeface="Epilogue"/>
                <a:cs typeface="Epilogue"/>
                <a:sym typeface="Epilogue"/>
              </a:rPr>
              <a:t> 3:53 [12:20–16:13]</a:t>
            </a:r>
            <a:endParaRPr sz="1200">
              <a:solidFill>
                <a:srgbClr val="212121"/>
              </a:solidFill>
              <a:latin typeface="Epilogue"/>
              <a:ea typeface="Epilogue"/>
              <a:cs typeface="Epilogue"/>
              <a:sym typeface="Epilogue"/>
            </a:endParaRPr>
          </a:p>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Number of misclicks:</a:t>
            </a:r>
            <a:r>
              <a:rPr lang="en" sz="1200">
                <a:solidFill>
                  <a:srgbClr val="212121"/>
                </a:solidFill>
                <a:latin typeface="Epilogue"/>
                <a:ea typeface="Epilogue"/>
                <a:cs typeface="Epilogue"/>
                <a:sym typeface="Epilogue"/>
              </a:rPr>
              <a:t> 1 (didn’t have a back option from gallery directions to map)</a:t>
            </a:r>
            <a:endParaRPr sz="1200">
              <a:solidFill>
                <a:srgbClr val="212121"/>
              </a:solidFill>
              <a:latin typeface="Epilogue"/>
              <a:ea typeface="Epilogue"/>
              <a:cs typeface="Epilogue"/>
              <a:sym typeface="Epilogue"/>
            </a:endParaRPr>
          </a:p>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Rating Satisfaction:</a:t>
            </a:r>
            <a:r>
              <a:rPr lang="en" sz="1200">
                <a:solidFill>
                  <a:srgbClr val="212121"/>
                </a:solidFill>
                <a:latin typeface="Epilogue"/>
                <a:ea typeface="Epilogue"/>
                <a:cs typeface="Epilogue"/>
                <a:sym typeface="Epilogue"/>
              </a:rPr>
              <a:t> 6.5 </a:t>
            </a:r>
            <a:endParaRPr sz="1200">
              <a:solidFill>
                <a:srgbClr val="212121"/>
              </a:solidFill>
              <a:latin typeface="Epilogue"/>
              <a:ea typeface="Epilogue"/>
              <a:cs typeface="Epilogue"/>
              <a:sym typeface="Epilogue"/>
            </a:endParaRPr>
          </a:p>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Rating Flexibility:</a:t>
            </a:r>
            <a:r>
              <a:rPr lang="en" sz="1200">
                <a:solidFill>
                  <a:srgbClr val="212121"/>
                </a:solidFill>
                <a:latin typeface="Epilogue"/>
                <a:ea typeface="Epilogue"/>
                <a:cs typeface="Epilogue"/>
                <a:sym typeface="Epilogue"/>
              </a:rPr>
              <a:t> 6 </a:t>
            </a:r>
            <a:endParaRPr sz="1200">
              <a:solidFill>
                <a:srgbClr val="212121"/>
              </a:solidFill>
              <a:latin typeface="Epilogue"/>
              <a:ea typeface="Epilogue"/>
              <a:cs typeface="Epilogue"/>
              <a:sym typeface="Epilogue"/>
            </a:endParaRPr>
          </a:p>
        </p:txBody>
      </p:sp>
      <p:sp>
        <p:nvSpPr>
          <p:cNvPr id="1728" name="Google Shape;1728;p169"/>
          <p:cNvSpPr txBox="1"/>
          <p:nvPr/>
        </p:nvSpPr>
        <p:spPr>
          <a:xfrm>
            <a:off x="4519320" y="3561715"/>
            <a:ext cx="4350600" cy="99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200">
                <a:solidFill>
                  <a:srgbClr val="212121"/>
                </a:solidFill>
                <a:latin typeface="Epilogue"/>
                <a:ea typeface="Epilogue"/>
                <a:cs typeface="Epilogue"/>
                <a:sym typeface="Epilogue"/>
              </a:rPr>
              <a:t>“I would go to explore, and then I would go to “take me somewhere…I get inspo not from algorithms but from spontentity” [13:00]</a:t>
            </a:r>
            <a:endParaRPr sz="1200">
              <a:solidFill>
                <a:srgbClr val="212121"/>
              </a:solidFill>
              <a:latin typeface="Epilogue"/>
              <a:ea typeface="Epilogue"/>
              <a:cs typeface="Epilogue"/>
              <a:sym typeface="Epilogue"/>
            </a:endParaRPr>
          </a:p>
          <a:p>
            <a:pPr indent="0" lvl="0" marL="0" rtl="0" algn="l">
              <a:lnSpc>
                <a:spcPct val="100000"/>
              </a:lnSpc>
              <a:spcBef>
                <a:spcPts val="0"/>
              </a:spcBef>
              <a:spcAft>
                <a:spcPts val="0"/>
              </a:spcAft>
              <a:buNone/>
            </a:pPr>
            <a:r>
              <a:t/>
            </a:r>
            <a:endParaRPr sz="1200">
              <a:solidFill>
                <a:srgbClr val="212121"/>
              </a:solidFill>
              <a:latin typeface="Epilogue"/>
              <a:ea typeface="Epilogue"/>
              <a:cs typeface="Epilogue"/>
              <a:sym typeface="Epilogue"/>
            </a:endParaRPr>
          </a:p>
          <a:p>
            <a:pPr indent="0" lvl="0" marL="0" rtl="0" algn="l">
              <a:lnSpc>
                <a:spcPct val="100000"/>
              </a:lnSpc>
              <a:spcBef>
                <a:spcPts val="0"/>
              </a:spcBef>
              <a:spcAft>
                <a:spcPts val="0"/>
              </a:spcAft>
              <a:buNone/>
            </a:pPr>
            <a:r>
              <a:rPr lang="en" sz="1200">
                <a:solidFill>
                  <a:srgbClr val="212121"/>
                </a:solidFill>
                <a:latin typeface="Epilogue"/>
                <a:ea typeface="Epilogue"/>
                <a:cs typeface="Epilogue"/>
                <a:sym typeface="Epilogue"/>
              </a:rPr>
              <a:t>“Want to see the end destination like 360 view” [15:00]</a:t>
            </a:r>
            <a:endParaRPr sz="1200">
              <a:solidFill>
                <a:srgbClr val="212121"/>
              </a:solidFill>
              <a:latin typeface="Epilogue"/>
              <a:ea typeface="Epilogue"/>
              <a:cs typeface="Epilogue"/>
              <a:sym typeface="Epilogue"/>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32" name="Shape 1732"/>
        <p:cNvGrpSpPr/>
        <p:nvPr/>
      </p:nvGrpSpPr>
      <p:grpSpPr>
        <a:xfrm>
          <a:off x="0" y="0"/>
          <a:ext cx="0" cy="0"/>
          <a:chOff x="0" y="0"/>
          <a:chExt cx="0" cy="0"/>
        </a:xfrm>
      </p:grpSpPr>
      <p:sp>
        <p:nvSpPr>
          <p:cNvPr id="1733" name="Google Shape;1733;p170"/>
          <p:cNvSpPr txBox="1"/>
          <p:nvPr>
            <p:ph idx="1" type="subTitle"/>
          </p:nvPr>
        </p:nvSpPr>
        <p:spPr>
          <a:xfrm>
            <a:off x="4399550" y="3462878"/>
            <a:ext cx="4350600" cy="1278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200">
                <a:solidFill>
                  <a:srgbClr val="212121"/>
                </a:solidFill>
              </a:rPr>
              <a:t>“Then I’d realize seeing my art doesn’t inspire me that much so I would go back to the explore button” [18:30]</a:t>
            </a:r>
            <a:endParaRPr sz="1200">
              <a:solidFill>
                <a:srgbClr val="212121"/>
              </a:solidFill>
            </a:endParaRPr>
          </a:p>
          <a:p>
            <a:pPr indent="0" lvl="0" marL="0" rtl="0" algn="l">
              <a:lnSpc>
                <a:spcPct val="100000"/>
              </a:lnSpc>
              <a:spcBef>
                <a:spcPts val="0"/>
              </a:spcBef>
              <a:spcAft>
                <a:spcPts val="0"/>
              </a:spcAft>
              <a:buNone/>
            </a:pPr>
            <a:r>
              <a:t/>
            </a:r>
            <a:endParaRPr sz="1200">
              <a:solidFill>
                <a:srgbClr val="212121"/>
              </a:solidFill>
            </a:endParaRPr>
          </a:p>
          <a:p>
            <a:pPr indent="0" lvl="0" marL="0" rtl="0" algn="l">
              <a:spcBef>
                <a:spcPts val="0"/>
              </a:spcBef>
              <a:spcAft>
                <a:spcPts val="0"/>
              </a:spcAft>
              <a:buNone/>
            </a:pPr>
            <a:r>
              <a:rPr lang="en" sz="1200">
                <a:solidFill>
                  <a:srgbClr val="212121"/>
                </a:solidFill>
              </a:rPr>
              <a:t>“There’s way too much click, click [when wanting to look at multiple images to get inspiration]”</a:t>
            </a:r>
            <a:endParaRPr sz="1200">
              <a:solidFill>
                <a:srgbClr val="212121"/>
              </a:solidFill>
            </a:endParaRPr>
          </a:p>
          <a:p>
            <a:pPr indent="0" lvl="0" marL="0" rtl="0" algn="l">
              <a:spcBef>
                <a:spcPts val="0"/>
              </a:spcBef>
              <a:spcAft>
                <a:spcPts val="0"/>
              </a:spcAft>
              <a:buNone/>
            </a:pPr>
            <a:r>
              <a:rPr lang="en" sz="1200">
                <a:solidFill>
                  <a:srgbClr val="212121"/>
                </a:solidFill>
              </a:rPr>
              <a:t>[23:06]</a:t>
            </a:r>
            <a:endParaRPr sz="1200">
              <a:solidFill>
                <a:srgbClr val="212121"/>
              </a:solidFill>
            </a:endParaRPr>
          </a:p>
          <a:p>
            <a:pPr indent="0" lvl="0" marL="0" rtl="0" algn="l">
              <a:spcBef>
                <a:spcPts val="0"/>
              </a:spcBef>
              <a:spcAft>
                <a:spcPts val="0"/>
              </a:spcAft>
              <a:buNone/>
            </a:pPr>
            <a:r>
              <a:t/>
            </a:r>
            <a:endParaRPr sz="1200">
              <a:solidFill>
                <a:srgbClr val="212121"/>
              </a:solidFill>
            </a:endParaRPr>
          </a:p>
          <a:p>
            <a:pPr indent="0" lvl="0" marL="0" rtl="0" algn="l">
              <a:spcBef>
                <a:spcPts val="0"/>
              </a:spcBef>
              <a:spcAft>
                <a:spcPts val="0"/>
              </a:spcAft>
              <a:buNone/>
            </a:pPr>
            <a:r>
              <a:rPr lang="en" sz="1200">
                <a:solidFill>
                  <a:srgbClr val="212121"/>
                </a:solidFill>
              </a:rPr>
              <a:t>“Either that pictured unblocked me or I’m going to have to find another app” [19:00]</a:t>
            </a:r>
            <a:endParaRPr sz="1200">
              <a:solidFill>
                <a:srgbClr val="212121"/>
              </a:solidFill>
            </a:endParaRPr>
          </a:p>
        </p:txBody>
      </p:sp>
      <p:sp>
        <p:nvSpPr>
          <p:cNvPr id="1734" name="Google Shape;1734;p170"/>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P4</a:t>
            </a:r>
            <a:r>
              <a:rPr lang="en">
                <a:latin typeface="Lexend Mega"/>
                <a:ea typeface="Lexend Mega"/>
                <a:cs typeface="Lexend Mega"/>
                <a:sym typeface="Lexend Mega"/>
              </a:rPr>
              <a:t> TASK 3 EXPERIENCE</a:t>
            </a:r>
            <a:endParaRPr>
              <a:latin typeface="Lexend Mega"/>
              <a:ea typeface="Lexend Mega"/>
              <a:cs typeface="Lexend Mega"/>
              <a:sym typeface="Lexend Mega"/>
            </a:endParaRPr>
          </a:p>
        </p:txBody>
      </p:sp>
      <p:graphicFrame>
        <p:nvGraphicFramePr>
          <p:cNvPr id="1735" name="Google Shape;1735;p170"/>
          <p:cNvGraphicFramePr/>
          <p:nvPr/>
        </p:nvGraphicFramePr>
        <p:xfrm>
          <a:off x="533400" y="1333500"/>
          <a:ext cx="3000000" cy="3000000"/>
        </p:xfrm>
        <a:graphic>
          <a:graphicData uri="http://schemas.openxmlformats.org/drawingml/2006/table">
            <a:tbl>
              <a:tblPr>
                <a:noFill/>
                <a:tableStyleId>{428037B2-2399-48E3-B112-2EBAFD4FB11B}</a:tableStyleId>
              </a:tblPr>
              <a:tblGrid>
                <a:gridCol w="6794500"/>
                <a:gridCol w="1206500"/>
              </a:tblGrid>
              <a:tr h="254000">
                <a:tc>
                  <a:txBody>
                    <a:bodyPr/>
                    <a:lstStyle/>
                    <a:p>
                      <a:pPr indent="0" lvl="0" marL="0" rtl="0" algn="l">
                        <a:lnSpc>
                          <a:spcPct val="100000"/>
                        </a:lnSpc>
                        <a:spcBef>
                          <a:spcPts val="0"/>
                        </a:spcBef>
                        <a:spcAft>
                          <a:spcPts val="0"/>
                        </a:spcAft>
                        <a:buNone/>
                      </a:pPr>
                      <a:r>
                        <a:rPr b="1" lang="en" sz="1200">
                          <a:solidFill>
                            <a:srgbClr val="212121"/>
                          </a:solidFill>
                          <a:latin typeface="Lexend"/>
                          <a:ea typeface="Lexend"/>
                          <a:cs typeface="Lexend"/>
                          <a:sym typeface="Lexend"/>
                        </a:rPr>
                        <a:t>Incident</a:t>
                      </a:r>
                      <a:endParaRPr b="1"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c>
                  <a:txBody>
                    <a:bodyPr/>
                    <a:lstStyle/>
                    <a:p>
                      <a:pPr indent="0" lvl="0" marL="0" rtl="0" algn="l">
                        <a:lnSpc>
                          <a:spcPct val="100000"/>
                        </a:lnSpc>
                        <a:spcBef>
                          <a:spcPts val="0"/>
                        </a:spcBef>
                        <a:spcAft>
                          <a:spcPts val="0"/>
                        </a:spcAft>
                        <a:buNone/>
                      </a:pPr>
                      <a:r>
                        <a:rPr b="1" lang="en" sz="1200">
                          <a:solidFill>
                            <a:srgbClr val="212121"/>
                          </a:solidFill>
                          <a:latin typeface="Lexend"/>
                          <a:ea typeface="Lexend"/>
                          <a:cs typeface="Lexend"/>
                          <a:sym typeface="Lexend"/>
                        </a:rPr>
                        <a:t>Severity</a:t>
                      </a:r>
                      <a:endParaRPr b="1"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solidFill>
                      <a:srgbClr val="EDEDED"/>
                    </a:solidFill>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Disliked the idea of hearing their own voice in reflection playback</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2</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Wanted many images to scan instead of repeated clicks to reach one</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3</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Walking elsewhere did not meet the immediate inspiration need</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3</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r h="254000">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Eventually found attractive art that “maybe” inspired them</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200">
                          <a:solidFill>
                            <a:srgbClr val="212121"/>
                          </a:solidFill>
                          <a:latin typeface="Lexend"/>
                          <a:ea typeface="Lexend"/>
                          <a:cs typeface="Lexend"/>
                          <a:sym typeface="Lexend"/>
                        </a:rPr>
                        <a:t>0</a:t>
                      </a:r>
                      <a:endParaRPr sz="1200">
                        <a:solidFill>
                          <a:srgbClr val="212121"/>
                        </a:solidFill>
                        <a:latin typeface="Lexend"/>
                        <a:ea typeface="Lexend"/>
                        <a:cs typeface="Lexend"/>
                        <a:sym typeface="Lexend"/>
                      </a:endParaRPr>
                    </a:p>
                  </a:txBody>
                  <a:tcPr marT="91425" marB="91425" marR="91425" marL="91425">
                    <a:lnL cap="flat" cmpd="sng" w="9525">
                      <a:solidFill>
                        <a:srgbClr val="262626"/>
                      </a:solidFill>
                      <a:prstDash val="solid"/>
                      <a:round/>
                      <a:headEnd len="sm" w="sm" type="none"/>
                      <a:tailEnd len="sm" w="sm" type="none"/>
                    </a:lnL>
                    <a:lnR cap="flat" cmpd="sng" w="9525">
                      <a:solidFill>
                        <a:srgbClr val="262626"/>
                      </a:solidFill>
                      <a:prstDash val="solid"/>
                      <a:round/>
                      <a:headEnd len="sm" w="sm" type="none"/>
                      <a:tailEnd len="sm" w="sm" type="none"/>
                    </a:lnR>
                    <a:lnT cap="flat" cmpd="sng" w="9525">
                      <a:solidFill>
                        <a:srgbClr val="262626"/>
                      </a:solidFill>
                      <a:prstDash val="solid"/>
                      <a:round/>
                      <a:headEnd len="sm" w="sm" type="none"/>
                      <a:tailEnd len="sm" w="sm" type="none"/>
                    </a:lnT>
                    <a:lnB cap="flat" cmpd="sng" w="9525">
                      <a:solidFill>
                        <a:srgbClr val="262626"/>
                      </a:solidFill>
                      <a:prstDash val="solid"/>
                      <a:round/>
                      <a:headEnd len="sm" w="sm" type="none"/>
                      <a:tailEnd len="sm" w="sm" type="none"/>
                    </a:lnB>
                  </a:tcPr>
                </a:tc>
              </a:tr>
            </a:tbl>
          </a:graphicData>
        </a:graphic>
      </p:graphicFrame>
      <p:sp>
        <p:nvSpPr>
          <p:cNvPr id="1736" name="Google Shape;1736;p170"/>
          <p:cNvSpPr txBox="1"/>
          <p:nvPr/>
        </p:nvSpPr>
        <p:spPr>
          <a:xfrm>
            <a:off x="503826" y="3437525"/>
            <a:ext cx="3786600" cy="1041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Time spent:</a:t>
            </a:r>
            <a:r>
              <a:rPr lang="en" sz="1200">
                <a:solidFill>
                  <a:srgbClr val="212121"/>
                </a:solidFill>
                <a:latin typeface="Epilogue"/>
                <a:ea typeface="Epilogue"/>
                <a:cs typeface="Epilogue"/>
                <a:sym typeface="Epilogue"/>
              </a:rPr>
              <a:t> 6:00 [14:43–20:43]</a:t>
            </a:r>
            <a:endParaRPr sz="1200">
              <a:solidFill>
                <a:srgbClr val="212121"/>
              </a:solidFill>
              <a:latin typeface="Epilogue"/>
              <a:ea typeface="Epilogue"/>
              <a:cs typeface="Epilogue"/>
              <a:sym typeface="Epilogue"/>
            </a:endParaRPr>
          </a:p>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Number of misclicks:</a:t>
            </a:r>
            <a:r>
              <a:rPr lang="en" sz="1200">
                <a:solidFill>
                  <a:srgbClr val="212121"/>
                </a:solidFill>
                <a:latin typeface="Epilogue"/>
                <a:ea typeface="Epilogue"/>
                <a:cs typeface="Epilogue"/>
                <a:sym typeface="Epilogue"/>
              </a:rPr>
              <a:t> 0 (but did not find seeing his artwork or reflections inspired him)</a:t>
            </a:r>
            <a:endParaRPr sz="1200">
              <a:solidFill>
                <a:srgbClr val="212121"/>
              </a:solidFill>
              <a:latin typeface="Epilogue"/>
              <a:ea typeface="Epilogue"/>
              <a:cs typeface="Epilogue"/>
              <a:sym typeface="Epilogue"/>
            </a:endParaRPr>
          </a:p>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Rating Satisfaction:</a:t>
            </a:r>
            <a:r>
              <a:rPr lang="en" sz="1200">
                <a:solidFill>
                  <a:srgbClr val="212121"/>
                </a:solidFill>
                <a:latin typeface="Epilogue"/>
                <a:ea typeface="Epilogue"/>
                <a:cs typeface="Epilogue"/>
                <a:sym typeface="Epilogue"/>
              </a:rPr>
              <a:t> 4.5 </a:t>
            </a:r>
            <a:endParaRPr sz="1200">
              <a:solidFill>
                <a:srgbClr val="212121"/>
              </a:solidFill>
              <a:latin typeface="Epilogue"/>
              <a:ea typeface="Epilogue"/>
              <a:cs typeface="Epilogue"/>
              <a:sym typeface="Epilogue"/>
            </a:endParaRPr>
          </a:p>
          <a:p>
            <a:pPr indent="0" lvl="0" marL="0" rtl="0" algn="l">
              <a:lnSpc>
                <a:spcPct val="100000"/>
              </a:lnSpc>
              <a:spcBef>
                <a:spcPts val="0"/>
              </a:spcBef>
              <a:spcAft>
                <a:spcPts val="0"/>
              </a:spcAft>
              <a:buNone/>
            </a:pPr>
            <a:r>
              <a:rPr b="1" lang="en" sz="1200">
                <a:solidFill>
                  <a:srgbClr val="212121"/>
                </a:solidFill>
                <a:latin typeface="Epilogue"/>
                <a:ea typeface="Epilogue"/>
                <a:cs typeface="Epilogue"/>
                <a:sym typeface="Epilogue"/>
              </a:rPr>
              <a:t>Rating Flexibility:</a:t>
            </a:r>
            <a:r>
              <a:rPr lang="en" sz="1200">
                <a:solidFill>
                  <a:srgbClr val="212121"/>
                </a:solidFill>
                <a:latin typeface="Epilogue"/>
                <a:ea typeface="Epilogue"/>
                <a:cs typeface="Epilogue"/>
                <a:sym typeface="Epilogue"/>
              </a:rPr>
              <a:t> 1.5 </a:t>
            </a:r>
            <a:endParaRPr sz="1200">
              <a:solidFill>
                <a:srgbClr val="212121"/>
              </a:solidFill>
              <a:latin typeface="Epilogue"/>
              <a:ea typeface="Epilogue"/>
              <a:cs typeface="Epilogue"/>
              <a:sym typeface="Epilogue"/>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MART Goals Meeting by Slidesgo">
  <a:themeElements>
    <a:clrScheme name="Simple Light">
      <a:dk1>
        <a:srgbClr val="232323"/>
      </a:dk1>
      <a:lt1>
        <a:srgbClr val="FBFBFB"/>
      </a:lt1>
      <a:dk2>
        <a:srgbClr val="3280AE"/>
      </a:dk2>
      <a:lt2>
        <a:srgbClr val="E45A35"/>
      </a:lt2>
      <a:accent1>
        <a:srgbClr val="E9B545"/>
      </a:accent1>
      <a:accent2>
        <a:srgbClr val="61B6A1"/>
      </a:accent2>
      <a:accent3>
        <a:srgbClr val="8CB847"/>
      </a:accent3>
      <a:accent4>
        <a:srgbClr val="F1F1F1"/>
      </a:accent4>
      <a:accent5>
        <a:srgbClr val="E0E0E0"/>
      </a:accent5>
      <a:accent6>
        <a:srgbClr val="838383"/>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MART Goals Meeting by Slidesgo">
  <a:themeElements>
    <a:clrScheme name="Simple Light">
      <a:dk1>
        <a:srgbClr val="232323"/>
      </a:dk1>
      <a:lt1>
        <a:srgbClr val="FBFBFB"/>
      </a:lt1>
      <a:dk2>
        <a:srgbClr val="3280AE"/>
      </a:dk2>
      <a:lt2>
        <a:srgbClr val="E45A35"/>
      </a:lt2>
      <a:accent1>
        <a:srgbClr val="E9B545"/>
      </a:accent1>
      <a:accent2>
        <a:srgbClr val="61B6A1"/>
      </a:accent2>
      <a:accent3>
        <a:srgbClr val="8CB847"/>
      </a:accent3>
      <a:accent4>
        <a:srgbClr val="F1F1F1"/>
      </a:accent4>
      <a:accent5>
        <a:srgbClr val="E0E0E0"/>
      </a:accent5>
      <a:accent6>
        <a:srgbClr val="838383"/>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MART Goals Meeting by Slidesgo">
  <a:themeElements>
    <a:clrScheme name="Simple Light">
      <a:dk1>
        <a:srgbClr val="232323"/>
      </a:dk1>
      <a:lt1>
        <a:srgbClr val="FBFBFB"/>
      </a:lt1>
      <a:dk2>
        <a:srgbClr val="3280AE"/>
      </a:dk2>
      <a:lt2>
        <a:srgbClr val="E45A35"/>
      </a:lt2>
      <a:accent1>
        <a:srgbClr val="E9B545"/>
      </a:accent1>
      <a:accent2>
        <a:srgbClr val="61B6A1"/>
      </a:accent2>
      <a:accent3>
        <a:srgbClr val="8CB847"/>
      </a:accent3>
      <a:accent4>
        <a:srgbClr val="F1F1F1"/>
      </a:accent4>
      <a:accent5>
        <a:srgbClr val="E0E0E0"/>
      </a:accent5>
      <a:accent6>
        <a:srgbClr val="838383"/>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